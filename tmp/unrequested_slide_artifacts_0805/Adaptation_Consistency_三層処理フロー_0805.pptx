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96b8993b44b5a" /><Relationship Type="http://schemas.openxmlformats.org/officeDocument/2006/relationships/extended-properties" Target="/docProps/app.xml" Id="R9bbc280567a14183" /><Relationship Type="http://schemas.openxmlformats.org/officeDocument/2006/relationships/officeDocument" Target="/ppt/presentation.xml" Id="Rb106b276d8a84b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89ba5326fc482c"/>
  </p:sldMasterIdLst>
  <p:notesMasterIdLst>
    <p:notesMasterId xmlns:r="http://schemas.openxmlformats.org/officeDocument/2006/relationships" r:id="Rba7d3884376741b7"/>
  </p:notesMasterIdLst>
  <p:sldIdLst>
    <p:sldId xmlns:r="http://schemas.openxmlformats.org/officeDocument/2006/relationships" id="256" r:id="R4dcf03227e204610"/>
    <p:sldId xmlns:r="http://schemas.openxmlformats.org/officeDocument/2006/relationships" id="257" r:id="R15e7066641314621"/>
    <p:sldId xmlns:r="http://schemas.openxmlformats.org/officeDocument/2006/relationships" id="258" r:id="R0f02cb07d0374ed2"/>
    <p:sldId xmlns:r="http://schemas.openxmlformats.org/officeDocument/2006/relationships" id="259" r:id="R68e9577d53c949de"/>
    <p:sldId xmlns:r="http://schemas.openxmlformats.org/officeDocument/2006/relationships" id="260" r:id="Red3448089267483b"/>
    <p:sldId xmlns:r="http://schemas.openxmlformats.org/officeDocument/2006/relationships" id="261" r:id="Rdd8d64b397d84664"/>
    <p:sldId xmlns:r="http://schemas.openxmlformats.org/officeDocument/2006/relationships" id="262" r:id="R822ac5ac4819452f"/>
    <p:sldId xmlns:r="http://schemas.openxmlformats.org/officeDocument/2006/relationships" id="263" r:id="R2912e15915e84d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b35b4080cd4e06" /><Relationship Type="http://schemas.openxmlformats.org/officeDocument/2006/relationships/slideMaster" Target="/ppt/slideMasters/slideMaster1.xml" Id="R0c89ba5326fc482c" /><Relationship Type="http://schemas.openxmlformats.org/officeDocument/2006/relationships/notesMaster" Target="/ppt/notesMasters/notesMaster1.xml" Id="Rba7d3884376741b7" /><Relationship Type="http://schemas.openxmlformats.org/officeDocument/2006/relationships/presProps" Target="/ppt/presProps.xml" Id="Re616daaf5fee422c" /><Relationship Type="http://schemas.openxmlformats.org/officeDocument/2006/relationships/viewProps" Target="/ppt/viewProps.xml" Id="R5e846c011a4b434b" /><Relationship Type="http://schemas.openxmlformats.org/officeDocument/2006/relationships/tableStyles" Target="/ppt/tableStyles.xml" Id="R38cd9d2992dd4887" /><Relationship Type="http://schemas.openxmlformats.org/officeDocument/2006/relationships/slide" Target="/ppt/slides/slide1.xml" Id="R4dcf03227e204610" /><Relationship Type="http://schemas.openxmlformats.org/officeDocument/2006/relationships/slide" Target="/ppt/slides/slide2.xml" Id="R15e7066641314621" /><Relationship Type="http://schemas.openxmlformats.org/officeDocument/2006/relationships/slide" Target="/ppt/slides/slide3.xml" Id="R0f02cb07d0374ed2" /><Relationship Type="http://schemas.openxmlformats.org/officeDocument/2006/relationships/slide" Target="/ppt/slides/slide4.xml" Id="R68e9577d53c949de" /><Relationship Type="http://schemas.openxmlformats.org/officeDocument/2006/relationships/slide" Target="/ppt/slides/slide5.xml" Id="Red3448089267483b" /><Relationship Type="http://schemas.openxmlformats.org/officeDocument/2006/relationships/slide" Target="/ppt/slides/slide6.xml" Id="Rdd8d64b397d84664" /><Relationship Type="http://schemas.openxmlformats.org/officeDocument/2006/relationships/slide" Target="/ppt/slides/slide7.xml" Id="R822ac5ac4819452f" /><Relationship Type="http://schemas.openxmlformats.org/officeDocument/2006/relationships/slide" Target="/ppt/slides/slide8.xml" Id="R2912e15915e8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e35b8c5a07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9f3365d414f75" /><Relationship Type="http://schemas.openxmlformats.org/officeDocument/2006/relationships/notesMaster" Target="/ppt/notesMasters/notesMaster1.xml" Id="R5fedd0b67912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71c5bb2a9e4540" /><Relationship Type="http://schemas.openxmlformats.org/officeDocument/2006/relationships/notesMaster" Target="/ppt/notesMasters/notesMaster1.xml" Id="Reccc4caede61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cf9cc6e5c4977" /><Relationship Type="http://schemas.openxmlformats.org/officeDocument/2006/relationships/notesMaster" Target="/ppt/notesMasters/notesMaster1.xml" Id="Rd8ff52d2e2eb48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5f9b75586e41f2" /><Relationship Type="http://schemas.openxmlformats.org/officeDocument/2006/relationships/notesMaster" Target="/ppt/notesMasters/notesMaster1.xml" Id="R94c8ce54efa64e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093b760777401a" /><Relationship Type="http://schemas.openxmlformats.org/officeDocument/2006/relationships/notesMaster" Target="/ppt/notesMasters/notesMaster1.xml" Id="R04e2f2f57ea14d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66239cec374088" /><Relationship Type="http://schemas.openxmlformats.org/officeDocument/2006/relationships/notesMaster" Target="/ppt/notesMasters/notesMaster1.xml" Id="R364d7792f2f141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65fc8b3943423d" /><Relationship Type="http://schemas.openxmlformats.org/officeDocument/2006/relationships/notesMaster" Target="/ppt/notesMasters/notesMaster1.xml" Id="R9eee589bc30f46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6059354ed7470b" /><Relationship Type="http://schemas.openxmlformats.org/officeDocument/2006/relationships/notesMaster" Target="/ppt/notesMasters/notesMaster1.xml" Id="R95f6be2a6eee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User-provided research direction, 2026-08-05.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FedMD: https://arxiv.org/abs/1910.03581</a:t>
            </a:r>
          </a:p>
          <a:p xmlns:a="http://schemas.openxmlformats.org/drawingml/2006/main">
            <a:r>
              <a:t>- FedDF: https://proceedings.neurips.cc/paper/2020/hash/18df51b97ccd68128e994804f3eccc87-Abstract.html</a:t>
            </a:r>
          </a:p>
          <a:p xmlns:a="http://schemas.openxmlformats.org/drawingml/2006/main">
            <a:r>
              <a:t>- FedDGM: https://www.ecva.net/papers/eccv_2024/papers_ECCV/papers/09992.pdf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direction,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505cc8cf949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d7714d783435b" /><Relationship Type="http://schemas.openxmlformats.org/officeDocument/2006/relationships/image" Target="/ppt/media/image.png" Id="R62ae2f53cd3643a0" /><Relationship Type="http://schemas.openxmlformats.org/officeDocument/2006/relationships/image" Target="/ppt/media/image.svg" Id="Rf8eaa594808240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1778f9e9c45d3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283CC6F-D7E1-4F9D-AA92-D0FB0D5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6936"/>
            <a:ext cx="12192000" cy="35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0408BEE-B885-4DB2-8925-6FA1EA3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4" y="3553218"/>
            <a:ext cx="10951029" cy="145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1F9C6-0C60-4A16-A620-FF5B59F497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64029" y="2355104"/>
            <a:ext cx="10863943" cy="735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8E5E8DC-0C8B-46D7-BC6B-ACBE6B841A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0929" y="4531180"/>
            <a:ext cx="5606143" cy="9977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aseline="0">
                <a:solidFill>
                  <a:srgbClr val="2038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四角形: 角を丸くする 3">
            <a:extLst xmlns:a="http://schemas.openxmlformats.org/drawingml/2006/main">
              <a:ext uri="{FF2B5EF4-FFF2-40B4-BE49-F238E27FC236}">
                <a16:creationId xmlns:a16="http://schemas.microsoft.com/office/drawing/2014/main" id="{899430FE-7148-562D-2697-FE50FB0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333187" cy="6573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B3DA4-3AA3-44E8-B918-958E2DE03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108"/>
            <a:ext cx="10515600" cy="6573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5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CAEDA2-3D33-474F-9D24-7EF1612F84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02533" y="73989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  <p:pic>
        <p:nvPicPr>
          <p:cNvPr id="11" name="グラフィックス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e2f53cd3643a0">
            <a:extLst>
              <a:ext uri="{96DAC541-7B7A-43D3-8B79-37D633B846F1}">
                <asvg:svgBlip xmlns:asvg="http://schemas.microsoft.com/office/drawing/2016/SVG/main" r:embed="Rf8eaa594808240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17" y="125479"/>
            <a:ext cx="581890" cy="550303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D491BE-1262-0E08-893E-2C20EC208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" y="811748"/>
            <a:ext cx="12191999" cy="604625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282CDBC-F22B-88AF-C5DA-7570CECC62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443c5541dc4c28" /><Relationship Type="http://schemas.openxmlformats.org/officeDocument/2006/relationships/slideLayout" Target="/ppt/slideLayouts/slideLayout1.xml" Id="Ra7bd7294548543aa" /><Relationship Type="http://schemas.openxmlformats.org/officeDocument/2006/relationships/slideLayout" Target="/ppt/slideLayouts/slideLayout2.xml" Id="R9b868ea013f3461e" /><Relationship Type="http://schemas.openxmlformats.org/officeDocument/2006/relationships/slideLayout" Target="/ppt/slideLayouts/slideLayout3.xml" Id="Rfd6dda4bf6da4d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5382-2201-48F9-A582-114E214E1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1344168"/>
            <a:ext cx="12192000" cy="5513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6AAC26-C826-4D59-8269-88D41540F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90048"/>
            <a:ext cx="10515600" cy="93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B17C167-B3DA-413C-B5A5-E0B8642056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195458" y="190048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bd7294548543aa"/>
    <p:sldLayoutId xmlns:r="http://schemas.openxmlformats.org/officeDocument/2006/relationships" id="2147483650" r:id="R9b868ea013f3461e"/>
    <p:sldLayoutId xmlns:r="http://schemas.openxmlformats.org/officeDocument/2006/relationships" id="2147483651" r:id="Rfd6dda4bf6da4d1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ptos Slab Black"/>
        <a:buChar char="┃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971550" indent="-514350" algn="l" defTabSz="914400">
        <a:lnSpc>
          <a:spcPct val="100000"/>
        </a:lnSpc>
        <a:spcBef>
          <a:spcPts val="500"/>
        </a:spcBef>
        <a:buFont typeface="Wingdings"/>
        <a:buChar char="p"/>
        <a:defRPr sz="2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4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316aec62c4b04" /><Relationship Type="http://schemas.openxmlformats.org/officeDocument/2006/relationships/notesSlide" Target="/ppt/notesSlides/notesSlide1.xml" Id="Rc737e72451e045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722e928bc44e8" /><Relationship Type="http://schemas.openxmlformats.org/officeDocument/2006/relationships/notesSlide" Target="/ppt/notesSlides/notesSlide2.xml" Id="Rfca11c9de83844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6dd7432e04d66" /><Relationship Type="http://schemas.openxmlformats.org/officeDocument/2006/relationships/notesSlide" Target="/ppt/notesSlides/notesSlide3.xml" Id="R5f371bf62ee7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0880bc558464e" /><Relationship Type="http://schemas.openxmlformats.org/officeDocument/2006/relationships/notesSlide" Target="/ppt/notesSlides/notesSlide4.xml" Id="Ra434c23febb2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c99e5124149aa" /><Relationship Type="http://schemas.openxmlformats.org/officeDocument/2006/relationships/notesSlide" Target="/ppt/notesSlides/notesSlide5.xml" Id="R1ff1dc4f36df41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e5dc0ce6a4961" /><Relationship Type="http://schemas.openxmlformats.org/officeDocument/2006/relationships/notesSlide" Target="/ppt/notesSlides/notesSlide6.xml" Id="R406a506041df4b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4420e4fbe492b" /><Relationship Type="http://schemas.openxmlformats.org/officeDocument/2006/relationships/notesSlide" Target="/ppt/notesSlides/notesSlide7.xml" Id="Rb20d8e14a72842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0506ca27084116" /><Relationship Type="http://schemas.openxmlformats.org/officeDocument/2006/relationships/notesSlide" Target="/ppt/notesSlides/notesSlide8.xml" Id="R6f14a1a8c5ab48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CBD7472-B432-4791-BBE3-376502F081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5950" y="1963066"/>
            <a:ext cx="11650199" cy="14659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Adaptation Consistencyの再設計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共有データなしの三層構造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18E27A0A-6C53-4449-93EF-6A2991432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78656" y="5150533"/>
            <a:ext cx="8681629" cy="14659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名古屋大学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情報学研究科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知能システム学専攻　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年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612D3FA-1A10-5639-0AA3-B6A8434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304" y="3923283"/>
            <a:ext cx="827348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吉村　有生</a:t>
            </a:r>
          </a:p>
        </p:txBody>
      </p:sp>
      <p:sp>
        <p:nvSpPr>
          <p:cNvPr id="6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E0640E-73E9-D3BD-0989-8E8E4C3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69" y="3273443"/>
            <a:ext cx="847755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8月5日検討版</a:t>
            </a:r>
          </a:p>
        </p:txBody>
      </p:sp>
    </p:spTree>
    <p:extLst>
      <p:ext uri="{BB962C8B-B14F-4D97-AF65-F5344CB8AC3E}">
        <p14:creationId xmlns:p14="http://schemas.microsoft.com/office/powerpoint/2010/main" val="316715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方向修正の結論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Lpred・Lgrad・Lpostの並列構成をやめ，役割を三層に分離する</a:t>
            </a:r>
          </a:p>
          <a:p xmlns:a="http://schemas.openxmlformats.org/drawingml/2006/main">
            <a:pPr marL="52" indent="-28">
              <a:buChar char="□"/>
            </a:pPr>
            <a:r>
              <a:t>更新方向と忘却は，同一構造のsurrogate間のFL／FCLで扱う</a:t>
            </a:r>
          </a:p>
          <a:p xmlns:a="http://schemas.openxmlformats.org/drawingml/2006/main">
            <a:pPr marL="52" indent="-28">
              <a:buChar char="□"/>
            </a:pPr>
            <a:r>
              <a:t>異種モデル間は，共通出力空間のlogits蒸留に限定する</a:t>
            </a:r>
          </a:p>
          <a:p xmlns:a="http://schemas.openxmlformats.org/drawingml/2006/main">
            <a:pPr marL="52" indent="-28">
              <a:buChar char="□"/>
            </a:pPr>
            <a:r>
              <a:t>研究の中心は，何を代理ペアとして選び，何を再現するかである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近い先行研究と，本研究の焦点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graphicFrame>
        <p:nvGraphicFramePr>
          <p:cNvPr id="7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手法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共有入力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サーバ側の知識化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本研究との差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FedMD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public dataを共有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同一sampleのlogitsを統合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共有整合入力が必要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FedDF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server unlabeled data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local model ensembleを蒸留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 dataに依存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FedDGM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raw data非共有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軌跡に合う合成dataを生成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trajectory再現が中心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本研究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整合data非共有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global surrogate→代理pair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出力挙動を異種基盤へ再現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中心課題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server seed／生成器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pairの生成・選択・調整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何を蒸留するかを設計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Adaptation Consistencyの再定義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privateデータで局所適応したsurrogate LoRAの出力挙動を，</a:t>
            </a:r>
          </a:p>
          <a:p xmlns:a="http://schemas.openxmlformats.org/drawingml/2006/main">
            <a:pPr marL="52" indent="-28">
              <a:buChar char="□"/>
            </a:pPr>
            <a:r>
              <a:t>データを送らずglobal surrogateへ連合統合する</a:t>
            </a:r>
          </a:p>
          <a:p xmlns:a="http://schemas.openxmlformats.org/drawingml/2006/main">
            <a:pPr marL="52" indent="-28">
              <a:buChar char="□"/>
            </a:pPr>
            <a:r>
              <a:t>クラウドで（代理入力，teacher logits）の対応ペアへ変換する</a:t>
            </a:r>
          </a:p>
          <a:p xmlns:a="http://schemas.openxmlformats.org/drawingml/2006/main">
            <a:pPr marL="52" indent="-28">
              <a:buChar char="□"/>
            </a:pPr>
            <a:r>
              <a:t>共通出力空間から異種の大型基盤LoRA上に再現する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AF6143-84B6-D69B-DFA7-6FE3337AC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成功条件は，各層とend-to-endで分けて測る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F1FCFE9-FF3E-0027-AB1A-144619D6CA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graphicFrame>
        <p:nvGraphicFramePr>
          <p:cNvPr id="7" name="コンテンツ プレースホルダー 4"/>
          <p:cNvGraphicFramePr/>
          <p:nvPr/>
        </p:nvGraphicFramePr>
        <p:xfrm>
          <a:off xmlns:a="http://schemas.openxmlformats.org/drawingml/2006/main" x="721078" y="1233305"/>
          <a:ext xmlns:a="http://schemas.openxmlformats.org/drawingml/2006/main" cx="10749844" cy="4951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7461"/>
                <a:gridCol w="2687461"/>
                <a:gridCol w="2687461"/>
                <a:gridCol w="2687461"/>
              </a:tblGrid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評価対象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主指標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比較基準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成功判定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第1層 性能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global／client 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FedAvg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改善／非劣化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06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 drift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update cosine・分散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local only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ずれを低減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忘却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past-task F1・BWT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保持策なし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忘却を低減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第2層 fidelity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surrogate出力KL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random seed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忠実度を向上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被覆・多様性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class／domain coverage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confidence選択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偏りを低減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privacy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再構成・近傍漏洩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保護なし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漏洩を抑制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第3層 再現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client-only test F1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server data上界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gapを縮小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異種成立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3B→7B transfer gain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3B→3B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異サイズでも成立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end-to-end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精度・bytes・time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FedMD／DF／DGM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Pareto優位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773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三層処理フロー：場所と受け渡し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graphicFrame>
        <p:nvGraphicFramePr>
          <p:cNvPr id="7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段階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場所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入力 → 処理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出力 → 次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第1層① 局所適応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global LoRA＋private data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ΔLoRA＋state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第1層② 連合統合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t>cloud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ΔLoRA → FL／FCL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global S LoRA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第2層 ★ 代理pair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cloud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seed＋global S → 選択／生成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S再forward →（x̃，z̃）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第3層 異種蒸留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cloud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pair → KD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foundation LoRA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次round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cloud→client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global S LoRA配布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第1層①へ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検証は三層を切り分ける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段階1：FedAvg基準で第1層の精度・drift・forgettingを確認する</a:t>
            </a:r>
          </a:p>
          <a:p xmlns:a="http://schemas.openxmlformats.org/drawingml/2006/main">
            <a:pPr marL="52" indent="-28">
              <a:buChar char="□"/>
            </a:pPr>
            <a:r>
              <a:t>段階2：server seedの選択＋global surrogate再forwardでpairを作る</a:t>
            </a:r>
          </a:p>
          <a:p xmlns:a="http://schemas.openxmlformats.org/drawingml/2006/main">
            <a:pPr marL="52" indent="-28">
              <a:buChar char="□"/>
            </a:pPr>
            <a:r>
              <a:t>段階3：固定server data上界と比較し，3B→7Bの蒸留損失を測る</a:t>
            </a:r>
          </a:p>
          <a:p xmlns:a="http://schemas.openxmlformats.org/drawingml/2006/main">
            <a:pPr marL="52" indent="-28">
              <a:buChar char="□"/>
            </a:pPr>
            <a:r>
              <a:t>段階4：diversity・replay・出力統計・生成器を一つずつ追加する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次に固定する4点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共通出力空間：分類logitsか，生成出力の意味表現か</a:t>
            </a:r>
          </a:p>
          <a:p xmlns:a="http://schemas.openxmlformats.org/drawingml/2006/main">
            <a:pPr marL="52" indent="-28">
              <a:buChar char="□"/>
            </a:pPr>
            <a:r>
              <a:t>局所logits：送らない／集約統計だけ送る／別方式か</a:t>
            </a:r>
          </a:p>
          <a:p xmlns:a="http://schemas.openxmlformats.org/drawingml/2006/main">
            <a:pPr marL="52" indent="-28">
              <a:buChar char="□"/>
            </a:pPr>
            <a:r>
              <a:t>代理入力：server seedから選択するか，生成器で作るか</a:t>
            </a:r>
          </a:p>
          <a:p xmlns:a="http://schemas.openxmlformats.org/drawingml/2006/main">
            <a:pPr marL="52" indent="-28">
              <a:buChar char="□"/>
            </a:pPr>
            <a:r>
              <a:t>下り経路：大型基盤の知識をclientへ還元するか</a:t>
            </a:r>
          </a:p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theme/theme1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2026-08-05T08:40:12.9410000Z</dcterms:created>
  <dcterms:modified xsi:type="dcterms:W3CDTF">2026-08-05T08:40:12.9410000Z</dcterms:modified>
</coreProperties>
</file>