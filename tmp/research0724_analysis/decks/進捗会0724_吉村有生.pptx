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23"/>
  </p:notesMasterIdLst>
  <p:handoutMasterIdLst>
    <p:handoutMasterId r:id="rId24"/>
  </p:handoutMasterIdLst>
  <p:sldIdLst>
    <p:sldId id="256" r:id="rId2"/>
    <p:sldId id="305" r:id="rId3"/>
    <p:sldId id="312" r:id="rId4"/>
    <p:sldId id="311" r:id="rId5"/>
    <p:sldId id="318" r:id="rId6"/>
    <p:sldId id="313" r:id="rId7"/>
    <p:sldId id="315" r:id="rId8"/>
    <p:sldId id="316" r:id="rId9"/>
    <p:sldId id="314" r:id="rId10"/>
    <p:sldId id="299" r:id="rId11"/>
    <p:sldId id="317" r:id="rId12"/>
    <p:sldId id="320" r:id="rId13"/>
    <p:sldId id="322" r:id="rId14"/>
    <p:sldId id="321" r:id="rId15"/>
    <p:sldId id="302" r:id="rId16"/>
    <p:sldId id="282" r:id="rId17"/>
    <p:sldId id="298" r:id="rId18"/>
    <p:sldId id="319" r:id="rId19"/>
    <p:sldId id="303" r:id="rId20"/>
    <p:sldId id="275" r:id="rId21"/>
    <p:sldId id="300"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黎郎 佐橋" initials="黎郎"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D96C4A"/>
    <a:srgbClr val="FFEBEB"/>
    <a:srgbClr val="FDF3ED"/>
    <a:srgbClr val="F1F8F9"/>
    <a:srgbClr val="FDF0E7"/>
    <a:srgbClr val="EAF5F7"/>
    <a:srgbClr val="F8F9FA"/>
    <a:srgbClr val="20645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DD891F-A876-4354-9FA1-E620AEB30708}" v="2448" dt="2026-07-23T22:50:19.21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25E5076-3810-47DD-B79F-674D7AD40C01}" styleName="濃色スタイル 1 - アクセント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010" autoAdjust="0"/>
  </p:normalViewPr>
  <p:slideViewPr>
    <p:cSldViewPr snapToGrid="0">
      <p:cViewPr>
        <p:scale>
          <a:sx n="150" d="100"/>
          <a:sy n="150" d="100"/>
        </p:scale>
        <p:origin x="-3955" y="-2861"/>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SHIMURA Aoi" userId="8c4cc6fb-c818-4942-9c26-5aea2293432a" providerId="ADAL" clId="{941276A2-2CD8-4131-93F7-15491BC5B366}"/>
    <pc:docChg chg="undo custSel modSld">
      <pc:chgData name="YOSHIMURA Aoi" userId="8c4cc6fb-c818-4942-9c26-5aea2293432a" providerId="ADAL" clId="{941276A2-2CD8-4131-93F7-15491BC5B366}" dt="2026-07-24T00:12:59.656" v="9" actId="20577"/>
      <pc:docMkLst>
        <pc:docMk/>
      </pc:docMkLst>
      <pc:sldChg chg="modSp mod">
        <pc:chgData name="YOSHIMURA Aoi" userId="8c4cc6fb-c818-4942-9c26-5aea2293432a" providerId="ADAL" clId="{941276A2-2CD8-4131-93F7-15491BC5B366}" dt="2026-07-24T00:12:59.656" v="9" actId="20577"/>
        <pc:sldMkLst>
          <pc:docMk/>
          <pc:sldMk cId="4023259495" sldId="312"/>
        </pc:sldMkLst>
        <pc:spChg chg="mod">
          <ac:chgData name="YOSHIMURA Aoi" userId="8c4cc6fb-c818-4942-9c26-5aea2293432a" providerId="ADAL" clId="{941276A2-2CD8-4131-93F7-15491BC5B366}" dt="2026-07-24T00:12:59.656" v="9" actId="20577"/>
          <ac:spMkLst>
            <pc:docMk/>
            <pc:sldMk cId="4023259495" sldId="312"/>
            <ac:spMk id="4" creationId="{43CDC051-1225-CA6A-EAA8-7A7372C1B3D6}"/>
          </ac:spMkLst>
        </pc:spChg>
      </pc:sldChg>
    </pc:docChg>
  </pc:docChgLst>
  <pc:docChgLst>
    <pc:chgData name="YOSHIMURA Aoi" userId="8c4cc6fb-c818-4942-9c26-5aea2293432a" providerId="ADAL" clId="{45228AE5-F3FC-4AE5-B160-D02D63DA5A6D}"/>
    <pc:docChg chg="undo redo custSel addSld delSld modSld sldOrd modMainMaster">
      <pc:chgData name="YOSHIMURA Aoi" userId="8c4cc6fb-c818-4942-9c26-5aea2293432a" providerId="ADAL" clId="{45228AE5-F3FC-4AE5-B160-D02D63DA5A6D}" dt="2026-07-24T01:45:26.306" v="5084" actId="20577"/>
      <pc:docMkLst>
        <pc:docMk/>
      </pc:docMkLst>
      <pc:sldChg chg="modSp mod">
        <pc:chgData name="YOSHIMURA Aoi" userId="8c4cc6fb-c818-4942-9c26-5aea2293432a" providerId="ADAL" clId="{45228AE5-F3FC-4AE5-B160-D02D63DA5A6D}" dt="2026-07-23T15:08:28.032" v="3635" actId="20577"/>
        <pc:sldMkLst>
          <pc:docMk/>
          <pc:sldMk cId="0" sldId="256"/>
        </pc:sldMkLst>
        <pc:spChg chg="mod">
          <ac:chgData name="YOSHIMURA Aoi" userId="8c4cc6fb-c818-4942-9c26-5aea2293432a" providerId="ADAL" clId="{45228AE5-F3FC-4AE5-B160-D02D63DA5A6D}" dt="2026-07-23T15:08:20.824" v="3628" actId="20577"/>
          <ac:spMkLst>
            <pc:docMk/>
            <pc:sldMk cId="0" sldId="256"/>
            <ac:spMk id="2" creationId="{00000000-0000-0000-0000-000000000000}"/>
          </ac:spMkLst>
        </pc:spChg>
        <pc:spChg chg="mod">
          <ac:chgData name="YOSHIMURA Aoi" userId="8c4cc6fb-c818-4942-9c26-5aea2293432a" providerId="ADAL" clId="{45228AE5-F3FC-4AE5-B160-D02D63DA5A6D}" dt="2026-07-23T15:08:28.032" v="3635" actId="20577"/>
          <ac:spMkLst>
            <pc:docMk/>
            <pc:sldMk cId="0" sldId="256"/>
            <ac:spMk id="6" creationId="{CCE0640E-73E9-D3BD-0989-8E8E4C3592FF}"/>
          </ac:spMkLst>
        </pc:spChg>
      </pc:sldChg>
      <pc:sldChg chg="ord">
        <pc:chgData name="YOSHIMURA Aoi" userId="8c4cc6fb-c818-4942-9c26-5aea2293432a" providerId="ADAL" clId="{45228AE5-F3FC-4AE5-B160-D02D63DA5A6D}" dt="2026-07-23T09:59:49.035" v="2491"/>
        <pc:sldMkLst>
          <pc:docMk/>
          <pc:sldMk cId="97987944" sldId="275"/>
        </pc:sldMkLst>
      </pc:sldChg>
      <pc:sldChg chg="modSp mod">
        <pc:chgData name="YOSHIMURA Aoi" userId="8c4cc6fb-c818-4942-9c26-5aea2293432a" providerId="ADAL" clId="{45228AE5-F3FC-4AE5-B160-D02D63DA5A6D}" dt="2026-07-22T02:57:03.872" v="728" actId="15"/>
        <pc:sldMkLst>
          <pc:docMk/>
          <pc:sldMk cId="709365059" sldId="282"/>
        </pc:sldMkLst>
        <pc:spChg chg="mod">
          <ac:chgData name="YOSHIMURA Aoi" userId="8c4cc6fb-c818-4942-9c26-5aea2293432a" providerId="ADAL" clId="{45228AE5-F3FC-4AE5-B160-D02D63DA5A6D}" dt="2026-07-22T02:57:03.872" v="728" actId="15"/>
          <ac:spMkLst>
            <pc:docMk/>
            <pc:sldMk cId="709365059" sldId="282"/>
            <ac:spMk id="4" creationId="{37BAE057-0288-3FA2-D3CE-88FEAAE06353}"/>
          </ac:spMkLst>
        </pc:spChg>
      </pc:sldChg>
      <pc:sldChg chg="addSp delSp modSp del mod">
        <pc:chgData name="YOSHIMURA Aoi" userId="8c4cc6fb-c818-4942-9c26-5aea2293432a" providerId="ADAL" clId="{45228AE5-F3FC-4AE5-B160-D02D63DA5A6D}" dt="2026-07-23T15:27:45.802" v="3725" actId="47"/>
        <pc:sldMkLst>
          <pc:docMk/>
          <pc:sldMk cId="1928530929" sldId="297"/>
        </pc:sldMkLst>
      </pc:sldChg>
      <pc:sldChg chg="addSp delSp modSp mod ord">
        <pc:chgData name="YOSHIMURA Aoi" userId="8c4cc6fb-c818-4942-9c26-5aea2293432a" providerId="ADAL" clId="{45228AE5-F3FC-4AE5-B160-D02D63DA5A6D}" dt="2026-07-23T22:07:47.854" v="4562"/>
        <pc:sldMkLst>
          <pc:docMk/>
          <pc:sldMk cId="2217247516" sldId="298"/>
        </pc:sldMkLst>
        <pc:spChg chg="mod">
          <ac:chgData name="YOSHIMURA Aoi" userId="8c4cc6fb-c818-4942-9c26-5aea2293432a" providerId="ADAL" clId="{45228AE5-F3FC-4AE5-B160-D02D63DA5A6D}" dt="2026-07-23T21:28:47.600" v="4384" actId="20577"/>
          <ac:spMkLst>
            <pc:docMk/>
            <pc:sldMk cId="2217247516" sldId="298"/>
            <ac:spMk id="2" creationId="{0CFB99AB-81F2-B2F2-8FEA-5B775E86AE77}"/>
          </ac:spMkLst>
        </pc:spChg>
        <pc:spChg chg="add mod">
          <ac:chgData name="YOSHIMURA Aoi" userId="8c4cc6fb-c818-4942-9c26-5aea2293432a" providerId="ADAL" clId="{45228AE5-F3FC-4AE5-B160-D02D63DA5A6D}" dt="2026-07-22T12:35:58.455" v="2017"/>
          <ac:spMkLst>
            <pc:docMk/>
            <pc:sldMk cId="2217247516" sldId="298"/>
            <ac:spMk id="5" creationId="{BC53F1EF-FAC9-4EB7-1600-9A610333BE72}"/>
          </ac:spMkLst>
        </pc:spChg>
        <pc:spChg chg="add mod">
          <ac:chgData name="YOSHIMURA Aoi" userId="8c4cc6fb-c818-4942-9c26-5aea2293432a" providerId="ADAL" clId="{45228AE5-F3FC-4AE5-B160-D02D63DA5A6D}" dt="2026-07-23T10:10:08.597" v="2492" actId="1076"/>
          <ac:spMkLst>
            <pc:docMk/>
            <pc:sldMk cId="2217247516" sldId="298"/>
            <ac:spMk id="7" creationId="{377A4C70-20F3-464E-058E-45CEFF616ADE}"/>
          </ac:spMkLst>
        </pc:spChg>
        <pc:spChg chg="add mod">
          <ac:chgData name="YOSHIMURA Aoi" userId="8c4cc6fb-c818-4942-9c26-5aea2293432a" providerId="ADAL" clId="{45228AE5-F3FC-4AE5-B160-D02D63DA5A6D}" dt="2026-07-23T10:10:20.218" v="2493" actId="1076"/>
          <ac:spMkLst>
            <pc:docMk/>
            <pc:sldMk cId="2217247516" sldId="298"/>
            <ac:spMk id="9" creationId="{23D8815F-BD31-7214-DC88-F4FDB09AA4A6}"/>
          </ac:spMkLst>
        </pc:spChg>
        <pc:spChg chg="add mod">
          <ac:chgData name="YOSHIMURA Aoi" userId="8c4cc6fb-c818-4942-9c26-5aea2293432a" providerId="ADAL" clId="{45228AE5-F3FC-4AE5-B160-D02D63DA5A6D}" dt="2026-07-22T10:58:46.237" v="1530" actId="1076"/>
          <ac:spMkLst>
            <pc:docMk/>
            <pc:sldMk cId="2217247516" sldId="298"/>
            <ac:spMk id="11" creationId="{83AAECAE-B2D1-9EA6-B2E8-462258B10452}"/>
          </ac:spMkLst>
        </pc:spChg>
      </pc:sldChg>
      <pc:sldChg chg="modSp mod ord">
        <pc:chgData name="YOSHIMURA Aoi" userId="8c4cc6fb-c818-4942-9c26-5aea2293432a" providerId="ADAL" clId="{45228AE5-F3FC-4AE5-B160-D02D63DA5A6D}" dt="2026-07-23T22:53:16.735" v="4924" actId="20577"/>
        <pc:sldMkLst>
          <pc:docMk/>
          <pc:sldMk cId="3016829091" sldId="299"/>
        </pc:sldMkLst>
        <pc:spChg chg="mod">
          <ac:chgData name="YOSHIMURA Aoi" userId="8c4cc6fb-c818-4942-9c26-5aea2293432a" providerId="ADAL" clId="{45228AE5-F3FC-4AE5-B160-D02D63DA5A6D}" dt="2026-07-23T22:51:44.205" v="4863" actId="20577"/>
          <ac:spMkLst>
            <pc:docMk/>
            <pc:sldMk cId="3016829091" sldId="299"/>
            <ac:spMk id="2" creationId="{47551F23-ABA0-B24B-4CE7-054E68D21984}"/>
          </ac:spMkLst>
        </pc:spChg>
        <pc:spChg chg="mod">
          <ac:chgData name="YOSHIMURA Aoi" userId="8c4cc6fb-c818-4942-9c26-5aea2293432a" providerId="ADAL" clId="{45228AE5-F3FC-4AE5-B160-D02D63DA5A6D}" dt="2026-07-23T22:53:16.735" v="4924" actId="20577"/>
          <ac:spMkLst>
            <pc:docMk/>
            <pc:sldMk cId="3016829091" sldId="299"/>
            <ac:spMk id="4" creationId="{B68129D8-66E6-FC24-B75D-2C3717A823E0}"/>
          </ac:spMkLst>
        </pc:spChg>
      </pc:sldChg>
      <pc:sldChg chg="addSp delSp modSp new add del mod ord">
        <pc:chgData name="YOSHIMURA Aoi" userId="8c4cc6fb-c818-4942-9c26-5aea2293432a" providerId="ADAL" clId="{45228AE5-F3FC-4AE5-B160-D02D63DA5A6D}" dt="2026-07-23T21:22:59.884" v="4312"/>
        <pc:sldMkLst>
          <pc:docMk/>
          <pc:sldMk cId="3974069865" sldId="300"/>
        </pc:sldMkLst>
        <pc:spChg chg="mod">
          <ac:chgData name="YOSHIMURA Aoi" userId="8c4cc6fb-c818-4942-9c26-5aea2293432a" providerId="ADAL" clId="{45228AE5-F3FC-4AE5-B160-D02D63DA5A6D}" dt="2026-07-22T10:42:45.266" v="1430" actId="20577"/>
          <ac:spMkLst>
            <pc:docMk/>
            <pc:sldMk cId="3974069865" sldId="300"/>
            <ac:spMk id="2" creationId="{10F89C99-545A-E1BE-73F4-FE5CDFC5D113}"/>
          </ac:spMkLst>
        </pc:spChg>
        <pc:spChg chg="add mod">
          <ac:chgData name="YOSHIMURA Aoi" userId="8c4cc6fb-c818-4942-9c26-5aea2293432a" providerId="ADAL" clId="{45228AE5-F3FC-4AE5-B160-D02D63DA5A6D}" dt="2026-07-22T12:53:25.815" v="2172" actId="20577"/>
          <ac:spMkLst>
            <pc:docMk/>
            <pc:sldMk cId="3974069865" sldId="300"/>
            <ac:spMk id="10" creationId="{081F8D34-B48E-017D-A2B1-20F9C2517651}"/>
          </ac:spMkLst>
        </pc:spChg>
        <pc:spChg chg="add mod">
          <ac:chgData name="YOSHIMURA Aoi" userId="8c4cc6fb-c818-4942-9c26-5aea2293432a" providerId="ADAL" clId="{45228AE5-F3FC-4AE5-B160-D02D63DA5A6D}" dt="2026-07-22T11:32:51.278" v="1930" actId="20577"/>
          <ac:spMkLst>
            <pc:docMk/>
            <pc:sldMk cId="3974069865" sldId="300"/>
            <ac:spMk id="12" creationId="{285BBB5F-2EA7-EFD8-CF62-C81C9312B33F}"/>
          </ac:spMkLst>
        </pc:spChg>
        <pc:spChg chg="add mod">
          <ac:chgData name="YOSHIMURA Aoi" userId="8c4cc6fb-c818-4942-9c26-5aea2293432a" providerId="ADAL" clId="{45228AE5-F3FC-4AE5-B160-D02D63DA5A6D}" dt="2026-07-22T01:56:05.339" v="635" actId="20577"/>
          <ac:spMkLst>
            <pc:docMk/>
            <pc:sldMk cId="3974069865" sldId="300"/>
            <ac:spMk id="14" creationId="{F707BE49-85B9-CF8B-0604-FE94EB432114}"/>
          </ac:spMkLst>
        </pc:spChg>
        <pc:spChg chg="add mod">
          <ac:chgData name="YOSHIMURA Aoi" userId="8c4cc6fb-c818-4942-9c26-5aea2293432a" providerId="ADAL" clId="{45228AE5-F3FC-4AE5-B160-D02D63DA5A6D}" dt="2026-07-22T13:40:09.669" v="2330" actId="27636"/>
          <ac:spMkLst>
            <pc:docMk/>
            <pc:sldMk cId="3974069865" sldId="300"/>
            <ac:spMk id="15" creationId="{3CA56609-5C5E-CDE2-1E7A-35388A6515C9}"/>
          </ac:spMkLst>
        </pc:spChg>
        <pc:spChg chg="add mod">
          <ac:chgData name="YOSHIMURA Aoi" userId="8c4cc6fb-c818-4942-9c26-5aea2293432a" providerId="ADAL" clId="{45228AE5-F3FC-4AE5-B160-D02D63DA5A6D}" dt="2026-07-23T15:48:54.062" v="3800" actId="20578"/>
          <ac:spMkLst>
            <pc:docMk/>
            <pc:sldMk cId="3974069865" sldId="300"/>
            <ac:spMk id="20" creationId="{1E6B5908-9340-78D4-3350-E6A8F8EA3326}"/>
          </ac:spMkLst>
        </pc:spChg>
        <pc:spChg chg="add mod">
          <ac:chgData name="YOSHIMURA Aoi" userId="8c4cc6fb-c818-4942-9c26-5aea2293432a" providerId="ADAL" clId="{45228AE5-F3FC-4AE5-B160-D02D63DA5A6D}" dt="2026-07-22T13:54:06.210" v="2464" actId="14100"/>
          <ac:spMkLst>
            <pc:docMk/>
            <pc:sldMk cId="3974069865" sldId="300"/>
            <ac:spMk id="22" creationId="{79715AFC-2AA1-1655-264F-68BDBA13D6EB}"/>
          </ac:spMkLst>
        </pc:spChg>
        <pc:cxnChg chg="add mod">
          <ac:chgData name="YOSHIMURA Aoi" userId="8c4cc6fb-c818-4942-9c26-5aea2293432a" providerId="ADAL" clId="{45228AE5-F3FC-4AE5-B160-D02D63DA5A6D}" dt="2026-07-22T13:47:56.047" v="2365" actId="14100"/>
          <ac:cxnSpMkLst>
            <pc:docMk/>
            <pc:sldMk cId="3974069865" sldId="300"/>
            <ac:cxnSpMk id="18" creationId="{FE8396FE-7107-BE66-C3F8-EA207E228741}"/>
          </ac:cxnSpMkLst>
        </pc:cxnChg>
      </pc:sldChg>
      <pc:sldChg chg="addSp delSp modSp new del mod">
        <pc:chgData name="YOSHIMURA Aoi" userId="8c4cc6fb-c818-4942-9c26-5aea2293432a" providerId="ADAL" clId="{45228AE5-F3FC-4AE5-B160-D02D63DA5A6D}" dt="2026-07-23T15:47:25.699" v="3797" actId="47"/>
        <pc:sldMkLst>
          <pc:docMk/>
          <pc:sldMk cId="2787651180" sldId="301"/>
        </pc:sldMkLst>
      </pc:sldChg>
      <pc:sldChg chg="modSp new mod">
        <pc:chgData name="YOSHIMURA Aoi" userId="8c4cc6fb-c818-4942-9c26-5aea2293432a" providerId="ADAL" clId="{45228AE5-F3FC-4AE5-B160-D02D63DA5A6D}" dt="2026-07-22T06:30:19.476" v="1052" actId="20577"/>
        <pc:sldMkLst>
          <pc:docMk/>
          <pc:sldMk cId="767758252" sldId="302"/>
        </pc:sldMkLst>
        <pc:spChg chg="mod">
          <ac:chgData name="YOSHIMURA Aoi" userId="8c4cc6fb-c818-4942-9c26-5aea2293432a" providerId="ADAL" clId="{45228AE5-F3FC-4AE5-B160-D02D63DA5A6D}" dt="2026-07-22T06:30:19.476" v="1052" actId="20577"/>
          <ac:spMkLst>
            <pc:docMk/>
            <pc:sldMk cId="767758252" sldId="302"/>
            <ac:spMk id="2" creationId="{4504D9CD-EE99-3D42-088F-161D318F9731}"/>
          </ac:spMkLst>
        </pc:spChg>
      </pc:sldChg>
      <pc:sldChg chg="addSp delSp modSp new mod ord">
        <pc:chgData name="YOSHIMURA Aoi" userId="8c4cc6fb-c818-4942-9c26-5aea2293432a" providerId="ADAL" clId="{45228AE5-F3FC-4AE5-B160-D02D63DA5A6D}" dt="2026-07-23T22:07:47.854" v="4562"/>
        <pc:sldMkLst>
          <pc:docMk/>
          <pc:sldMk cId="2170712762" sldId="303"/>
        </pc:sldMkLst>
        <pc:spChg chg="mod">
          <ac:chgData name="YOSHIMURA Aoi" userId="8c4cc6fb-c818-4942-9c26-5aea2293432a" providerId="ADAL" clId="{45228AE5-F3FC-4AE5-B160-D02D63DA5A6D}" dt="2026-07-22T10:37:27.847" v="1379" actId="20577"/>
          <ac:spMkLst>
            <pc:docMk/>
            <pc:sldMk cId="2170712762" sldId="303"/>
            <ac:spMk id="2" creationId="{5C4760B6-FEAE-4FEB-A70B-844708144CC6}"/>
          </ac:spMkLst>
        </pc:spChg>
        <pc:spChg chg="mod">
          <ac:chgData name="YOSHIMURA Aoi" userId="8c4cc6fb-c818-4942-9c26-5aea2293432a" providerId="ADAL" clId="{45228AE5-F3FC-4AE5-B160-D02D63DA5A6D}" dt="2026-07-23T13:33:21.845" v="3366" actId="5793"/>
          <ac:spMkLst>
            <pc:docMk/>
            <pc:sldMk cId="2170712762" sldId="303"/>
            <ac:spMk id="4" creationId="{7245BF61-2B46-52ED-7F6C-EF28E811D825}"/>
          </ac:spMkLst>
        </pc:spChg>
        <pc:spChg chg="add del mod">
          <ac:chgData name="YOSHIMURA Aoi" userId="8c4cc6fb-c818-4942-9c26-5aea2293432a" providerId="ADAL" clId="{45228AE5-F3FC-4AE5-B160-D02D63DA5A6D}" dt="2026-07-23T13:27:18.219" v="3222" actId="22"/>
          <ac:spMkLst>
            <pc:docMk/>
            <pc:sldMk cId="2170712762" sldId="303"/>
            <ac:spMk id="6" creationId="{7FAB22CD-62D0-E55C-9126-3ACF4CA2B9C4}"/>
          </ac:spMkLst>
        </pc:spChg>
      </pc:sldChg>
      <pc:sldChg chg="delSp modSp add del mod">
        <pc:chgData name="YOSHIMURA Aoi" userId="8c4cc6fb-c818-4942-9c26-5aea2293432a" providerId="ADAL" clId="{45228AE5-F3FC-4AE5-B160-D02D63DA5A6D}" dt="2026-07-23T15:47:41.234" v="3798" actId="47"/>
        <pc:sldMkLst>
          <pc:docMk/>
          <pc:sldMk cId="2166254285" sldId="304"/>
        </pc:sldMkLst>
        <pc:spChg chg="mod">
          <ac:chgData name="YOSHIMURA Aoi" userId="8c4cc6fb-c818-4942-9c26-5aea2293432a" providerId="ADAL" clId="{45228AE5-F3FC-4AE5-B160-D02D63DA5A6D}" dt="2026-07-23T12:19:27.628" v="3201" actId="20577"/>
          <ac:spMkLst>
            <pc:docMk/>
            <pc:sldMk cId="2166254285" sldId="304"/>
            <ac:spMk id="2" creationId="{7FA5DEB5-7E16-F2B2-85C1-6F0AC2BEE845}"/>
          </ac:spMkLst>
        </pc:spChg>
      </pc:sldChg>
      <pc:sldChg chg="modSp new">
        <pc:chgData name="YOSHIMURA Aoi" userId="8c4cc6fb-c818-4942-9c26-5aea2293432a" providerId="ADAL" clId="{45228AE5-F3FC-4AE5-B160-D02D63DA5A6D}" dt="2026-07-23T06:54:39.294" v="2482"/>
        <pc:sldMkLst>
          <pc:docMk/>
          <pc:sldMk cId="2609890472" sldId="305"/>
        </pc:sldMkLst>
        <pc:spChg chg="mod">
          <ac:chgData name="YOSHIMURA Aoi" userId="8c4cc6fb-c818-4942-9c26-5aea2293432a" providerId="ADAL" clId="{45228AE5-F3FC-4AE5-B160-D02D63DA5A6D}" dt="2026-07-23T06:54:39.294" v="2482"/>
          <ac:spMkLst>
            <pc:docMk/>
            <pc:sldMk cId="2609890472" sldId="305"/>
            <ac:spMk id="4" creationId="{9A2BC73A-E287-1BC2-D62F-B9FAE044BBD3}"/>
          </ac:spMkLst>
        </pc:spChg>
      </pc:sldChg>
      <pc:sldChg chg="delSp new del mod">
        <pc:chgData name="YOSHIMURA Aoi" userId="8c4cc6fb-c818-4942-9c26-5aea2293432a" providerId="ADAL" clId="{45228AE5-F3FC-4AE5-B160-D02D63DA5A6D}" dt="2026-07-23T10:10:39.947" v="2495" actId="47"/>
        <pc:sldMkLst>
          <pc:docMk/>
          <pc:sldMk cId="3079301967" sldId="306"/>
        </pc:sldMkLst>
        <pc:spChg chg="del">
          <ac:chgData name="YOSHIMURA Aoi" userId="8c4cc6fb-c818-4942-9c26-5aea2293432a" providerId="ADAL" clId="{45228AE5-F3FC-4AE5-B160-D02D63DA5A6D}" dt="2026-07-23T09:58:02.202" v="2484" actId="478"/>
          <ac:spMkLst>
            <pc:docMk/>
            <pc:sldMk cId="3079301967" sldId="306"/>
            <ac:spMk id="4" creationId="{96974AF3-27D6-EC19-EEB2-2D21F8CCB3AF}"/>
          </ac:spMkLst>
        </pc:spChg>
      </pc:sldChg>
      <pc:sldChg chg="addSp delSp modSp add del mod">
        <pc:chgData name="YOSHIMURA Aoi" userId="8c4cc6fb-c818-4942-9c26-5aea2293432a" providerId="ADAL" clId="{45228AE5-F3FC-4AE5-B160-D02D63DA5A6D}" dt="2026-07-23T15:24:52.716" v="3705" actId="47"/>
        <pc:sldMkLst>
          <pc:docMk/>
          <pc:sldMk cId="3073562777" sldId="307"/>
        </pc:sldMkLst>
        <pc:spChg chg="mod">
          <ac:chgData name="YOSHIMURA Aoi" userId="8c4cc6fb-c818-4942-9c26-5aea2293432a" providerId="ADAL" clId="{45228AE5-F3FC-4AE5-B160-D02D63DA5A6D}" dt="2026-07-23T09:59:27.427" v="2489"/>
          <ac:spMkLst>
            <pc:docMk/>
            <pc:sldMk cId="3073562777" sldId="307"/>
            <ac:spMk id="2" creationId="{CB80A20C-AB41-CCE3-4C1B-29564D85CA52}"/>
          </ac:spMkLst>
        </pc:spChg>
        <pc:spChg chg="del mod">
          <ac:chgData name="YOSHIMURA Aoi" userId="8c4cc6fb-c818-4942-9c26-5aea2293432a" providerId="ADAL" clId="{45228AE5-F3FC-4AE5-B160-D02D63DA5A6D}" dt="2026-07-23T10:30:42.682" v="2781" actId="478"/>
          <ac:spMkLst>
            <pc:docMk/>
            <pc:sldMk cId="3073562777" sldId="307"/>
            <ac:spMk id="11" creationId="{75E75B61-5EC0-80EA-D223-611272D9A4CE}"/>
          </ac:spMkLst>
        </pc:spChg>
        <pc:spChg chg="del">
          <ac:chgData name="YOSHIMURA Aoi" userId="8c4cc6fb-c818-4942-9c26-5aea2293432a" providerId="ADAL" clId="{45228AE5-F3FC-4AE5-B160-D02D63DA5A6D}" dt="2026-07-23T10:25:06.673" v="2670" actId="478"/>
          <ac:spMkLst>
            <pc:docMk/>
            <pc:sldMk cId="3073562777" sldId="307"/>
            <ac:spMk id="12" creationId="{F843975C-47B6-D01C-E5D9-5821C8121A1A}"/>
          </ac:spMkLst>
        </pc:spChg>
        <pc:spChg chg="mod">
          <ac:chgData name="YOSHIMURA Aoi" userId="8c4cc6fb-c818-4942-9c26-5aea2293432a" providerId="ADAL" clId="{45228AE5-F3FC-4AE5-B160-D02D63DA5A6D}" dt="2026-07-23T10:21:25.414" v="2567" actId="14100"/>
          <ac:spMkLst>
            <pc:docMk/>
            <pc:sldMk cId="3073562777" sldId="307"/>
            <ac:spMk id="17" creationId="{9B431A12-1106-7AE6-1220-DDB5056ADDC0}"/>
          </ac:spMkLst>
        </pc:spChg>
        <pc:spChg chg="add del mod">
          <ac:chgData name="YOSHIMURA Aoi" userId="8c4cc6fb-c818-4942-9c26-5aea2293432a" providerId="ADAL" clId="{45228AE5-F3FC-4AE5-B160-D02D63DA5A6D}" dt="2026-07-23T10:27:21.840" v="2715" actId="14100"/>
          <ac:spMkLst>
            <pc:docMk/>
            <pc:sldMk cId="3073562777" sldId="307"/>
            <ac:spMk id="19" creationId="{17536B1C-D0AE-0E74-C194-5F09940A77D0}"/>
          </ac:spMkLst>
        </pc:spChg>
        <pc:spChg chg="del">
          <ac:chgData name="YOSHIMURA Aoi" userId="8c4cc6fb-c818-4942-9c26-5aea2293432a" providerId="ADAL" clId="{45228AE5-F3FC-4AE5-B160-D02D63DA5A6D}" dt="2026-07-23T10:29:07.857" v="2779" actId="478"/>
          <ac:spMkLst>
            <pc:docMk/>
            <pc:sldMk cId="3073562777" sldId="307"/>
            <ac:spMk id="30" creationId="{43F5B71B-9FDA-C375-5F2C-D2CFD4AC8311}"/>
          </ac:spMkLst>
        </pc:spChg>
        <pc:spChg chg="del">
          <ac:chgData name="YOSHIMURA Aoi" userId="8c4cc6fb-c818-4942-9c26-5aea2293432a" providerId="ADAL" clId="{45228AE5-F3FC-4AE5-B160-D02D63DA5A6D}" dt="2026-07-23T10:29:22.094" v="2780" actId="478"/>
          <ac:spMkLst>
            <pc:docMk/>
            <pc:sldMk cId="3073562777" sldId="307"/>
            <ac:spMk id="32" creationId="{8FDE3660-AC34-80B6-A7E6-9D1D041C8160}"/>
          </ac:spMkLst>
        </pc:spChg>
        <pc:spChg chg="mod">
          <ac:chgData name="YOSHIMURA Aoi" userId="8c4cc6fb-c818-4942-9c26-5aea2293432a" providerId="ADAL" clId="{45228AE5-F3FC-4AE5-B160-D02D63DA5A6D}" dt="2026-07-23T10:28:57.174" v="2778" actId="20577"/>
          <ac:spMkLst>
            <pc:docMk/>
            <pc:sldMk cId="3073562777" sldId="307"/>
            <ac:spMk id="42" creationId="{A9C6BB28-8D59-E9AD-6F58-B71B01B62609}"/>
          </ac:spMkLst>
        </pc:spChg>
        <pc:spChg chg="del">
          <ac:chgData name="YOSHIMURA Aoi" userId="8c4cc6fb-c818-4942-9c26-5aea2293432a" providerId="ADAL" clId="{45228AE5-F3FC-4AE5-B160-D02D63DA5A6D}" dt="2026-07-23T10:21:47.999" v="2573" actId="478"/>
          <ac:spMkLst>
            <pc:docMk/>
            <pc:sldMk cId="3073562777" sldId="307"/>
            <ac:spMk id="48" creationId="{2201413E-14F6-E3EA-1D22-30BC2448DCA4}"/>
          </ac:spMkLst>
        </pc:spChg>
        <pc:spChg chg="del">
          <ac:chgData name="YOSHIMURA Aoi" userId="8c4cc6fb-c818-4942-9c26-5aea2293432a" providerId="ADAL" clId="{45228AE5-F3FC-4AE5-B160-D02D63DA5A6D}" dt="2026-07-23T10:21:54.329" v="2576" actId="478"/>
          <ac:spMkLst>
            <pc:docMk/>
            <pc:sldMk cId="3073562777" sldId="307"/>
            <ac:spMk id="50" creationId="{5CCBFD69-8049-9C90-00CE-3A180E273F47}"/>
          </ac:spMkLst>
        </pc:spChg>
        <pc:spChg chg="del">
          <ac:chgData name="YOSHIMURA Aoi" userId="8c4cc6fb-c818-4942-9c26-5aea2293432a" providerId="ADAL" clId="{45228AE5-F3FC-4AE5-B160-D02D63DA5A6D}" dt="2026-07-23T10:21:57.501" v="2577" actId="478"/>
          <ac:spMkLst>
            <pc:docMk/>
            <pc:sldMk cId="3073562777" sldId="307"/>
            <ac:spMk id="54" creationId="{88B570ED-AA2C-5F67-390E-97474B4F4F6E}"/>
          </ac:spMkLst>
        </pc:spChg>
        <pc:spChg chg="del mod">
          <ac:chgData name="YOSHIMURA Aoi" userId="8c4cc6fb-c818-4942-9c26-5aea2293432a" providerId="ADAL" clId="{45228AE5-F3FC-4AE5-B160-D02D63DA5A6D}" dt="2026-07-23T10:21:51.950" v="2575" actId="478"/>
          <ac:spMkLst>
            <pc:docMk/>
            <pc:sldMk cId="3073562777" sldId="307"/>
            <ac:spMk id="56" creationId="{2A1D4A25-8E7A-00C5-4979-A71121BD5566}"/>
          </ac:spMkLst>
        </pc:spChg>
        <pc:spChg chg="del">
          <ac:chgData name="YOSHIMURA Aoi" userId="8c4cc6fb-c818-4942-9c26-5aea2293432a" providerId="ADAL" clId="{45228AE5-F3FC-4AE5-B160-D02D63DA5A6D}" dt="2026-07-23T10:25:01.132" v="2669" actId="478"/>
          <ac:spMkLst>
            <pc:docMk/>
            <pc:sldMk cId="3073562777" sldId="307"/>
            <ac:spMk id="58" creationId="{A09775D6-FAE4-E75F-566F-A0E2346F008E}"/>
          </ac:spMkLst>
        </pc:spChg>
        <pc:spChg chg="del">
          <ac:chgData name="YOSHIMURA Aoi" userId="8c4cc6fb-c818-4942-9c26-5aea2293432a" providerId="ADAL" clId="{45228AE5-F3FC-4AE5-B160-D02D63DA5A6D}" dt="2026-07-23T10:24:58.857" v="2668" actId="478"/>
          <ac:spMkLst>
            <pc:docMk/>
            <pc:sldMk cId="3073562777" sldId="307"/>
            <ac:spMk id="146" creationId="{259C504C-86ED-330E-CFCE-92DB8177AF9D}"/>
          </ac:spMkLst>
        </pc:spChg>
        <pc:spChg chg="del mod">
          <ac:chgData name="YOSHIMURA Aoi" userId="8c4cc6fb-c818-4942-9c26-5aea2293432a" providerId="ADAL" clId="{45228AE5-F3FC-4AE5-B160-D02D63DA5A6D}" dt="2026-07-23T10:24:57.456" v="2667" actId="478"/>
          <ac:spMkLst>
            <pc:docMk/>
            <pc:sldMk cId="3073562777" sldId="307"/>
            <ac:spMk id="148" creationId="{DF3CB9CE-B9E2-A121-95E7-B8A179351A3D}"/>
          </ac:spMkLst>
        </pc:spChg>
        <pc:spChg chg="del">
          <ac:chgData name="YOSHIMURA Aoi" userId="8c4cc6fb-c818-4942-9c26-5aea2293432a" providerId="ADAL" clId="{45228AE5-F3FC-4AE5-B160-D02D63DA5A6D}" dt="2026-07-23T10:24:54.532" v="2666" actId="478"/>
          <ac:spMkLst>
            <pc:docMk/>
            <pc:sldMk cId="3073562777" sldId="307"/>
            <ac:spMk id="150" creationId="{A41ED066-4263-7E09-FE3D-CDBEC23F701F}"/>
          </ac:spMkLst>
        </pc:spChg>
        <pc:picChg chg="del">
          <ac:chgData name="YOSHIMURA Aoi" userId="8c4cc6fb-c818-4942-9c26-5aea2293432a" providerId="ADAL" clId="{45228AE5-F3FC-4AE5-B160-D02D63DA5A6D}" dt="2026-07-23T10:21:45.846" v="2572" actId="478"/>
          <ac:picMkLst>
            <pc:docMk/>
            <pc:sldMk cId="3073562777" sldId="307"/>
            <ac:picMk id="52" creationId="{200BF622-5029-6C9A-B143-8F5FEB1155BA}"/>
          </ac:picMkLst>
        </pc:picChg>
        <pc:picChg chg="del">
          <ac:chgData name="YOSHIMURA Aoi" userId="8c4cc6fb-c818-4942-9c26-5aea2293432a" providerId="ADAL" clId="{45228AE5-F3FC-4AE5-B160-D02D63DA5A6D}" dt="2026-07-23T10:21:31.643" v="2568" actId="478"/>
          <ac:picMkLst>
            <pc:docMk/>
            <pc:sldMk cId="3073562777" sldId="307"/>
            <ac:picMk id="142" creationId="{BEEEC579-D987-BBA0-0F06-42CD985768F8}"/>
          </ac:picMkLst>
        </pc:picChg>
      </pc:sldChg>
      <pc:sldChg chg="modSp new del mod">
        <pc:chgData name="YOSHIMURA Aoi" userId="8c4cc6fb-c818-4942-9c26-5aea2293432a" providerId="ADAL" clId="{45228AE5-F3FC-4AE5-B160-D02D63DA5A6D}" dt="2026-07-23T20:13:48.414" v="3995" actId="47"/>
        <pc:sldMkLst>
          <pc:docMk/>
          <pc:sldMk cId="1338712553" sldId="308"/>
        </pc:sldMkLst>
        <pc:spChg chg="mod">
          <ac:chgData name="YOSHIMURA Aoi" userId="8c4cc6fb-c818-4942-9c26-5aea2293432a" providerId="ADAL" clId="{45228AE5-F3FC-4AE5-B160-D02D63DA5A6D}" dt="2026-07-23T10:12:36.425" v="2560" actId="20577"/>
          <ac:spMkLst>
            <pc:docMk/>
            <pc:sldMk cId="1338712553" sldId="308"/>
            <ac:spMk id="4" creationId="{1F3CC76B-3A50-0FCE-3C76-6A7D5C51E141}"/>
          </ac:spMkLst>
        </pc:spChg>
      </pc:sldChg>
      <pc:sldChg chg="addSp delSp modSp new del mod">
        <pc:chgData name="YOSHIMURA Aoi" userId="8c4cc6fb-c818-4942-9c26-5aea2293432a" providerId="ADAL" clId="{45228AE5-F3FC-4AE5-B160-D02D63DA5A6D}" dt="2026-07-23T12:02:07.893" v="3114" actId="47"/>
        <pc:sldMkLst>
          <pc:docMk/>
          <pc:sldMk cId="1616456180" sldId="309"/>
        </pc:sldMkLst>
        <pc:spChg chg="del">
          <ac:chgData name="YOSHIMURA Aoi" userId="8c4cc6fb-c818-4942-9c26-5aea2293432a" providerId="ADAL" clId="{45228AE5-F3FC-4AE5-B160-D02D63DA5A6D}" dt="2026-07-23T10:30:50.163" v="2783" actId="478"/>
          <ac:spMkLst>
            <pc:docMk/>
            <pc:sldMk cId="1616456180" sldId="309"/>
            <ac:spMk id="4" creationId="{A045744D-6C31-A938-D09F-5F43D5AD8802}"/>
          </ac:spMkLst>
        </pc:spChg>
        <pc:spChg chg="add mod">
          <ac:chgData name="YOSHIMURA Aoi" userId="8c4cc6fb-c818-4942-9c26-5aea2293432a" providerId="ADAL" clId="{45228AE5-F3FC-4AE5-B160-D02D63DA5A6D}" dt="2026-07-23T11:02:43.539" v="2949" actId="1076"/>
          <ac:spMkLst>
            <pc:docMk/>
            <pc:sldMk cId="1616456180" sldId="309"/>
            <ac:spMk id="7" creationId="{CBC4EE4B-4D01-DB91-9CCE-BE46A5F60502}"/>
          </ac:spMkLst>
        </pc:spChg>
        <pc:spChg chg="add mod">
          <ac:chgData name="YOSHIMURA Aoi" userId="8c4cc6fb-c818-4942-9c26-5aea2293432a" providerId="ADAL" clId="{45228AE5-F3FC-4AE5-B160-D02D63DA5A6D}" dt="2026-07-23T10:36:13.455" v="2878" actId="20577"/>
          <ac:spMkLst>
            <pc:docMk/>
            <pc:sldMk cId="1616456180" sldId="309"/>
            <ac:spMk id="9" creationId="{AB991867-AAE9-0BD4-8FA1-D4A90D3DDC30}"/>
          </ac:spMkLst>
        </pc:spChg>
        <pc:spChg chg="add mod">
          <ac:chgData name="YOSHIMURA Aoi" userId="8c4cc6fb-c818-4942-9c26-5aea2293432a" providerId="ADAL" clId="{45228AE5-F3FC-4AE5-B160-D02D63DA5A6D}" dt="2026-07-23T11:00:39.375" v="2900" actId="14100"/>
          <ac:spMkLst>
            <pc:docMk/>
            <pc:sldMk cId="1616456180" sldId="309"/>
            <ac:spMk id="11" creationId="{1E4794F6-50FA-6F11-36C8-B67552D2ACCF}"/>
          </ac:spMkLst>
        </pc:spChg>
        <pc:spChg chg="add del">
          <ac:chgData name="YOSHIMURA Aoi" userId="8c4cc6fb-c818-4942-9c26-5aea2293432a" providerId="ADAL" clId="{45228AE5-F3FC-4AE5-B160-D02D63DA5A6D}" dt="2026-07-23T10:59:12.593" v="2887" actId="22"/>
          <ac:spMkLst>
            <pc:docMk/>
            <pc:sldMk cId="1616456180" sldId="309"/>
            <ac:spMk id="13" creationId="{2199EFF7-0020-A3AB-8131-1FFC4B121BED}"/>
          </ac:spMkLst>
        </pc:spChg>
        <pc:spChg chg="add mod">
          <ac:chgData name="YOSHIMURA Aoi" userId="8c4cc6fb-c818-4942-9c26-5aea2293432a" providerId="ADAL" clId="{45228AE5-F3FC-4AE5-B160-D02D63DA5A6D}" dt="2026-07-23T11:02:10.914" v="2945" actId="14100"/>
          <ac:spMkLst>
            <pc:docMk/>
            <pc:sldMk cId="1616456180" sldId="309"/>
            <ac:spMk id="17" creationId="{5D456133-8198-35ED-B5AB-2D5575B795F2}"/>
          </ac:spMkLst>
        </pc:spChg>
        <pc:graphicFrameChg chg="add mod modGraphic">
          <ac:chgData name="YOSHIMURA Aoi" userId="8c4cc6fb-c818-4942-9c26-5aea2293432a" providerId="ADAL" clId="{45228AE5-F3FC-4AE5-B160-D02D63DA5A6D}" dt="2026-07-23T10:32:19.627" v="2832" actId="122"/>
          <ac:graphicFrameMkLst>
            <pc:docMk/>
            <pc:sldMk cId="1616456180" sldId="309"/>
            <ac:graphicFrameMk id="5" creationId="{C722AB6F-8CD1-0715-6B77-6A4AC971BA5F}"/>
          </ac:graphicFrameMkLst>
        </pc:graphicFrameChg>
        <pc:cxnChg chg="add mod">
          <ac:chgData name="YOSHIMURA Aoi" userId="8c4cc6fb-c818-4942-9c26-5aea2293432a" providerId="ADAL" clId="{45228AE5-F3FC-4AE5-B160-D02D63DA5A6D}" dt="2026-07-23T11:02:50.066" v="2950" actId="14100"/>
          <ac:cxnSpMkLst>
            <pc:docMk/>
            <pc:sldMk cId="1616456180" sldId="309"/>
            <ac:cxnSpMk id="15" creationId="{15E58BCC-B7B4-E542-EBAE-511CE4795A69}"/>
          </ac:cxnSpMkLst>
        </pc:cxnChg>
      </pc:sldChg>
      <pc:sldChg chg="addSp delSp modSp new del mod">
        <pc:chgData name="YOSHIMURA Aoi" userId="8c4cc6fb-c818-4942-9c26-5aea2293432a" providerId="ADAL" clId="{45228AE5-F3FC-4AE5-B160-D02D63DA5A6D}" dt="2026-07-23T21:18:58.906" v="4299" actId="47"/>
        <pc:sldMkLst>
          <pc:docMk/>
          <pc:sldMk cId="2826848468" sldId="310"/>
        </pc:sldMkLst>
        <pc:spChg chg="mod">
          <ac:chgData name="YOSHIMURA Aoi" userId="8c4cc6fb-c818-4942-9c26-5aea2293432a" providerId="ADAL" clId="{45228AE5-F3FC-4AE5-B160-D02D63DA5A6D}" dt="2026-07-23T10:54:06.025" v="2883"/>
          <ac:spMkLst>
            <pc:docMk/>
            <pc:sldMk cId="2826848468" sldId="310"/>
            <ac:spMk id="2" creationId="{7F50E467-61C5-D5E3-1698-9B24256E25B4}"/>
          </ac:spMkLst>
        </pc:spChg>
        <pc:spChg chg="del">
          <ac:chgData name="YOSHIMURA Aoi" userId="8c4cc6fb-c818-4942-9c26-5aea2293432a" providerId="ADAL" clId="{45228AE5-F3FC-4AE5-B160-D02D63DA5A6D}" dt="2026-07-23T10:52:52.087" v="2880" actId="478"/>
          <ac:spMkLst>
            <pc:docMk/>
            <pc:sldMk cId="2826848468" sldId="310"/>
            <ac:spMk id="4" creationId="{7E1495F4-E552-4A7F-6121-3BC453EE9CFF}"/>
          </ac:spMkLst>
        </pc:spChg>
        <pc:graphicFrameChg chg="add del mod modGraphic">
          <ac:chgData name="YOSHIMURA Aoi" userId="8c4cc6fb-c818-4942-9c26-5aea2293432a" providerId="ADAL" clId="{45228AE5-F3FC-4AE5-B160-D02D63DA5A6D}" dt="2026-07-23T21:18:56.401" v="4298" actId="478"/>
          <ac:graphicFrameMkLst>
            <pc:docMk/>
            <pc:sldMk cId="2826848468" sldId="310"/>
            <ac:graphicFrameMk id="5" creationId="{682B3D90-0A82-9D6C-E488-58586B8366D3}"/>
          </ac:graphicFrameMkLst>
        </pc:graphicFrameChg>
      </pc:sldChg>
      <pc:sldChg chg="new del">
        <pc:chgData name="YOSHIMURA Aoi" userId="8c4cc6fb-c818-4942-9c26-5aea2293432a" providerId="ADAL" clId="{45228AE5-F3FC-4AE5-B160-D02D63DA5A6D}" dt="2026-07-23T11:03:41.081" v="2955" actId="47"/>
        <pc:sldMkLst>
          <pc:docMk/>
          <pc:sldMk cId="242116803" sldId="311"/>
        </pc:sldMkLst>
      </pc:sldChg>
      <pc:sldChg chg="addSp delSp modSp new mod modNotesTx">
        <pc:chgData name="YOSHIMURA Aoi" userId="8c4cc6fb-c818-4942-9c26-5aea2293432a" providerId="ADAL" clId="{45228AE5-F3FC-4AE5-B160-D02D63DA5A6D}" dt="2026-07-24T01:45:26.306" v="5084" actId="20577"/>
        <pc:sldMkLst>
          <pc:docMk/>
          <pc:sldMk cId="1113455021" sldId="311"/>
        </pc:sldMkLst>
        <pc:spChg chg="add mod">
          <ac:chgData name="YOSHIMURA Aoi" userId="8c4cc6fb-c818-4942-9c26-5aea2293432a" providerId="ADAL" clId="{45228AE5-F3FC-4AE5-B160-D02D63DA5A6D}" dt="2026-07-23T21:24:12.860" v="4330" actId="113"/>
          <ac:spMkLst>
            <pc:docMk/>
            <pc:sldMk cId="1113455021" sldId="311"/>
            <ac:spMk id="4" creationId="{E7AFCE5A-4EC7-2109-78F9-D18EBB86467E}"/>
          </ac:spMkLst>
        </pc:spChg>
        <pc:spChg chg="add mod">
          <ac:chgData name="YOSHIMURA Aoi" userId="8c4cc6fb-c818-4942-9c26-5aea2293432a" providerId="ADAL" clId="{45228AE5-F3FC-4AE5-B160-D02D63DA5A6D}" dt="2026-07-23T21:24:53.591" v="4339" actId="113"/>
          <ac:spMkLst>
            <pc:docMk/>
            <pc:sldMk cId="1113455021" sldId="311"/>
            <ac:spMk id="5" creationId="{7014D2CD-5F8C-5106-6809-0B12A47E3B97}"/>
          </ac:spMkLst>
        </pc:spChg>
        <pc:spChg chg="add mod">
          <ac:chgData name="YOSHIMURA Aoi" userId="8c4cc6fb-c818-4942-9c26-5aea2293432a" providerId="ADAL" clId="{45228AE5-F3FC-4AE5-B160-D02D63DA5A6D}" dt="2026-07-23T21:23:54.606" v="4326" actId="113"/>
          <ac:spMkLst>
            <pc:docMk/>
            <pc:sldMk cId="1113455021" sldId="311"/>
            <ac:spMk id="6" creationId="{515FB0D2-0726-9ED3-C07C-A46D8F486BD2}"/>
          </ac:spMkLst>
        </pc:spChg>
        <pc:spChg chg="add mod">
          <ac:chgData name="YOSHIMURA Aoi" userId="8c4cc6fb-c818-4942-9c26-5aea2293432a" providerId="ADAL" clId="{45228AE5-F3FC-4AE5-B160-D02D63DA5A6D}" dt="2026-07-23T15:28:49.612" v="3726" actId="1076"/>
          <ac:spMkLst>
            <pc:docMk/>
            <pc:sldMk cId="1113455021" sldId="311"/>
            <ac:spMk id="8" creationId="{DE69CA64-3385-5845-6FA0-1A2927C3907C}"/>
          </ac:spMkLst>
        </pc:spChg>
        <pc:spChg chg="add mod">
          <ac:chgData name="YOSHIMURA Aoi" userId="8c4cc6fb-c818-4942-9c26-5aea2293432a" providerId="ADAL" clId="{45228AE5-F3FC-4AE5-B160-D02D63DA5A6D}" dt="2026-07-23T12:07:23.650" v="3135" actId="1076"/>
          <ac:spMkLst>
            <pc:docMk/>
            <pc:sldMk cId="1113455021" sldId="311"/>
            <ac:spMk id="15" creationId="{99EF31E2-7FEA-A316-A8A9-F36E9B6CAD62}"/>
          </ac:spMkLst>
        </pc:spChg>
        <pc:spChg chg="add mod">
          <ac:chgData name="YOSHIMURA Aoi" userId="8c4cc6fb-c818-4942-9c26-5aea2293432a" providerId="ADAL" clId="{45228AE5-F3FC-4AE5-B160-D02D63DA5A6D}" dt="2026-07-23T21:24:39.072" v="4335" actId="113"/>
          <ac:spMkLst>
            <pc:docMk/>
            <pc:sldMk cId="1113455021" sldId="311"/>
            <ac:spMk id="20" creationId="{F4AF8373-A81A-0DF6-03DA-3F0A715C3C24}"/>
          </ac:spMkLst>
        </pc:spChg>
        <pc:spChg chg="add mod">
          <ac:chgData name="YOSHIMURA Aoi" userId="8c4cc6fb-c818-4942-9c26-5aea2293432a" providerId="ADAL" clId="{45228AE5-F3FC-4AE5-B160-D02D63DA5A6D}" dt="2026-07-23T21:26:55.205" v="4346" actId="113"/>
          <ac:spMkLst>
            <pc:docMk/>
            <pc:sldMk cId="1113455021" sldId="311"/>
            <ac:spMk id="22" creationId="{CD47C366-3FB9-2AC6-2E8E-51EF4132F35B}"/>
          </ac:spMkLst>
        </pc:spChg>
        <pc:spChg chg="add mod">
          <ac:chgData name="YOSHIMURA Aoi" userId="8c4cc6fb-c818-4942-9c26-5aea2293432a" providerId="ADAL" clId="{45228AE5-F3FC-4AE5-B160-D02D63DA5A6D}" dt="2026-07-23T21:27:56.405" v="4367" actId="113"/>
          <ac:spMkLst>
            <pc:docMk/>
            <pc:sldMk cId="1113455021" sldId="311"/>
            <ac:spMk id="44" creationId="{791A8941-23C3-A151-7686-23CE097B479D}"/>
          </ac:spMkLst>
        </pc:spChg>
        <pc:spChg chg="add mod">
          <ac:chgData name="YOSHIMURA Aoi" userId="8c4cc6fb-c818-4942-9c26-5aea2293432a" providerId="ADAL" clId="{45228AE5-F3FC-4AE5-B160-D02D63DA5A6D}" dt="2026-07-23T12:09:45.509" v="3143" actId="1076"/>
          <ac:spMkLst>
            <pc:docMk/>
            <pc:sldMk cId="1113455021" sldId="311"/>
            <ac:spMk id="70" creationId="{9390BD3B-D141-D164-638B-4FC70AB0B02A}"/>
          </ac:spMkLst>
        </pc:spChg>
        <pc:spChg chg="add del">
          <ac:chgData name="YOSHIMURA Aoi" userId="8c4cc6fb-c818-4942-9c26-5aea2293432a" providerId="ADAL" clId="{45228AE5-F3FC-4AE5-B160-D02D63DA5A6D}" dt="2026-07-23T12:09:31.456" v="3139" actId="478"/>
          <ac:spMkLst>
            <pc:docMk/>
            <pc:sldMk cId="1113455021" sldId="311"/>
            <ac:spMk id="72" creationId="{5AF84579-2FA9-7570-3BE9-D96A74937946}"/>
          </ac:spMkLst>
        </pc:spChg>
        <pc:spChg chg="add mod">
          <ac:chgData name="YOSHIMURA Aoi" userId="8c4cc6fb-c818-4942-9c26-5aea2293432a" providerId="ADAL" clId="{45228AE5-F3FC-4AE5-B160-D02D63DA5A6D}" dt="2026-07-23T12:15:36.171" v="3181" actId="1076"/>
          <ac:spMkLst>
            <pc:docMk/>
            <pc:sldMk cId="1113455021" sldId="311"/>
            <ac:spMk id="79" creationId="{3B461CA6-F512-4817-80A9-5ED3340BB573}"/>
          </ac:spMkLst>
        </pc:spChg>
        <pc:spChg chg="add mod">
          <ac:chgData name="YOSHIMURA Aoi" userId="8c4cc6fb-c818-4942-9c26-5aea2293432a" providerId="ADAL" clId="{45228AE5-F3FC-4AE5-B160-D02D63DA5A6D}" dt="2026-07-23T15:26:00.630" v="3722" actId="1076"/>
          <ac:spMkLst>
            <pc:docMk/>
            <pc:sldMk cId="1113455021" sldId="311"/>
            <ac:spMk id="84" creationId="{0E354DCB-701B-3647-9BFC-8CD1D956E9AB}"/>
          </ac:spMkLst>
        </pc:spChg>
        <pc:graphicFrameChg chg="add mod modGraphic">
          <ac:chgData name="YOSHIMURA Aoi" userId="8c4cc6fb-c818-4942-9c26-5aea2293432a" providerId="ADAL" clId="{45228AE5-F3FC-4AE5-B160-D02D63DA5A6D}" dt="2026-07-23T12:10:21.658" v="3144" actId="1076"/>
          <ac:graphicFrameMkLst>
            <pc:docMk/>
            <pc:sldMk cId="1113455021" sldId="311"/>
            <ac:graphicFrameMk id="3" creationId="{3210CAA1-86AB-600D-D467-A80546ED853B}"/>
          </ac:graphicFrameMkLst>
        </pc:graphicFrameChg>
        <pc:cxnChg chg="add mod">
          <ac:chgData name="YOSHIMURA Aoi" userId="8c4cc6fb-c818-4942-9c26-5aea2293432a" providerId="ADAL" clId="{45228AE5-F3FC-4AE5-B160-D02D63DA5A6D}" dt="2026-07-23T21:23:26.651" v="4313"/>
          <ac:cxnSpMkLst>
            <pc:docMk/>
            <pc:sldMk cId="1113455021" sldId="311"/>
            <ac:cxnSpMk id="7" creationId="{186E7364-7187-3492-C571-DAB066C840A1}"/>
          </ac:cxnSpMkLst>
        </pc:cxnChg>
        <pc:cxnChg chg="add mod">
          <ac:chgData name="YOSHIMURA Aoi" userId="8c4cc6fb-c818-4942-9c26-5aea2293432a" providerId="ADAL" clId="{45228AE5-F3FC-4AE5-B160-D02D63DA5A6D}" dt="2026-07-23T21:23:26.651" v="4313"/>
          <ac:cxnSpMkLst>
            <pc:docMk/>
            <pc:sldMk cId="1113455021" sldId="311"/>
            <ac:cxnSpMk id="11" creationId="{365A415A-E2E4-52B3-1047-F8D7BFEF64F7}"/>
          </ac:cxnSpMkLst>
        </pc:cxnChg>
        <pc:cxnChg chg="add mod">
          <ac:chgData name="YOSHIMURA Aoi" userId="8c4cc6fb-c818-4942-9c26-5aea2293432a" providerId="ADAL" clId="{45228AE5-F3FC-4AE5-B160-D02D63DA5A6D}" dt="2026-07-23T12:11:47.714" v="3153"/>
          <ac:cxnSpMkLst>
            <pc:docMk/>
            <pc:sldMk cId="1113455021" sldId="311"/>
            <ac:cxnSpMk id="31" creationId="{B2F6D986-7549-92B8-BE14-2D2243D0B903}"/>
          </ac:cxnSpMkLst>
        </pc:cxnChg>
        <pc:cxnChg chg="add mod">
          <ac:chgData name="YOSHIMURA Aoi" userId="8c4cc6fb-c818-4942-9c26-5aea2293432a" providerId="ADAL" clId="{45228AE5-F3FC-4AE5-B160-D02D63DA5A6D}" dt="2026-07-23T12:11:47.714" v="3153"/>
          <ac:cxnSpMkLst>
            <pc:docMk/>
            <pc:sldMk cId="1113455021" sldId="311"/>
            <ac:cxnSpMk id="50" creationId="{BAF91646-1297-55EE-ADAE-7F20F4D1A577}"/>
          </ac:cxnSpMkLst>
        </pc:cxnChg>
        <pc:cxnChg chg="add mod">
          <ac:chgData name="YOSHIMURA Aoi" userId="8c4cc6fb-c818-4942-9c26-5aea2293432a" providerId="ADAL" clId="{45228AE5-F3FC-4AE5-B160-D02D63DA5A6D}" dt="2026-07-23T21:27:28.396" v="4359"/>
          <ac:cxnSpMkLst>
            <pc:docMk/>
            <pc:sldMk cId="1113455021" sldId="311"/>
            <ac:cxnSpMk id="75" creationId="{8E4BE170-0D46-8B8F-1D78-C5EAA11B4615}"/>
          </ac:cxnSpMkLst>
        </pc:cxnChg>
        <pc:cxnChg chg="add mod">
          <ac:chgData name="YOSHIMURA Aoi" userId="8c4cc6fb-c818-4942-9c26-5aea2293432a" providerId="ADAL" clId="{45228AE5-F3FC-4AE5-B160-D02D63DA5A6D}" dt="2026-07-23T15:25:24.282" v="3707" actId="1076"/>
          <ac:cxnSpMkLst>
            <pc:docMk/>
            <pc:sldMk cId="1113455021" sldId="311"/>
            <ac:cxnSpMk id="81" creationId="{AFB1985F-82F8-F1BF-003E-D426C20DAFAB}"/>
          </ac:cxnSpMkLst>
        </pc:cxnChg>
        <pc:cxnChg chg="add mod">
          <ac:chgData name="YOSHIMURA Aoi" userId="8c4cc6fb-c818-4942-9c26-5aea2293432a" providerId="ADAL" clId="{45228AE5-F3FC-4AE5-B160-D02D63DA5A6D}" dt="2026-07-23T15:25:31.925" v="3709" actId="1076"/>
          <ac:cxnSpMkLst>
            <pc:docMk/>
            <pc:sldMk cId="1113455021" sldId="311"/>
            <ac:cxnSpMk id="82" creationId="{FC752CCF-FF62-BBA6-F770-E7059C749331}"/>
          </ac:cxnSpMkLst>
        </pc:cxnChg>
      </pc:sldChg>
      <pc:sldChg chg="new del">
        <pc:chgData name="YOSHIMURA Aoi" userId="8c4cc6fb-c818-4942-9c26-5aea2293432a" providerId="ADAL" clId="{45228AE5-F3FC-4AE5-B160-D02D63DA5A6D}" dt="2026-07-23T11:03:40.154" v="2954" actId="47"/>
        <pc:sldMkLst>
          <pc:docMk/>
          <pc:sldMk cId="1627652816" sldId="312"/>
        </pc:sldMkLst>
      </pc:sldChg>
      <pc:sldChg chg="modSp new mod">
        <pc:chgData name="YOSHIMURA Aoi" userId="8c4cc6fb-c818-4942-9c26-5aea2293432a" providerId="ADAL" clId="{45228AE5-F3FC-4AE5-B160-D02D63DA5A6D}" dt="2026-07-23T22:50:31.264" v="4853" actId="6549"/>
        <pc:sldMkLst>
          <pc:docMk/>
          <pc:sldMk cId="4023259495" sldId="312"/>
        </pc:sldMkLst>
        <pc:spChg chg="mod">
          <ac:chgData name="YOSHIMURA Aoi" userId="8c4cc6fb-c818-4942-9c26-5aea2293432a" providerId="ADAL" clId="{45228AE5-F3FC-4AE5-B160-D02D63DA5A6D}" dt="2026-07-23T12:02:01.810" v="3113" actId="20577"/>
          <ac:spMkLst>
            <pc:docMk/>
            <pc:sldMk cId="4023259495" sldId="312"/>
            <ac:spMk id="2" creationId="{6B0477CE-741B-7F09-E3AB-36371B787A90}"/>
          </ac:spMkLst>
        </pc:spChg>
        <pc:spChg chg="mod">
          <ac:chgData name="YOSHIMURA Aoi" userId="8c4cc6fb-c818-4942-9c26-5aea2293432a" providerId="ADAL" clId="{45228AE5-F3FC-4AE5-B160-D02D63DA5A6D}" dt="2026-07-23T22:50:31.264" v="4853" actId="6549"/>
          <ac:spMkLst>
            <pc:docMk/>
            <pc:sldMk cId="4023259495" sldId="312"/>
            <ac:spMk id="4" creationId="{43CDC051-1225-CA6A-EAA8-7A7372C1B3D6}"/>
          </ac:spMkLst>
        </pc:spChg>
      </pc:sldChg>
      <pc:sldChg chg="addSp delSp modSp new mod modNotesTx">
        <pc:chgData name="YOSHIMURA Aoi" userId="8c4cc6fb-c818-4942-9c26-5aea2293432a" providerId="ADAL" clId="{45228AE5-F3FC-4AE5-B160-D02D63DA5A6D}" dt="2026-07-23T21:57:19.903" v="4456" actId="20577"/>
        <pc:sldMkLst>
          <pc:docMk/>
          <pc:sldMk cId="2936052624" sldId="313"/>
        </pc:sldMkLst>
        <pc:spChg chg="mod">
          <ac:chgData name="YOSHIMURA Aoi" userId="8c4cc6fb-c818-4942-9c26-5aea2293432a" providerId="ADAL" clId="{45228AE5-F3FC-4AE5-B160-D02D63DA5A6D}" dt="2026-07-23T15:15:21.278" v="3655" actId="20577"/>
          <ac:spMkLst>
            <pc:docMk/>
            <pc:sldMk cId="2936052624" sldId="313"/>
            <ac:spMk id="2" creationId="{F9DBC7F4-D58D-DCD6-1A5A-3CC54B029F97}"/>
          </ac:spMkLst>
        </pc:spChg>
        <pc:spChg chg="del">
          <ac:chgData name="YOSHIMURA Aoi" userId="8c4cc6fb-c818-4942-9c26-5aea2293432a" providerId="ADAL" clId="{45228AE5-F3FC-4AE5-B160-D02D63DA5A6D}" dt="2026-07-23T12:21:11.870" v="3209" actId="478"/>
          <ac:spMkLst>
            <pc:docMk/>
            <pc:sldMk cId="2936052624" sldId="313"/>
            <ac:spMk id="4" creationId="{3CB9C3AE-5BAA-B858-04AB-88E8A831BC2F}"/>
          </ac:spMkLst>
        </pc:spChg>
        <pc:spChg chg="add del mod">
          <ac:chgData name="YOSHIMURA Aoi" userId="8c4cc6fb-c818-4942-9c26-5aea2293432a" providerId="ADAL" clId="{45228AE5-F3FC-4AE5-B160-D02D63DA5A6D}" dt="2026-07-23T14:46:45.474" v="3418" actId="478"/>
          <ac:spMkLst>
            <pc:docMk/>
            <pc:sldMk cId="2936052624" sldId="313"/>
            <ac:spMk id="6" creationId="{4351AC3D-A100-A4DC-AC63-A06EE87B9370}"/>
          </ac:spMkLst>
        </pc:spChg>
        <pc:spChg chg="add del mod">
          <ac:chgData name="YOSHIMURA Aoi" userId="8c4cc6fb-c818-4942-9c26-5aea2293432a" providerId="ADAL" clId="{45228AE5-F3FC-4AE5-B160-D02D63DA5A6D}" dt="2026-07-23T14:54:17.567" v="3501" actId="478"/>
          <ac:spMkLst>
            <pc:docMk/>
            <pc:sldMk cId="2936052624" sldId="313"/>
            <ac:spMk id="8" creationId="{BC6E8719-C7A9-6D53-2370-D0BB869E2E4F}"/>
          </ac:spMkLst>
        </pc:spChg>
        <pc:spChg chg="add del mod">
          <ac:chgData name="YOSHIMURA Aoi" userId="8c4cc6fb-c818-4942-9c26-5aea2293432a" providerId="ADAL" clId="{45228AE5-F3FC-4AE5-B160-D02D63DA5A6D}" dt="2026-07-23T15:49:28.766" v="3801" actId="478"/>
          <ac:spMkLst>
            <pc:docMk/>
            <pc:sldMk cId="2936052624" sldId="313"/>
            <ac:spMk id="14" creationId="{4F52DBAC-4257-97CC-045F-6620CA2AA0E8}"/>
          </ac:spMkLst>
        </pc:spChg>
        <pc:graphicFrameChg chg="add mod modGraphic">
          <ac:chgData name="YOSHIMURA Aoi" userId="8c4cc6fb-c818-4942-9c26-5aea2293432a" providerId="ADAL" clId="{45228AE5-F3FC-4AE5-B160-D02D63DA5A6D}" dt="2026-07-23T15:52:31.772" v="3820" actId="20577"/>
          <ac:graphicFrameMkLst>
            <pc:docMk/>
            <pc:sldMk cId="2936052624" sldId="313"/>
            <ac:graphicFrameMk id="9" creationId="{2156B1B5-23CA-7AF3-54B7-2825F0D818DB}"/>
          </ac:graphicFrameMkLst>
        </pc:graphicFrameChg>
        <pc:graphicFrameChg chg="add mod modGraphic">
          <ac:chgData name="YOSHIMURA Aoi" userId="8c4cc6fb-c818-4942-9c26-5aea2293432a" providerId="ADAL" clId="{45228AE5-F3FC-4AE5-B160-D02D63DA5A6D}" dt="2026-07-23T15:54:41.220" v="3826" actId="20577"/>
          <ac:graphicFrameMkLst>
            <pc:docMk/>
            <pc:sldMk cId="2936052624" sldId="313"/>
            <ac:graphicFrameMk id="11" creationId="{3719D92D-434F-F7A2-B5FF-12869880995D}"/>
          </ac:graphicFrameMkLst>
        </pc:graphicFrameChg>
        <pc:graphicFrameChg chg="add del mod modGraphic">
          <ac:chgData name="YOSHIMURA Aoi" userId="8c4cc6fb-c818-4942-9c26-5aea2293432a" providerId="ADAL" clId="{45228AE5-F3FC-4AE5-B160-D02D63DA5A6D}" dt="2026-07-23T15:49:28.766" v="3801" actId="478"/>
          <ac:graphicFrameMkLst>
            <pc:docMk/>
            <pc:sldMk cId="2936052624" sldId="313"/>
            <ac:graphicFrameMk id="12" creationId="{D205F89F-DC9C-6DD3-58DA-AA9337FE1E5E}"/>
          </ac:graphicFrameMkLst>
        </pc:graphicFrameChg>
      </pc:sldChg>
      <pc:sldChg chg="addSp delSp modSp new mod">
        <pc:chgData name="YOSHIMURA Aoi" userId="8c4cc6fb-c818-4942-9c26-5aea2293432a" providerId="ADAL" clId="{45228AE5-F3FC-4AE5-B160-D02D63DA5A6D}" dt="2026-07-23T22:50:09.878" v="4825" actId="6549"/>
        <pc:sldMkLst>
          <pc:docMk/>
          <pc:sldMk cId="3589773431" sldId="314"/>
        </pc:sldMkLst>
        <pc:spChg chg="mod">
          <ac:chgData name="YOSHIMURA Aoi" userId="8c4cc6fb-c818-4942-9c26-5aea2293432a" providerId="ADAL" clId="{45228AE5-F3FC-4AE5-B160-D02D63DA5A6D}" dt="2026-07-23T22:50:09.878" v="4825" actId="6549"/>
          <ac:spMkLst>
            <pc:docMk/>
            <pc:sldMk cId="3589773431" sldId="314"/>
            <ac:spMk id="2" creationId="{CCAF6143-84B6-D69B-DFA7-6FE3337AC63E}"/>
          </ac:spMkLst>
        </pc:spChg>
        <pc:spChg chg="del">
          <ac:chgData name="YOSHIMURA Aoi" userId="8c4cc6fb-c818-4942-9c26-5aea2293432a" providerId="ADAL" clId="{45228AE5-F3FC-4AE5-B160-D02D63DA5A6D}" dt="2026-07-23T20:57:10.501" v="4176"/>
          <ac:spMkLst>
            <pc:docMk/>
            <pc:sldMk cId="3589773431" sldId="314"/>
            <ac:spMk id="4" creationId="{2C2539E4-1A0F-0782-9B0F-F248BD2CFB8B}"/>
          </ac:spMkLst>
        </pc:spChg>
        <pc:graphicFrameChg chg="add mod modGraphic">
          <ac:chgData name="YOSHIMURA Aoi" userId="8c4cc6fb-c818-4942-9c26-5aea2293432a" providerId="ADAL" clId="{45228AE5-F3FC-4AE5-B160-D02D63DA5A6D}" dt="2026-07-23T22:08:01.554" v="4565" actId="1076"/>
          <ac:graphicFrameMkLst>
            <pc:docMk/>
            <pc:sldMk cId="3589773431" sldId="314"/>
            <ac:graphicFrameMk id="5" creationId="{A9546988-19CB-849E-7924-93157D0C03DE}"/>
          </ac:graphicFrameMkLst>
        </pc:graphicFrameChg>
      </pc:sldChg>
      <pc:sldChg chg="delSp modSp add mod modNotesTx">
        <pc:chgData name="YOSHIMURA Aoi" userId="8c4cc6fb-c818-4942-9c26-5aea2293432a" providerId="ADAL" clId="{45228AE5-F3FC-4AE5-B160-D02D63DA5A6D}" dt="2026-07-24T01:27:44.166" v="4962" actId="20577"/>
        <pc:sldMkLst>
          <pc:docMk/>
          <pc:sldMk cId="3730266498" sldId="315"/>
        </pc:sldMkLst>
        <pc:spChg chg="mod">
          <ac:chgData name="YOSHIMURA Aoi" userId="8c4cc6fb-c818-4942-9c26-5aea2293432a" providerId="ADAL" clId="{45228AE5-F3FC-4AE5-B160-D02D63DA5A6D}" dt="2026-07-23T15:17:35.801" v="3698" actId="20577"/>
          <ac:spMkLst>
            <pc:docMk/>
            <pc:sldMk cId="3730266498" sldId="315"/>
            <ac:spMk id="2" creationId="{D03D16A0-2620-642D-70EC-88C6718F967B}"/>
          </ac:spMkLst>
        </pc:spChg>
        <pc:spChg chg="mod">
          <ac:chgData name="YOSHIMURA Aoi" userId="8c4cc6fb-c818-4942-9c26-5aea2293432a" providerId="ADAL" clId="{45228AE5-F3FC-4AE5-B160-D02D63DA5A6D}" dt="2026-07-23T15:17:11.580" v="3683" actId="1076"/>
          <ac:spMkLst>
            <pc:docMk/>
            <pc:sldMk cId="3730266498" sldId="315"/>
            <ac:spMk id="3" creationId="{86772AAA-E51A-A310-3CA8-48C6F060B918}"/>
          </ac:spMkLst>
        </pc:spChg>
        <pc:spChg chg="del">
          <ac:chgData name="YOSHIMURA Aoi" userId="8c4cc6fb-c818-4942-9c26-5aea2293432a" providerId="ADAL" clId="{45228AE5-F3FC-4AE5-B160-D02D63DA5A6D}" dt="2026-07-23T15:00:43.841" v="3581" actId="478"/>
          <ac:spMkLst>
            <pc:docMk/>
            <pc:sldMk cId="3730266498" sldId="315"/>
            <ac:spMk id="14" creationId="{AD277C07-74DB-3705-41F3-1BE55C054E67}"/>
          </ac:spMkLst>
        </pc:spChg>
        <pc:graphicFrameChg chg="mod modGraphic">
          <ac:chgData name="YOSHIMURA Aoi" userId="8c4cc6fb-c818-4942-9c26-5aea2293432a" providerId="ADAL" clId="{45228AE5-F3FC-4AE5-B160-D02D63DA5A6D}" dt="2026-07-23T21:53:47.938" v="4449"/>
          <ac:graphicFrameMkLst>
            <pc:docMk/>
            <pc:sldMk cId="3730266498" sldId="315"/>
            <ac:graphicFrameMk id="9" creationId="{0E9714A7-2B3E-806C-E8D9-7191F4F1F772}"/>
          </ac:graphicFrameMkLst>
        </pc:graphicFrameChg>
        <pc:graphicFrameChg chg="mod modGraphic">
          <ac:chgData name="YOSHIMURA Aoi" userId="8c4cc6fb-c818-4942-9c26-5aea2293432a" providerId="ADAL" clId="{45228AE5-F3FC-4AE5-B160-D02D63DA5A6D}" dt="2026-07-23T21:58:24.298" v="4457"/>
          <ac:graphicFrameMkLst>
            <pc:docMk/>
            <pc:sldMk cId="3730266498" sldId="315"/>
            <ac:graphicFrameMk id="11" creationId="{7542EBF3-D8F1-4175-63C4-E39A0BB0FA7A}"/>
          </ac:graphicFrameMkLst>
        </pc:graphicFrameChg>
        <pc:graphicFrameChg chg="del">
          <ac:chgData name="YOSHIMURA Aoi" userId="8c4cc6fb-c818-4942-9c26-5aea2293432a" providerId="ADAL" clId="{45228AE5-F3FC-4AE5-B160-D02D63DA5A6D}" dt="2026-07-23T15:00:46.984" v="3582" actId="478"/>
          <ac:graphicFrameMkLst>
            <pc:docMk/>
            <pc:sldMk cId="3730266498" sldId="315"/>
            <ac:graphicFrameMk id="12" creationId="{FAF51FCF-82F8-662C-F7FE-60650BB45433}"/>
          </ac:graphicFrameMkLst>
        </pc:graphicFrameChg>
      </pc:sldChg>
      <pc:sldChg chg="addSp delSp modSp add mod">
        <pc:chgData name="YOSHIMURA Aoi" userId="8c4cc6fb-c818-4942-9c26-5aea2293432a" providerId="ADAL" clId="{45228AE5-F3FC-4AE5-B160-D02D63DA5A6D}" dt="2026-07-23T22:07:04.478" v="4558" actId="1076"/>
        <pc:sldMkLst>
          <pc:docMk/>
          <pc:sldMk cId="3750326918" sldId="316"/>
        </pc:sldMkLst>
        <pc:spChg chg="mod">
          <ac:chgData name="YOSHIMURA Aoi" userId="8c4cc6fb-c818-4942-9c26-5aea2293432a" providerId="ADAL" clId="{45228AE5-F3FC-4AE5-B160-D02D63DA5A6D}" dt="2026-07-23T15:17:42.415" v="3703" actId="20577"/>
          <ac:spMkLst>
            <pc:docMk/>
            <pc:sldMk cId="3750326918" sldId="316"/>
            <ac:spMk id="2" creationId="{8055369B-E6EB-212B-9B5A-BF7539AB5F06}"/>
          </ac:spMkLst>
        </pc:spChg>
        <pc:spChg chg="add del mod">
          <ac:chgData name="YOSHIMURA Aoi" userId="8c4cc6fb-c818-4942-9c26-5aea2293432a" providerId="ADAL" clId="{45228AE5-F3FC-4AE5-B160-D02D63DA5A6D}" dt="2026-07-23T15:05:39.226" v="3616" actId="478"/>
          <ac:spMkLst>
            <pc:docMk/>
            <pc:sldMk cId="3750326918" sldId="316"/>
            <ac:spMk id="5" creationId="{40249AF1-7C0D-E7D3-B394-C4BEB39CB7D2}"/>
          </ac:spMkLst>
        </pc:spChg>
        <pc:spChg chg="add mod">
          <ac:chgData name="YOSHIMURA Aoi" userId="8c4cc6fb-c818-4942-9c26-5aea2293432a" providerId="ADAL" clId="{45228AE5-F3FC-4AE5-B160-D02D63DA5A6D}" dt="2026-07-23T22:07:04.478" v="4558" actId="1076"/>
          <ac:spMkLst>
            <pc:docMk/>
            <pc:sldMk cId="3750326918" sldId="316"/>
            <ac:spMk id="7" creationId="{836E7585-7E01-B236-1F0E-9005F0B9CDDE}"/>
          </ac:spMkLst>
        </pc:spChg>
        <pc:graphicFrameChg chg="mod modGraphic">
          <ac:chgData name="YOSHIMURA Aoi" userId="8c4cc6fb-c818-4942-9c26-5aea2293432a" providerId="ADAL" clId="{45228AE5-F3FC-4AE5-B160-D02D63DA5A6D}" dt="2026-07-23T22:04:02.038" v="4534" actId="20577"/>
          <ac:graphicFrameMkLst>
            <pc:docMk/>
            <pc:sldMk cId="3750326918" sldId="316"/>
            <ac:graphicFrameMk id="9" creationId="{FCD5C43C-F059-B48B-99E9-28818BAD7B47}"/>
          </ac:graphicFrameMkLst>
        </pc:graphicFrameChg>
        <pc:graphicFrameChg chg="mod modGraphic">
          <ac:chgData name="YOSHIMURA Aoi" userId="8c4cc6fb-c818-4942-9c26-5aea2293432a" providerId="ADAL" clId="{45228AE5-F3FC-4AE5-B160-D02D63DA5A6D}" dt="2026-07-23T22:06:36.093" v="4553" actId="2165"/>
          <ac:graphicFrameMkLst>
            <pc:docMk/>
            <pc:sldMk cId="3750326918" sldId="316"/>
            <ac:graphicFrameMk id="11" creationId="{31DAF684-6CF2-626F-AB57-1D5B7E68E852}"/>
          </ac:graphicFrameMkLst>
        </pc:graphicFrameChg>
      </pc:sldChg>
      <pc:sldChg chg="addSp delSp modSp new mod ord">
        <pc:chgData name="YOSHIMURA Aoi" userId="8c4cc6fb-c818-4942-9c26-5aea2293432a" providerId="ADAL" clId="{45228AE5-F3FC-4AE5-B160-D02D63DA5A6D}" dt="2026-07-23T22:32:07.702" v="4571" actId="27636"/>
        <pc:sldMkLst>
          <pc:docMk/>
          <pc:sldMk cId="2233946115" sldId="317"/>
        </pc:sldMkLst>
        <pc:spChg chg="mod">
          <ac:chgData name="YOSHIMURA Aoi" userId="8c4cc6fb-c818-4942-9c26-5aea2293432a" providerId="ADAL" clId="{45228AE5-F3FC-4AE5-B160-D02D63DA5A6D}" dt="2026-07-23T22:32:07.702" v="4571" actId="27636"/>
          <ac:spMkLst>
            <pc:docMk/>
            <pc:sldMk cId="2233946115" sldId="317"/>
            <ac:spMk id="2" creationId="{C1DEF528-1C04-6D18-163B-47471B2733D2}"/>
          </ac:spMkLst>
        </pc:spChg>
        <pc:spChg chg="add del mod">
          <ac:chgData name="YOSHIMURA Aoi" userId="8c4cc6fb-c818-4942-9c26-5aea2293432a" providerId="ADAL" clId="{45228AE5-F3FC-4AE5-B160-D02D63DA5A6D}" dt="2026-07-23T22:32:04.870" v="4567" actId="478"/>
          <ac:spMkLst>
            <pc:docMk/>
            <pc:sldMk cId="2233946115" sldId="317"/>
            <ac:spMk id="8" creationId="{14E9D7F7-0BE6-8F1B-0ECE-AE28ABF846B1}"/>
          </ac:spMkLst>
        </pc:spChg>
        <pc:graphicFrameChg chg="add mod modGraphic">
          <ac:chgData name="YOSHIMURA Aoi" userId="8c4cc6fb-c818-4942-9c26-5aea2293432a" providerId="ADAL" clId="{45228AE5-F3FC-4AE5-B160-D02D63DA5A6D}" dt="2026-07-23T21:33:57.505" v="4411"/>
          <ac:graphicFrameMkLst>
            <pc:docMk/>
            <pc:sldMk cId="2233946115" sldId="317"/>
            <ac:graphicFrameMk id="6" creationId="{AF5E74E0-3D88-3BB3-6491-AEDD6AA889BD}"/>
          </ac:graphicFrameMkLst>
        </pc:graphicFrameChg>
      </pc:sldChg>
      <pc:sldChg chg="new del">
        <pc:chgData name="YOSHIMURA Aoi" userId="8c4cc6fb-c818-4942-9c26-5aea2293432a" providerId="ADAL" clId="{45228AE5-F3FC-4AE5-B160-D02D63DA5A6D}" dt="2026-07-23T20:07:15.942" v="3925" actId="47"/>
        <pc:sldMkLst>
          <pc:docMk/>
          <pc:sldMk cId="1021362828" sldId="318"/>
        </pc:sldMkLst>
      </pc:sldChg>
      <pc:sldChg chg="addSp delSp modSp new mod ord">
        <pc:chgData name="YOSHIMURA Aoi" userId="8c4cc6fb-c818-4942-9c26-5aea2293432a" providerId="ADAL" clId="{45228AE5-F3FC-4AE5-B160-D02D63DA5A6D}" dt="2026-07-23T22:48:48.752" v="4775"/>
        <pc:sldMkLst>
          <pc:docMk/>
          <pc:sldMk cId="1931201178" sldId="318"/>
        </pc:sldMkLst>
        <pc:spChg chg="mod">
          <ac:chgData name="YOSHIMURA Aoi" userId="8c4cc6fb-c818-4942-9c26-5aea2293432a" providerId="ADAL" clId="{45228AE5-F3FC-4AE5-B160-D02D63DA5A6D}" dt="2026-07-23T20:07:44.446" v="3927"/>
          <ac:spMkLst>
            <pc:docMk/>
            <pc:sldMk cId="1931201178" sldId="318"/>
            <ac:spMk id="2" creationId="{8348BF1B-6E36-C73E-1059-09798B0520D6}"/>
          </ac:spMkLst>
        </pc:spChg>
        <pc:spChg chg="del">
          <ac:chgData name="YOSHIMURA Aoi" userId="8c4cc6fb-c818-4942-9c26-5aea2293432a" providerId="ADAL" clId="{45228AE5-F3FC-4AE5-B160-D02D63DA5A6D}" dt="2026-07-23T20:08:36.673" v="3930" actId="478"/>
          <ac:spMkLst>
            <pc:docMk/>
            <pc:sldMk cId="1931201178" sldId="318"/>
            <ac:spMk id="4" creationId="{782C1994-51F6-3D12-0599-77896AE7489C}"/>
          </ac:spMkLst>
        </pc:spChg>
        <pc:spChg chg="add mod">
          <ac:chgData name="YOSHIMURA Aoi" userId="8c4cc6fb-c818-4942-9c26-5aea2293432a" providerId="ADAL" clId="{45228AE5-F3FC-4AE5-B160-D02D63DA5A6D}" dt="2026-07-23T21:01:40.024" v="4200" actId="1076"/>
          <ac:spMkLst>
            <pc:docMk/>
            <pc:sldMk cId="1931201178" sldId="318"/>
            <ac:spMk id="16" creationId="{6793BCC4-0261-6ECD-C8EF-F8C5E9D6D76B}"/>
          </ac:spMkLst>
        </pc:spChg>
        <pc:spChg chg="add mod">
          <ac:chgData name="YOSHIMURA Aoi" userId="8c4cc6fb-c818-4942-9c26-5aea2293432a" providerId="ADAL" clId="{45228AE5-F3FC-4AE5-B160-D02D63DA5A6D}" dt="2026-07-23T21:02:01.152" v="4217" actId="1076"/>
          <ac:spMkLst>
            <pc:docMk/>
            <pc:sldMk cId="1931201178" sldId="318"/>
            <ac:spMk id="21" creationId="{F59A1B0B-A02E-2833-FD38-482763EB79A7}"/>
          </ac:spMkLst>
        </pc:spChg>
        <pc:graphicFrameChg chg="add mod modGraphic">
          <ac:chgData name="YOSHIMURA Aoi" userId="8c4cc6fb-c818-4942-9c26-5aea2293432a" providerId="ADAL" clId="{45228AE5-F3FC-4AE5-B160-D02D63DA5A6D}" dt="2026-07-23T21:02:07.236" v="4218" actId="120"/>
          <ac:graphicFrameMkLst>
            <pc:docMk/>
            <pc:sldMk cId="1931201178" sldId="318"/>
            <ac:graphicFrameMk id="6" creationId="{081456E8-267C-2C12-9D0C-377EFCC11D4C}"/>
          </ac:graphicFrameMkLst>
        </pc:graphicFrameChg>
        <pc:graphicFrameChg chg="add del mod modGraphic">
          <ac:chgData name="YOSHIMURA Aoi" userId="8c4cc6fb-c818-4942-9c26-5aea2293432a" providerId="ADAL" clId="{45228AE5-F3FC-4AE5-B160-D02D63DA5A6D}" dt="2026-07-23T21:04:03.949" v="4224" actId="1076"/>
          <ac:graphicFrameMkLst>
            <pc:docMk/>
            <pc:sldMk cId="1931201178" sldId="318"/>
            <ac:graphicFrameMk id="8" creationId="{2ECCCB90-751F-F3B0-75B8-88CC33869723}"/>
          </ac:graphicFrameMkLst>
        </pc:graphicFrameChg>
        <pc:graphicFrameChg chg="add mod modGraphic">
          <ac:chgData name="YOSHIMURA Aoi" userId="8c4cc6fb-c818-4942-9c26-5aea2293432a" providerId="ADAL" clId="{45228AE5-F3FC-4AE5-B160-D02D63DA5A6D}" dt="2026-07-23T21:05:41.365" v="4231" actId="20577"/>
          <ac:graphicFrameMkLst>
            <pc:docMk/>
            <pc:sldMk cId="1931201178" sldId="318"/>
            <ac:graphicFrameMk id="10" creationId="{4AF086EB-42CA-CDE6-5CCC-F1BA9A942300}"/>
          </ac:graphicFrameMkLst>
        </pc:graphicFrameChg>
        <pc:graphicFrameChg chg="add mod modGraphic">
          <ac:chgData name="YOSHIMURA Aoi" userId="8c4cc6fb-c818-4942-9c26-5aea2293432a" providerId="ADAL" clId="{45228AE5-F3FC-4AE5-B160-D02D63DA5A6D}" dt="2026-07-23T21:08:14.862" v="4253" actId="1076"/>
          <ac:graphicFrameMkLst>
            <pc:docMk/>
            <pc:sldMk cId="1931201178" sldId="318"/>
            <ac:graphicFrameMk id="12" creationId="{47317EFC-1B9A-4B19-037E-9AB1DB3A7752}"/>
          </ac:graphicFrameMkLst>
        </pc:graphicFrameChg>
        <pc:graphicFrameChg chg="add mod modGraphic">
          <ac:chgData name="YOSHIMURA Aoi" userId="8c4cc6fb-c818-4942-9c26-5aea2293432a" providerId="ADAL" clId="{45228AE5-F3FC-4AE5-B160-D02D63DA5A6D}" dt="2026-07-23T21:09:44.848" v="4259" actId="14100"/>
          <ac:graphicFrameMkLst>
            <pc:docMk/>
            <pc:sldMk cId="1931201178" sldId="318"/>
            <ac:graphicFrameMk id="14" creationId="{9AD777B8-70D4-5740-476E-4DC6996FEE38}"/>
          </ac:graphicFrameMkLst>
        </pc:graphicFrameChg>
        <pc:graphicFrameChg chg="add mod modGraphic">
          <ac:chgData name="YOSHIMURA Aoi" userId="8c4cc6fb-c818-4942-9c26-5aea2293432a" providerId="ADAL" clId="{45228AE5-F3FC-4AE5-B160-D02D63DA5A6D}" dt="2026-07-23T21:10:47.182" v="4270" actId="20577"/>
          <ac:graphicFrameMkLst>
            <pc:docMk/>
            <pc:sldMk cId="1931201178" sldId="318"/>
            <ac:graphicFrameMk id="26" creationId="{2AC925AC-3454-3501-B6D1-5AE69F11432B}"/>
          </ac:graphicFrameMkLst>
        </pc:graphicFrameChg>
        <pc:cxnChg chg="add mod">
          <ac:chgData name="YOSHIMURA Aoi" userId="8c4cc6fb-c818-4942-9c26-5aea2293432a" providerId="ADAL" clId="{45228AE5-F3FC-4AE5-B160-D02D63DA5A6D}" dt="2026-07-23T21:01:40.024" v="4200" actId="1076"/>
          <ac:cxnSpMkLst>
            <pc:docMk/>
            <pc:sldMk cId="1931201178" sldId="318"/>
            <ac:cxnSpMk id="15" creationId="{152C715E-49F1-CCAC-0503-F5D9F0DD9D83}"/>
          </ac:cxnSpMkLst>
        </pc:cxnChg>
        <pc:cxnChg chg="add mod">
          <ac:chgData name="YOSHIMURA Aoi" userId="8c4cc6fb-c818-4942-9c26-5aea2293432a" providerId="ADAL" clId="{45228AE5-F3FC-4AE5-B160-D02D63DA5A6D}" dt="2026-07-23T21:04:13.320" v="4228" actId="14100"/>
          <ac:cxnSpMkLst>
            <pc:docMk/>
            <pc:sldMk cId="1931201178" sldId="318"/>
            <ac:cxnSpMk id="22" creationId="{9B6F7A7A-AF09-F2D5-B570-9C07C5565D6C}"/>
          </ac:cxnSpMkLst>
        </pc:cxnChg>
        <pc:cxnChg chg="add del mod">
          <ac:chgData name="YOSHIMURA Aoi" userId="8c4cc6fb-c818-4942-9c26-5aea2293432a" providerId="ADAL" clId="{45228AE5-F3FC-4AE5-B160-D02D63DA5A6D}" dt="2026-07-23T21:12:05.488" v="4274" actId="478"/>
          <ac:cxnSpMkLst>
            <pc:docMk/>
            <pc:sldMk cId="1931201178" sldId="318"/>
            <ac:cxnSpMk id="28" creationId="{251D6FF7-89D5-F85A-5B1E-6C260D6A8A04}"/>
          </ac:cxnSpMkLst>
        </pc:cxnChg>
        <pc:cxnChg chg="add mod">
          <ac:chgData name="YOSHIMURA Aoi" userId="8c4cc6fb-c818-4942-9c26-5aea2293432a" providerId="ADAL" clId="{45228AE5-F3FC-4AE5-B160-D02D63DA5A6D}" dt="2026-07-23T21:12:17.393" v="4277" actId="208"/>
          <ac:cxnSpMkLst>
            <pc:docMk/>
            <pc:sldMk cId="1931201178" sldId="318"/>
            <ac:cxnSpMk id="31" creationId="{880E47DF-5A52-163B-6F7C-164B566523D2}"/>
          </ac:cxnSpMkLst>
        </pc:cxnChg>
        <pc:cxnChg chg="add mod">
          <ac:chgData name="YOSHIMURA Aoi" userId="8c4cc6fb-c818-4942-9c26-5aea2293432a" providerId="ADAL" clId="{45228AE5-F3FC-4AE5-B160-D02D63DA5A6D}" dt="2026-07-23T21:12:57.203" v="4281" actId="208"/>
          <ac:cxnSpMkLst>
            <pc:docMk/>
            <pc:sldMk cId="1931201178" sldId="318"/>
            <ac:cxnSpMk id="35" creationId="{E9112F3A-6F3E-ED8A-ECAC-D9150A982C2B}"/>
          </ac:cxnSpMkLst>
        </pc:cxnChg>
        <pc:cxnChg chg="add mod">
          <ac:chgData name="YOSHIMURA Aoi" userId="8c4cc6fb-c818-4942-9c26-5aea2293432a" providerId="ADAL" clId="{45228AE5-F3FC-4AE5-B160-D02D63DA5A6D}" dt="2026-07-23T21:13:13.222" v="4284" actId="208"/>
          <ac:cxnSpMkLst>
            <pc:docMk/>
            <pc:sldMk cId="1931201178" sldId="318"/>
            <ac:cxnSpMk id="39" creationId="{470F4D0B-26A5-140B-BED4-A31D75A36437}"/>
          </ac:cxnSpMkLst>
        </pc:cxnChg>
        <pc:cxnChg chg="add mod">
          <ac:chgData name="YOSHIMURA Aoi" userId="8c4cc6fb-c818-4942-9c26-5aea2293432a" providerId="ADAL" clId="{45228AE5-F3FC-4AE5-B160-D02D63DA5A6D}" dt="2026-07-23T21:13:29.050" v="4289" actId="14100"/>
          <ac:cxnSpMkLst>
            <pc:docMk/>
            <pc:sldMk cId="1931201178" sldId="318"/>
            <ac:cxnSpMk id="41" creationId="{2FA8D9E2-2695-876E-6BD8-ABAB1A48567C}"/>
          </ac:cxnSpMkLst>
        </pc:cxnChg>
        <pc:cxnChg chg="add mod">
          <ac:chgData name="YOSHIMURA Aoi" userId="8c4cc6fb-c818-4942-9c26-5aea2293432a" providerId="ADAL" clId="{45228AE5-F3FC-4AE5-B160-D02D63DA5A6D}" dt="2026-07-23T21:13:55.766" v="4294" actId="14100"/>
          <ac:cxnSpMkLst>
            <pc:docMk/>
            <pc:sldMk cId="1931201178" sldId="318"/>
            <ac:cxnSpMk id="44" creationId="{39FF2AA0-F763-798C-1CA6-18D1818426A9}"/>
          </ac:cxnSpMkLst>
        </pc:cxnChg>
        <pc:cxnChg chg="add mod">
          <ac:chgData name="YOSHIMURA Aoi" userId="8c4cc6fb-c818-4942-9c26-5aea2293432a" providerId="ADAL" clId="{45228AE5-F3FC-4AE5-B160-D02D63DA5A6D}" dt="2026-07-23T21:14:07.908" v="4297" actId="14100"/>
          <ac:cxnSpMkLst>
            <pc:docMk/>
            <pc:sldMk cId="1931201178" sldId="318"/>
            <ac:cxnSpMk id="48" creationId="{7AA5C6A3-8DA0-0AC4-C0EA-97AA91814FD8}"/>
          </ac:cxnSpMkLst>
        </pc:cxnChg>
      </pc:sldChg>
      <pc:sldChg chg="addSp delSp new mod ord">
        <pc:chgData name="YOSHIMURA Aoi" userId="8c4cc6fb-c818-4942-9c26-5aea2293432a" providerId="ADAL" clId="{45228AE5-F3FC-4AE5-B160-D02D63DA5A6D}" dt="2026-07-23T22:07:47.854" v="4562"/>
        <pc:sldMkLst>
          <pc:docMk/>
          <pc:sldMk cId="4271012171" sldId="319"/>
        </pc:sldMkLst>
        <pc:spChg chg="del">
          <ac:chgData name="YOSHIMURA Aoi" userId="8c4cc6fb-c818-4942-9c26-5aea2293432a" providerId="ADAL" clId="{45228AE5-F3FC-4AE5-B160-D02D63DA5A6D}" dt="2026-07-23T21:29:14.931" v="4386" actId="478"/>
          <ac:spMkLst>
            <pc:docMk/>
            <pc:sldMk cId="4271012171" sldId="319"/>
            <ac:spMk id="4" creationId="{DBB711F1-8395-6036-BF84-4C75C8CC5A34}"/>
          </ac:spMkLst>
        </pc:spChg>
        <pc:graphicFrameChg chg="add">
          <ac:chgData name="YOSHIMURA Aoi" userId="8c4cc6fb-c818-4942-9c26-5aea2293432a" providerId="ADAL" clId="{45228AE5-F3FC-4AE5-B160-D02D63DA5A6D}" dt="2026-07-23T21:29:15.482" v="4387" actId="22"/>
          <ac:graphicFrameMkLst>
            <pc:docMk/>
            <pc:sldMk cId="4271012171" sldId="319"/>
            <ac:graphicFrameMk id="6" creationId="{6E03E5BC-C82D-D508-CAC2-F1859D9CE2B2}"/>
          </ac:graphicFrameMkLst>
        </pc:graphicFrameChg>
      </pc:sldChg>
      <pc:sldChg chg="addSp delSp modSp new mod ord">
        <pc:chgData name="YOSHIMURA Aoi" userId="8c4cc6fb-c818-4942-9c26-5aea2293432a" providerId="ADAL" clId="{45228AE5-F3FC-4AE5-B160-D02D63DA5A6D}" dt="2026-07-23T22:45:53.013" v="4730"/>
        <pc:sldMkLst>
          <pc:docMk/>
          <pc:sldMk cId="6164986" sldId="320"/>
        </pc:sldMkLst>
        <pc:spChg chg="mod">
          <ac:chgData name="YOSHIMURA Aoi" userId="8c4cc6fb-c818-4942-9c26-5aea2293432a" providerId="ADAL" clId="{45228AE5-F3FC-4AE5-B160-D02D63DA5A6D}" dt="2026-07-23T21:36:38.377" v="4421"/>
          <ac:spMkLst>
            <pc:docMk/>
            <pc:sldMk cId="6164986" sldId="320"/>
            <ac:spMk id="2" creationId="{FECD3477-9299-F195-833E-808404A83ED3}"/>
          </ac:spMkLst>
        </pc:spChg>
        <pc:spChg chg="del">
          <ac:chgData name="YOSHIMURA Aoi" userId="8c4cc6fb-c818-4942-9c26-5aea2293432a" providerId="ADAL" clId="{45228AE5-F3FC-4AE5-B160-D02D63DA5A6D}" dt="2026-07-23T22:34:28.058" v="4573" actId="478"/>
          <ac:spMkLst>
            <pc:docMk/>
            <pc:sldMk cId="6164986" sldId="320"/>
            <ac:spMk id="4" creationId="{9495B407-CCE3-7A35-5714-71DB560422D4}"/>
          </ac:spMkLst>
        </pc:spChg>
        <pc:graphicFrameChg chg="add mod modGraphic">
          <ac:chgData name="YOSHIMURA Aoi" userId="8c4cc6fb-c818-4942-9c26-5aea2293432a" providerId="ADAL" clId="{45228AE5-F3FC-4AE5-B160-D02D63DA5A6D}" dt="2026-07-23T22:39:09.602" v="4639" actId="20577"/>
          <ac:graphicFrameMkLst>
            <pc:docMk/>
            <pc:sldMk cId="6164986" sldId="320"/>
            <ac:graphicFrameMk id="6" creationId="{8D3B87D4-8760-3785-00DA-09F133A7CC5C}"/>
          </ac:graphicFrameMkLst>
        </pc:graphicFrameChg>
        <pc:graphicFrameChg chg="add mod modGraphic">
          <ac:chgData name="YOSHIMURA Aoi" userId="8c4cc6fb-c818-4942-9c26-5aea2293432a" providerId="ADAL" clId="{45228AE5-F3FC-4AE5-B160-D02D63DA5A6D}" dt="2026-07-23T22:40:44.808" v="4664" actId="20577"/>
          <ac:graphicFrameMkLst>
            <pc:docMk/>
            <pc:sldMk cId="6164986" sldId="320"/>
            <ac:graphicFrameMk id="8" creationId="{9CE31EBA-9456-6412-AE12-B02BAFFFFB41}"/>
          </ac:graphicFrameMkLst>
        </pc:graphicFrameChg>
      </pc:sldChg>
      <pc:sldChg chg="addSp delSp modSp new mod ord">
        <pc:chgData name="YOSHIMURA Aoi" userId="8c4cc6fb-c818-4942-9c26-5aea2293432a" providerId="ADAL" clId="{45228AE5-F3FC-4AE5-B160-D02D63DA5A6D}" dt="2026-07-23T22:45:53.013" v="4730"/>
        <pc:sldMkLst>
          <pc:docMk/>
          <pc:sldMk cId="54164784" sldId="321"/>
        </pc:sldMkLst>
        <pc:spChg chg="del">
          <ac:chgData name="YOSHIMURA Aoi" userId="8c4cc6fb-c818-4942-9c26-5aea2293432a" providerId="ADAL" clId="{45228AE5-F3FC-4AE5-B160-D02D63DA5A6D}" dt="2026-07-23T22:36:19.369" v="4584" actId="478"/>
          <ac:spMkLst>
            <pc:docMk/>
            <pc:sldMk cId="54164784" sldId="321"/>
            <ac:spMk id="4" creationId="{EA2753F4-D3ED-54B2-A09B-4DD939FF8FFF}"/>
          </ac:spMkLst>
        </pc:spChg>
        <pc:graphicFrameChg chg="add mod modGraphic">
          <ac:chgData name="YOSHIMURA Aoi" userId="8c4cc6fb-c818-4942-9c26-5aea2293432a" providerId="ADAL" clId="{45228AE5-F3FC-4AE5-B160-D02D63DA5A6D}" dt="2026-07-23T22:45:34.764" v="4728" actId="1076"/>
          <ac:graphicFrameMkLst>
            <pc:docMk/>
            <pc:sldMk cId="54164784" sldId="321"/>
            <ac:graphicFrameMk id="5" creationId="{ED97BC56-AFB0-B72B-1111-618DDC971E26}"/>
          </ac:graphicFrameMkLst>
        </pc:graphicFrameChg>
      </pc:sldChg>
      <pc:sldChg chg="addSp modSp add mod ord">
        <pc:chgData name="YOSHIMURA Aoi" userId="8c4cc6fb-c818-4942-9c26-5aea2293432a" providerId="ADAL" clId="{45228AE5-F3FC-4AE5-B160-D02D63DA5A6D}" dt="2026-07-23T22:45:53.013" v="4730"/>
        <pc:sldMkLst>
          <pc:docMk/>
          <pc:sldMk cId="2152367035" sldId="322"/>
        </pc:sldMkLst>
        <pc:graphicFrameChg chg="add mod modGraphic">
          <ac:chgData name="YOSHIMURA Aoi" userId="8c4cc6fb-c818-4942-9c26-5aea2293432a" providerId="ADAL" clId="{45228AE5-F3FC-4AE5-B160-D02D63DA5A6D}" dt="2026-07-23T22:44:41.011" v="4726" actId="113"/>
          <ac:graphicFrameMkLst>
            <pc:docMk/>
            <pc:sldMk cId="2152367035" sldId="322"/>
            <ac:graphicFrameMk id="5" creationId="{6049DBD3-4BEC-B248-DAD8-798BF57B4369}"/>
          </ac:graphicFrameMkLst>
        </pc:graphicFrameChg>
        <pc:graphicFrameChg chg="mod modGraphic">
          <ac:chgData name="YOSHIMURA Aoi" userId="8c4cc6fb-c818-4942-9c26-5aea2293432a" providerId="ADAL" clId="{45228AE5-F3FC-4AE5-B160-D02D63DA5A6D}" dt="2026-07-23T22:42:04.694" v="4683" actId="5793"/>
          <ac:graphicFrameMkLst>
            <pc:docMk/>
            <pc:sldMk cId="2152367035" sldId="322"/>
            <ac:graphicFrameMk id="6" creationId="{2E4EC598-7D3B-FEBB-5E4E-A785F87B77DB}"/>
          </ac:graphicFrameMkLst>
        </pc:graphicFrameChg>
        <pc:graphicFrameChg chg="mod modGraphic">
          <ac:chgData name="YOSHIMURA Aoi" userId="8c4cc6fb-c818-4942-9c26-5aea2293432a" providerId="ADAL" clId="{45228AE5-F3FC-4AE5-B160-D02D63DA5A6D}" dt="2026-07-23T22:44:16.510" v="4722" actId="20577"/>
          <ac:graphicFrameMkLst>
            <pc:docMk/>
            <pc:sldMk cId="2152367035" sldId="322"/>
            <ac:graphicFrameMk id="8" creationId="{C3E66E83-6BEE-6E6C-C38A-D10A5FDC0E9F}"/>
          </ac:graphicFrameMkLst>
        </pc:graphicFrameChg>
      </pc:sldChg>
      <pc:sldChg chg="add del">
        <pc:chgData name="YOSHIMURA Aoi" userId="8c4cc6fb-c818-4942-9c26-5aea2293432a" providerId="ADAL" clId="{45228AE5-F3FC-4AE5-B160-D02D63DA5A6D}" dt="2026-07-23T22:41:04.232" v="4667"/>
        <pc:sldMkLst>
          <pc:docMk/>
          <pc:sldMk cId="3220199976" sldId="323"/>
        </pc:sldMkLst>
      </pc:sldChg>
      <pc:sldMasterChg chg="delSldLayout modSldLayout">
        <pc:chgData name="YOSHIMURA Aoi" userId="8c4cc6fb-c818-4942-9c26-5aea2293432a" providerId="ADAL" clId="{45228AE5-F3FC-4AE5-B160-D02D63DA5A6D}" dt="2026-07-23T11:03:27.330" v="2953" actId="478"/>
        <pc:sldMasterMkLst>
          <pc:docMk/>
          <pc:sldMasterMk cId="0" sldId="2147483648"/>
        </pc:sldMasterMkLst>
        <pc:sldLayoutChg chg="delSp mod">
          <pc:chgData name="YOSHIMURA Aoi" userId="8c4cc6fb-c818-4942-9c26-5aea2293432a" providerId="ADAL" clId="{45228AE5-F3FC-4AE5-B160-D02D63DA5A6D}" dt="2026-07-23T11:03:27.330" v="2953" actId="478"/>
          <pc:sldLayoutMkLst>
            <pc:docMk/>
            <pc:sldMasterMk cId="0" sldId="2147483648"/>
            <pc:sldLayoutMk cId="2474312108" sldId="2147483651"/>
          </pc:sldLayoutMkLst>
          <pc:spChg chg="del">
            <ac:chgData name="YOSHIMURA Aoi" userId="8c4cc6fb-c818-4942-9c26-5aea2293432a" providerId="ADAL" clId="{45228AE5-F3FC-4AE5-B160-D02D63DA5A6D}" dt="2026-07-23T11:03:27.330" v="2953" actId="478"/>
            <ac:spMkLst>
              <pc:docMk/>
              <pc:sldMasterMk cId="0" sldId="2147483648"/>
              <pc:sldLayoutMk cId="2474312108" sldId="2147483651"/>
              <ac:spMk id="2" creationId="{B125A38B-03D0-6A7A-8F57-867735BC53C1}"/>
            </ac:spMkLst>
          </pc:spChg>
        </pc:sldLayoutChg>
      </pc:sldMasterChg>
    </pc:docChg>
  </pc:docChgLst>
  <pc:docChgLst>
    <pc:chgData name="YOSHIMURA Aoi" userId="8c4cc6fb-c818-4942-9c26-5aea2293432a" providerId="ADAL" clId="{66C03A21-114D-439D-872D-15D2125D0F19}"/>
    <pc:docChg chg="custSel modSld">
      <pc:chgData name="YOSHIMURA Aoi" userId="8c4cc6fb-c818-4942-9c26-5aea2293432a" providerId="ADAL" clId="{66C03A21-114D-439D-872D-15D2125D0F19}" dt="2026-07-21T12:40:36.840" v="7" actId="14100"/>
      <pc:docMkLst>
        <pc:docMk/>
      </pc:docMkLst>
      <pc:sldChg chg="addSp delSp modSp mod">
        <pc:chgData name="YOSHIMURA Aoi" userId="8c4cc6fb-c818-4942-9c26-5aea2293432a" providerId="ADAL" clId="{66C03A21-114D-439D-872D-15D2125D0F19}" dt="2026-07-21T12:40:36.840" v="7" actId="14100"/>
        <pc:sldMkLst>
          <pc:docMk/>
          <pc:sldMk cId="2217247516" sldId="29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7542B7-E82A-48F9-B16F-74B548C07A0E}" type="datetimeFigureOut">
              <a:rPr kumimoji="1" lang="ja-JP" altLang="en-US" smtClean="0"/>
              <a:t>2026/7/24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A466E8-5EBB-465F-ACF7-357688B6104D}"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94DDE-CA80-4F07-9DBC-5DF5F63DD9E2}" type="datetimeFigureOut">
              <a:rPr kumimoji="1" lang="ja-JP" altLang="en-US" smtClean="0"/>
              <a:t>2026/7/24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9E387-7CC5-44E4-A0CE-F194BCB5B83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0</a:t>
            </a:fld>
            <a:endParaRPr kumimoji="1" lang="ja-JP" altLang="en-US"/>
          </a:p>
        </p:txBody>
      </p:sp>
    </p:spTree>
    <p:extLst>
      <p:ext uri="{BB962C8B-B14F-4D97-AF65-F5344CB8AC3E}">
        <p14:creationId xmlns:p14="http://schemas.microsoft.com/office/powerpoint/2010/main" val="2814662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蒸留の知識の部分と</a:t>
            </a:r>
            <a:endParaRPr kumimoji="1" lang="en-US" altLang="ja-JP" dirty="0"/>
          </a:p>
          <a:p>
            <a:r>
              <a:rPr kumimoji="1" lang="ja-JP" altLang="en-US" dirty="0"/>
              <a:t>字ラウンド知識の生成　</a:t>
            </a:r>
            <a:endParaRPr kumimoji="1" lang="en-US" altLang="ja-JP" dirty="0"/>
          </a:p>
          <a:p>
            <a:endParaRPr kumimoji="1" lang="en-US" altLang="ja-JP" dirty="0"/>
          </a:p>
          <a:p>
            <a:r>
              <a:rPr kumimoji="1" lang="ja-JP" altLang="en-US" dirty="0"/>
              <a:t>整合データより前</a:t>
            </a:r>
            <a:endParaRPr kumimoji="1" lang="en-US" altLang="ja-JP" dirty="0"/>
          </a:p>
          <a:p>
            <a:endParaRPr kumimoji="1" lang="en-US" altLang="ja-JP" dirty="0"/>
          </a:p>
          <a:p>
            <a:r>
              <a:rPr kumimoji="1" lang="ja-JP" altLang="en-US" dirty="0"/>
              <a:t>処理の</a:t>
            </a:r>
            <a:r>
              <a:rPr kumimoji="1" lang="en-US" altLang="ja-JP" dirty="0"/>
              <a:t>2</a:t>
            </a:r>
            <a:r>
              <a:rPr kumimoji="1" lang="ja-JP" altLang="en-US" dirty="0"/>
              <a:t>つ</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3</a:t>
            </a:fld>
            <a:endParaRPr kumimoji="1" lang="ja-JP" altLang="en-US"/>
          </a:p>
        </p:txBody>
      </p:sp>
    </p:spTree>
    <p:extLst>
      <p:ext uri="{BB962C8B-B14F-4D97-AF65-F5344CB8AC3E}">
        <p14:creationId xmlns:p14="http://schemas.microsoft.com/office/powerpoint/2010/main" val="1690249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b="0">
                <a:solidFill>
                  <a:schemeClr val="tx1"/>
                </a:solidFill>
              </a:rPr>
              <a:t>Lpredでは、各端末の出力分布を集約teacher分布へ変換する Lgradでは、勾配や更新方向を集約参照情報へ変換する Lpostでは、適応後挙動を集約参照情報へ変換する</a:t>
            </a:r>
            <a:endParaRPr lang="en-US" altLang="ja-JP" b="0">
              <a:solidFill>
                <a:schemeClr val="tx1"/>
              </a:solidFill>
            </a:endParaRPr>
          </a:p>
          <a:p>
            <a:endParaRPr kumimoji="1" lang="ja-JP" altLang="en-US"/>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4</a:t>
            </a:fld>
            <a:endParaRPr kumimoji="1" lang="ja-JP" altLang="en-US"/>
          </a:p>
        </p:txBody>
      </p:sp>
    </p:spTree>
    <p:extLst>
      <p:ext uri="{BB962C8B-B14F-4D97-AF65-F5344CB8AC3E}">
        <p14:creationId xmlns:p14="http://schemas.microsoft.com/office/powerpoint/2010/main" val="1701144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確率分布をどの程度なだらかにするかを</a:t>
            </a:r>
            <a:endParaRPr lang="en-US" altLang="ja-JP"/>
          </a:p>
          <a:p>
            <a:r>
              <a:rPr lang="ja-JP" altLang="ja-JP"/>
              <a:t>Tを大きくすると、最大クラス以外の確率情報も利用しやすくなる調整する値</a:t>
            </a:r>
            <a:endParaRPr kumimoji="1" lang="ja-JP" altLang="en-US"/>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5</a:t>
            </a:fld>
            <a:endParaRPr kumimoji="1" lang="ja-JP" altLang="en-US"/>
          </a:p>
        </p:txBody>
      </p:sp>
    </p:spTree>
    <p:extLst>
      <p:ext uri="{BB962C8B-B14F-4D97-AF65-F5344CB8AC3E}">
        <p14:creationId xmlns:p14="http://schemas.microsoft.com/office/powerpoint/2010/main" val="2321265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異種のレベル</a:t>
            </a:r>
            <a:endParaRPr kumimoji="1" lang="en-US" altLang="ja-JP" dirty="0"/>
          </a:p>
          <a:p>
            <a:endParaRPr kumimoji="1" lang="en-US" altLang="ja-JP" dirty="0"/>
          </a:p>
          <a:p>
            <a:endParaRPr kumimoji="1" lang="en-US" altLang="ja-JP" dirty="0"/>
          </a:p>
          <a:p>
            <a:endParaRPr kumimoji="1" lang="en-US" altLang="ja-JP" dirty="0"/>
          </a:p>
          <a:p>
            <a:r>
              <a:rPr kumimoji="1" lang="ja-JP" altLang="en-US" dirty="0"/>
              <a:t>課題点</a:t>
            </a:r>
            <a:endParaRPr kumimoji="1" lang="en-US" altLang="ja-JP" dirty="0"/>
          </a:p>
          <a:p>
            <a:r>
              <a:rPr kumimoji="1" lang="ja-JP" altLang="en-US" dirty="0"/>
              <a:t>・</a:t>
            </a: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6</a:t>
            </a:fld>
            <a:endParaRPr kumimoji="1" lang="ja-JP" altLang="en-US"/>
          </a:p>
        </p:txBody>
      </p:sp>
    </p:spTree>
    <p:extLst>
      <p:ext uri="{BB962C8B-B14F-4D97-AF65-F5344CB8AC3E}">
        <p14:creationId xmlns:p14="http://schemas.microsoft.com/office/powerpoint/2010/main" val="437911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12</a:t>
            </a:fld>
            <a:endParaRPr kumimoji="1" lang="ja-JP" altLang="en-US"/>
          </a:p>
        </p:txBody>
      </p:sp>
    </p:spTree>
    <p:extLst>
      <p:ext uri="{BB962C8B-B14F-4D97-AF65-F5344CB8AC3E}">
        <p14:creationId xmlns:p14="http://schemas.microsoft.com/office/powerpoint/2010/main" val="2173526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19</a:t>
            </a:fld>
            <a:endParaRPr kumimoji="1" lang="ja-JP" altLang="en-US"/>
          </a:p>
        </p:txBody>
      </p:sp>
    </p:spTree>
    <p:extLst>
      <p:ext uri="{BB962C8B-B14F-4D97-AF65-F5344CB8AC3E}">
        <p14:creationId xmlns:p14="http://schemas.microsoft.com/office/powerpoint/2010/main" val="99281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0" name="正方形/長方形 9"/>
          <p:cNvSpPr/>
          <p:nvPr userDrawn="1"/>
        </p:nvSpPr>
        <p:spPr>
          <a:xfrm>
            <a:off x="-1" y="6506936"/>
            <a:ext cx="12192000" cy="351064"/>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7" name="正方形/長方形 6"/>
          <p:cNvSpPr/>
          <p:nvPr userDrawn="1"/>
        </p:nvSpPr>
        <p:spPr>
          <a:xfrm>
            <a:off x="620484" y="3553218"/>
            <a:ext cx="10951029" cy="145204"/>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Title 1"/>
          <p:cNvSpPr>
            <a:spLocks noGrp="1"/>
          </p:cNvSpPr>
          <p:nvPr>
            <p:ph type="ctrTitle"/>
          </p:nvPr>
        </p:nvSpPr>
        <p:spPr>
          <a:xfrm>
            <a:off x="664029" y="2355104"/>
            <a:ext cx="10863943" cy="735738"/>
          </a:xfrm>
        </p:spPr>
        <p:txBody>
          <a:bodyPr anchor="b">
            <a:normAutofit/>
          </a:bodyPr>
          <a:lstStyle>
            <a:lvl1pPr algn="ctr">
              <a:defRPr sz="4000" baseline="0">
                <a:solidFill>
                  <a:srgbClr val="203864"/>
                </a:solidFill>
                <a:latin typeface="Arial" panose="020B0604020202020204" pitchFamily="34" charset="0"/>
                <a:cs typeface="Arial" panose="020B0604020202020204" pitchFamily="34" charset="0"/>
              </a:defRPr>
            </a:lvl1pPr>
          </a:lstStyle>
          <a:p>
            <a:r>
              <a:rPr lang="ja-JP" altLang="en-US"/>
              <a:t>マスター タイトル</a:t>
            </a:r>
            <a:endParaRPr lang="en-US"/>
          </a:p>
        </p:txBody>
      </p:sp>
      <p:sp>
        <p:nvSpPr>
          <p:cNvPr id="3" name="Subtitle 2"/>
          <p:cNvSpPr>
            <a:spLocks noGrp="1"/>
          </p:cNvSpPr>
          <p:nvPr>
            <p:ph type="subTitle" idx="1"/>
          </p:nvPr>
        </p:nvSpPr>
        <p:spPr>
          <a:xfrm>
            <a:off x="6340929" y="4531180"/>
            <a:ext cx="5606143" cy="997795"/>
          </a:xfrm>
        </p:spPr>
        <p:txBody>
          <a:bodyPr>
            <a:normAutofit/>
          </a:bodyPr>
          <a:lstStyle>
            <a:lvl1pPr marL="0" indent="0" algn="ctr">
              <a:buNone/>
              <a:defRPr sz="2800" baseline="0">
                <a:solidFill>
                  <a:srgbClr val="20386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899430FE-7148-562D-2697-FE50FB06EB22}"/>
              </a:ext>
            </a:extLst>
          </p:cNvPr>
          <p:cNvSpPr/>
          <p:nvPr userDrawn="1"/>
        </p:nvSpPr>
        <p:spPr>
          <a:xfrm>
            <a:off x="11353800" y="0"/>
            <a:ext cx="333187" cy="657310"/>
          </a:xfrm>
          <a:prstGeom prst="roundRect">
            <a:avLst>
              <a:gd name="adj" fmla="val 0"/>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Title 1"/>
          <p:cNvSpPr>
            <a:spLocks noGrp="1"/>
          </p:cNvSpPr>
          <p:nvPr>
            <p:ph type="title"/>
          </p:nvPr>
        </p:nvSpPr>
        <p:spPr>
          <a:xfrm>
            <a:off x="838200" y="88108"/>
            <a:ext cx="10515600" cy="657310"/>
          </a:xfrm>
        </p:spPr>
        <p:txBody>
          <a:bodyPr>
            <a:normAutofit/>
          </a:bodyPr>
          <a:lstStyle>
            <a:lvl1pPr>
              <a:defRPr sz="3600" baseline="0">
                <a:solidFill>
                  <a:srgbClr val="203864"/>
                </a:solidFill>
                <a:latin typeface="Arial" panose="020B0604020202020204" pitchFamily="34" charset="0"/>
                <a:cs typeface="Arial" panose="020B0604020202020204" pitchFamily="34" charset="0"/>
              </a:defRPr>
            </a:lvl1pPr>
          </a:lstStyle>
          <a:p>
            <a:r>
              <a:rPr lang="ja-JP" altLang="en-US"/>
              <a:t>マスター タイトルの書式設定</a:t>
            </a:r>
            <a:endParaRPr lang="en-US"/>
          </a:p>
        </p:txBody>
      </p:sp>
      <p:sp>
        <p:nvSpPr>
          <p:cNvPr id="5" name="スライド番号プレースホルダー 3"/>
          <p:cNvSpPr>
            <a:spLocks noGrp="1"/>
          </p:cNvSpPr>
          <p:nvPr>
            <p:ph type="sldNum" sz="quarter" idx="4"/>
          </p:nvPr>
        </p:nvSpPr>
        <p:spPr>
          <a:xfrm>
            <a:off x="7602533" y="73989"/>
            <a:ext cx="4158343" cy="354013"/>
          </a:xfrm>
          <a:prstGeom prst="rect">
            <a:avLst/>
          </a:prstGeom>
        </p:spPr>
        <p:txBody>
          <a:bodyPr vert="horz" lIns="91440" tIns="45720" rIns="91440" bIns="45720" rtlCol="0" anchor="ctr"/>
          <a:lstStyle>
            <a:lvl1pPr algn="r">
              <a:defRPr sz="1800" baseline="0">
                <a:solidFill>
                  <a:schemeClr val="bg1"/>
                </a:solidFill>
                <a:latin typeface="Arial" panose="020B0604020202020204" pitchFamily="34" charset="0"/>
              </a:defRPr>
            </a:lvl1pPr>
          </a:lstStyle>
          <a:p>
            <a:fld id="{C088C981-6885-4100-82A1-DE7074EC4480}" type="slidenum">
              <a:rPr lang="ja-JP" altLang="en-US" smtClean="0"/>
              <a:pPr/>
              <a:t>‹#›</a:t>
            </a:fld>
            <a:endParaRPr lang="ja-JP" altLang="en-US">
              <a:latin typeface="Arial" panose="020B0604020202020204" pitchFamily="34" charset="0"/>
            </a:endParaRPr>
          </a:p>
        </p:txBody>
      </p:sp>
      <p:pic>
        <p:nvPicPr>
          <p:cNvPr id="7" name="グラフィックス 6" descr="散布図 単色塗りつぶし"/>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417" y="125479"/>
            <a:ext cx="581890" cy="550303"/>
          </a:xfrm>
          <a:prstGeom prst="rect">
            <a:avLst/>
          </a:prstGeom>
        </p:spPr>
      </p:pic>
      <p:sp>
        <p:nvSpPr>
          <p:cNvPr id="6" name="Content Placeholder 2">
            <a:extLst>
              <a:ext uri="{FF2B5EF4-FFF2-40B4-BE49-F238E27FC236}">
                <a16:creationId xmlns:a16="http://schemas.microsoft.com/office/drawing/2014/main" id="{AED491BE-1262-0E08-893E-2C20EC2083AC}"/>
              </a:ext>
            </a:extLst>
          </p:cNvPr>
          <p:cNvSpPr>
            <a:spLocks noGrp="1"/>
          </p:cNvSpPr>
          <p:nvPr>
            <p:ph idx="1"/>
          </p:nvPr>
        </p:nvSpPr>
        <p:spPr>
          <a:xfrm>
            <a:off x="-1" y="811748"/>
            <a:ext cx="12191999" cy="6046253"/>
          </a:xfrm>
        </p:spPr>
        <p:txBody>
          <a:bodyPr/>
          <a:lstStyle>
            <a:lvl1pPr>
              <a:lnSpc>
                <a:spcPct val="130000"/>
              </a:lnSpc>
              <a:defRPr baseline="0">
                <a:solidFill>
                  <a:srgbClr val="203864"/>
                </a:solidFill>
                <a:latin typeface="Arial" panose="020B0604020202020204" pitchFamily="34" charset="0"/>
              </a:defRPr>
            </a:lvl1pPr>
            <a:lvl2pPr>
              <a:lnSpc>
                <a:spcPct val="130000"/>
              </a:lnSpc>
              <a:defRPr baseline="0">
                <a:solidFill>
                  <a:srgbClr val="203864"/>
                </a:solidFill>
                <a:latin typeface="Arial" panose="020B0604020202020204" pitchFamily="34" charset="0"/>
              </a:defRPr>
            </a:lvl2pPr>
            <a:lvl3pPr>
              <a:lnSpc>
                <a:spcPct val="130000"/>
              </a:lnSpc>
              <a:defRPr baseline="0">
                <a:solidFill>
                  <a:srgbClr val="203864"/>
                </a:solidFill>
                <a:latin typeface="Arial" panose="020B0604020202020204" pitchFamily="34" charset="0"/>
              </a:defRPr>
            </a:lvl3pPr>
            <a:lvl4pPr>
              <a:lnSpc>
                <a:spcPct val="130000"/>
              </a:lnSpc>
              <a:defRPr baseline="0">
                <a:solidFill>
                  <a:srgbClr val="203864"/>
                </a:solidFill>
                <a:latin typeface="Arial" panose="020B0604020202020204" pitchFamily="34" charset="0"/>
              </a:defRPr>
            </a:lvl4pPr>
            <a:lvl5pPr>
              <a:lnSpc>
                <a:spcPct val="130000"/>
              </a:lnSpc>
              <a:defRPr baseline="0">
                <a:solidFill>
                  <a:srgbClr val="203864"/>
                </a:solidFill>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0282CDBC-F22B-88AF-C5DA-7570CECC629A}"/>
              </a:ext>
            </a:extLst>
          </p:cNvPr>
          <p:cNvSpPr>
            <a:spLocks noGrp="1"/>
          </p:cNvSpPr>
          <p:nvPr>
            <p:ph type="sldNum" sz="quarter" idx="10"/>
          </p:nvPr>
        </p:nvSpPr>
        <p:spPr/>
        <p:txBody>
          <a:bodyPr/>
          <a:lstStyle/>
          <a:p>
            <a:fld id="{C088C981-6885-4100-82A1-DE7074EC4480}" type="slidenum">
              <a:rPr kumimoji="1" lang="ja-JP" altLang="en-US" smtClean="0"/>
              <a:t>‹#›</a:t>
            </a:fld>
            <a:endParaRPr kumimoji="1" lang="ja-JP" altLang="en-US"/>
          </a:p>
        </p:txBody>
      </p:sp>
    </p:spTree>
    <p:extLst>
      <p:ext uri="{BB962C8B-B14F-4D97-AF65-F5344CB8AC3E}">
        <p14:creationId xmlns:p14="http://schemas.microsoft.com/office/powerpoint/2010/main" val="24743121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1344168"/>
            <a:ext cx="12192000" cy="5513832"/>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2" name="Title Placeholder 1"/>
          <p:cNvSpPr>
            <a:spLocks noGrp="1"/>
          </p:cNvSpPr>
          <p:nvPr>
            <p:ph type="title"/>
          </p:nvPr>
        </p:nvSpPr>
        <p:spPr>
          <a:xfrm>
            <a:off x="838200" y="190048"/>
            <a:ext cx="10515600" cy="934665"/>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4" name="スライド番号プレースホルダー 3"/>
          <p:cNvSpPr>
            <a:spLocks noGrp="1"/>
          </p:cNvSpPr>
          <p:nvPr>
            <p:ph type="sldNum" sz="quarter" idx="4"/>
          </p:nvPr>
        </p:nvSpPr>
        <p:spPr>
          <a:xfrm>
            <a:off x="7195458" y="190048"/>
            <a:ext cx="4158343" cy="354013"/>
          </a:xfrm>
          <a:prstGeom prst="rect">
            <a:avLst/>
          </a:prstGeom>
        </p:spPr>
        <p:txBody>
          <a:bodyPr vert="horz" lIns="91440" tIns="45720" rIns="91440" bIns="45720" rtlCol="0" anchor="ctr"/>
          <a:lstStyle>
            <a:lvl1pPr algn="r">
              <a:defRPr sz="1800">
                <a:solidFill>
                  <a:schemeClr val="tx1">
                    <a:tint val="75000"/>
                  </a:schemeClr>
                </a:solidFill>
              </a:defRPr>
            </a:lvl1pPr>
          </a:lstStyle>
          <a:p>
            <a:fld id="{C088C981-6885-4100-82A1-DE7074EC4480}"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kumimoji="1" sz="4000" kern="1200" baseline="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p:titleStyle>
    <p:bodyStyle>
      <a:lvl1pPr marL="228600" indent="-228600" algn="l" defTabSz="914400" rtl="0" eaLnBrk="1" latinLnBrk="0" hangingPunct="1">
        <a:lnSpc>
          <a:spcPct val="100000"/>
        </a:lnSpc>
        <a:spcBef>
          <a:spcPts val="1000"/>
        </a:spcBef>
        <a:buFont typeface="Aptos Slab Black" panose="020B0004020202020204" pitchFamily="34" charset="0"/>
        <a:buChar char="┃"/>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0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0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0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0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26" Type="http://schemas.openxmlformats.org/officeDocument/2006/relationships/image" Target="../media/image50.png"/><Relationship Id="rId3" Type="http://schemas.openxmlformats.org/officeDocument/2006/relationships/image" Target="../media/image27.png"/><Relationship Id="rId21" Type="http://schemas.openxmlformats.org/officeDocument/2006/relationships/image" Target="../media/image45.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5" Type="http://schemas.openxmlformats.org/officeDocument/2006/relationships/image" Target="../media/image49.png"/><Relationship Id="rId2" Type="http://schemas.openxmlformats.org/officeDocument/2006/relationships/notesSlide" Target="../notesSlides/notesSlide7.xml"/><Relationship Id="rId16" Type="http://schemas.openxmlformats.org/officeDocument/2006/relationships/image" Target="../media/image40.png"/><Relationship Id="rId20" Type="http://schemas.openxmlformats.org/officeDocument/2006/relationships/image" Target="../media/image44.png"/><Relationship Id="rId29"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svg"/><Relationship Id="rId24" Type="http://schemas.openxmlformats.org/officeDocument/2006/relationships/image" Target="../media/image48.png"/><Relationship Id="rId5" Type="http://schemas.openxmlformats.org/officeDocument/2006/relationships/image" Target="../media/image29.png"/><Relationship Id="rId15" Type="http://schemas.openxmlformats.org/officeDocument/2006/relationships/image" Target="../media/image39.png"/><Relationship Id="rId23" Type="http://schemas.openxmlformats.org/officeDocument/2006/relationships/image" Target="../media/image47.png"/><Relationship Id="rId28" Type="http://schemas.openxmlformats.org/officeDocument/2006/relationships/image" Target="../media/image52.png"/><Relationship Id="rId10" Type="http://schemas.openxmlformats.org/officeDocument/2006/relationships/image" Target="../media/image34.png"/><Relationship Id="rId19" Type="http://schemas.openxmlformats.org/officeDocument/2006/relationships/image" Target="../media/image43.pn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png"/><Relationship Id="rId22" Type="http://schemas.openxmlformats.org/officeDocument/2006/relationships/image" Target="../media/image46.png"/><Relationship Id="rId27" Type="http://schemas.openxmlformats.org/officeDocument/2006/relationships/image" Target="../media/image51.png"/><Relationship Id="rId30"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65950" y="1963066"/>
            <a:ext cx="11650199" cy="1465934"/>
          </a:xfrm>
        </p:spPr>
        <p:txBody>
          <a:bodyPr>
            <a:noAutofit/>
          </a:bodyPr>
          <a:lstStyle/>
          <a:p>
            <a:pPr>
              <a:lnSpc>
                <a:spcPct val="130000"/>
              </a:lnSpc>
            </a:pPr>
            <a:r>
              <a:rPr lang="ja-JP" altLang="ja-JP" sz="3600"/>
              <a:t>共通処理フローとLpredによる基盤LoRA更新フロー</a:t>
            </a:r>
            <a:r>
              <a:rPr lang="ja-JP" altLang="en-US" sz="3600"/>
              <a:t>の</a:t>
            </a:r>
            <a:r>
              <a:rPr lang="ja-JP" altLang="ja-JP" sz="3600"/>
              <a:t>整理</a:t>
            </a:r>
            <a:r>
              <a:rPr lang="ja-JP" altLang="ja-JP" sz="2000" b="1"/>
              <a:t>surrogate適応情報を用いた基盤モデル更新</a:t>
            </a:r>
            <a:endParaRPr kumimoji="1" lang="ja-JP" altLang="en-US" sz="2000"/>
          </a:p>
        </p:txBody>
      </p:sp>
      <p:sp>
        <p:nvSpPr>
          <p:cNvPr id="3" name="字幕 2"/>
          <p:cNvSpPr>
            <a:spLocks noGrp="1"/>
          </p:cNvSpPr>
          <p:nvPr>
            <p:ph type="subTitle" idx="1"/>
          </p:nvPr>
        </p:nvSpPr>
        <p:spPr>
          <a:xfrm>
            <a:off x="3078656" y="5150533"/>
            <a:ext cx="8681629" cy="1465932"/>
          </a:xfrm>
        </p:spPr>
        <p:txBody>
          <a:bodyPr>
            <a:normAutofit/>
          </a:bodyPr>
          <a:lstStyle/>
          <a:p>
            <a:pPr algn="r"/>
            <a:r>
              <a:rPr lang="ja-JP" altLang="en-US" sz="2000">
                <a:solidFill>
                  <a:schemeClr val="tx1">
                    <a:lumMod val="85000"/>
                    <a:lumOff val="15000"/>
                  </a:schemeClr>
                </a:solidFill>
              </a:rPr>
              <a:t>名古屋大学</a:t>
            </a:r>
            <a:endParaRPr lang="en-US" altLang="ja-JP" sz="2000">
              <a:solidFill>
                <a:schemeClr val="tx1">
                  <a:lumMod val="85000"/>
                  <a:lumOff val="15000"/>
                </a:schemeClr>
              </a:solidFill>
            </a:endParaRPr>
          </a:p>
          <a:p>
            <a:pPr algn="r"/>
            <a:r>
              <a:rPr lang="ja-JP" altLang="en-US" sz="2000">
                <a:solidFill>
                  <a:schemeClr val="tx1">
                    <a:lumMod val="85000"/>
                    <a:lumOff val="15000"/>
                  </a:schemeClr>
                </a:solidFill>
              </a:rPr>
              <a:t>情報学研究科</a:t>
            </a:r>
            <a:endParaRPr lang="en-US" altLang="ja-JP" sz="2000">
              <a:solidFill>
                <a:schemeClr val="tx1">
                  <a:lumMod val="85000"/>
                  <a:lumOff val="15000"/>
                </a:schemeClr>
              </a:solidFill>
            </a:endParaRPr>
          </a:p>
          <a:p>
            <a:pPr algn="r"/>
            <a:r>
              <a:rPr lang="ja-JP" altLang="en-US" sz="2000">
                <a:solidFill>
                  <a:schemeClr val="tx1">
                    <a:lumMod val="85000"/>
                    <a:lumOff val="15000"/>
                  </a:schemeClr>
                </a:solidFill>
              </a:rPr>
              <a:t>知能システム学専攻　</a:t>
            </a:r>
            <a:r>
              <a:rPr lang="en-US" altLang="ja-JP" sz="2000">
                <a:solidFill>
                  <a:schemeClr val="tx1">
                    <a:lumMod val="85000"/>
                    <a:lumOff val="15000"/>
                  </a:schemeClr>
                </a:solidFill>
              </a:rPr>
              <a:t>1</a:t>
            </a:r>
            <a:r>
              <a:rPr lang="ja-JP" altLang="en-US" sz="2000">
                <a:solidFill>
                  <a:schemeClr val="tx1">
                    <a:lumMod val="85000"/>
                    <a:lumOff val="15000"/>
                  </a:schemeClr>
                </a:solidFill>
              </a:rPr>
              <a:t>年</a:t>
            </a:r>
          </a:p>
        </p:txBody>
      </p:sp>
      <p:sp>
        <p:nvSpPr>
          <p:cNvPr id="4" name="タイトル 1">
            <a:extLst>
              <a:ext uri="{FF2B5EF4-FFF2-40B4-BE49-F238E27FC236}">
                <a16:creationId xmlns:a16="http://schemas.microsoft.com/office/drawing/2014/main" id="{1612D3FA-1A10-5639-0AA3-B6A8434EC3A5}"/>
              </a:ext>
            </a:extLst>
          </p:cNvPr>
          <p:cNvSpPr txBox="1">
            <a:spLocks/>
          </p:cNvSpPr>
          <p:nvPr/>
        </p:nvSpPr>
        <p:spPr>
          <a:xfrm>
            <a:off x="1954304" y="3923283"/>
            <a:ext cx="8273488" cy="146593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40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nSpc>
                <a:spcPct val="130000"/>
              </a:lnSpc>
            </a:pPr>
            <a:r>
              <a:rPr lang="ja-JP" altLang="en-US" sz="2800">
                <a:solidFill>
                  <a:schemeClr val="accent1">
                    <a:lumMod val="50000"/>
                  </a:schemeClr>
                </a:solidFill>
                <a:latin typeface="+mn-lt"/>
                <a:cs typeface="Times New Roman" panose="02020603050405020304" pitchFamily="18" charset="0"/>
              </a:rPr>
              <a:t>吉村　有生</a:t>
            </a:r>
          </a:p>
        </p:txBody>
      </p:sp>
      <p:sp>
        <p:nvSpPr>
          <p:cNvPr id="6" name="タイトル 1">
            <a:extLst>
              <a:ext uri="{FF2B5EF4-FFF2-40B4-BE49-F238E27FC236}">
                <a16:creationId xmlns:a16="http://schemas.microsoft.com/office/drawing/2014/main" id="{CCE0640E-73E9-D3BD-0989-8E8E4C3592FF}"/>
              </a:ext>
            </a:extLst>
          </p:cNvPr>
          <p:cNvSpPr txBox="1">
            <a:spLocks/>
          </p:cNvSpPr>
          <p:nvPr/>
        </p:nvSpPr>
        <p:spPr>
          <a:xfrm>
            <a:off x="1852269" y="3273443"/>
            <a:ext cx="8477558" cy="146593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40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nSpc>
                <a:spcPct val="130000"/>
              </a:lnSpc>
            </a:pPr>
            <a:r>
              <a:rPr lang="en-US" altLang="ja-JP" sz="2800">
                <a:solidFill>
                  <a:schemeClr val="accent1">
                    <a:lumMod val="50000"/>
                  </a:schemeClr>
                </a:solidFill>
                <a:latin typeface="+mn-lt"/>
                <a:cs typeface="Times New Roman" panose="02020603050405020304" pitchFamily="18" charset="0"/>
              </a:rPr>
              <a:t>7</a:t>
            </a:r>
            <a:r>
              <a:rPr lang="ja-JP" altLang="en-US" sz="2800">
                <a:solidFill>
                  <a:schemeClr val="accent1">
                    <a:lumMod val="50000"/>
                  </a:schemeClr>
                </a:solidFill>
                <a:latin typeface="+mn-lt"/>
                <a:cs typeface="Times New Roman" panose="02020603050405020304" pitchFamily="18" charset="0"/>
              </a:rPr>
              <a:t>月</a:t>
            </a:r>
            <a:r>
              <a:rPr lang="en-US" altLang="ja-JP" sz="2800">
                <a:solidFill>
                  <a:schemeClr val="accent1">
                    <a:lumMod val="50000"/>
                  </a:schemeClr>
                </a:solidFill>
                <a:latin typeface="+mn-lt"/>
                <a:cs typeface="Times New Roman" panose="02020603050405020304" pitchFamily="18" charset="0"/>
              </a:rPr>
              <a:t>24</a:t>
            </a:r>
            <a:r>
              <a:rPr lang="ja-JP" altLang="en-US" sz="2800">
                <a:solidFill>
                  <a:schemeClr val="accent1">
                    <a:lumMod val="50000"/>
                  </a:schemeClr>
                </a:solidFill>
                <a:latin typeface="+mn-lt"/>
                <a:cs typeface="Times New Roman" panose="02020603050405020304" pitchFamily="18" charset="0"/>
              </a:rPr>
              <a:t>日報告会</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862EED-1BCC-5DF0-AEA1-9F03613D308C}"/>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046936A9-5B47-6D88-6EFF-02AAA66EB347}"/>
              </a:ext>
            </a:extLst>
          </p:cNvPr>
          <p:cNvSpPr>
            <a:spLocks noGrp="1"/>
          </p:cNvSpPr>
          <p:nvPr>
            <p:ph type="sldNum" sz="quarter" idx="4"/>
          </p:nvPr>
        </p:nvSpPr>
        <p:spPr/>
        <p:txBody>
          <a:bodyPr/>
          <a:lstStyle/>
          <a:p>
            <a:fld id="{C088C981-6885-4100-82A1-DE7074EC4480}" type="slidenum">
              <a:rPr lang="ja-JP" altLang="en-US" smtClean="0"/>
              <a:pPr/>
              <a:t>1</a:t>
            </a:fld>
            <a:endParaRPr lang="ja-JP" altLang="en-US">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9A2BC73A-E287-1BC2-D62F-B9FAE044BBD3}"/>
              </a:ext>
            </a:extLst>
          </p:cNvPr>
          <p:cNvSpPr>
            <a:spLocks noGrp="1"/>
          </p:cNvSpPr>
          <p:nvPr>
            <p:ph idx="1"/>
          </p:nvPr>
        </p:nvSpPr>
        <p:spPr/>
        <p:txBody>
          <a:bodyPr/>
          <a:lstStyle/>
          <a:p>
            <a:r>
              <a:rPr lang="ja-JP" altLang="ja-JP"/>
              <a:t>今週の目的：共通処理フローとLpredによる基盤LoRA更新フローを整理</a:t>
            </a:r>
            <a:endParaRPr kumimoji="1" lang="ja-JP" altLang="en-US"/>
          </a:p>
        </p:txBody>
      </p:sp>
    </p:spTree>
    <p:extLst>
      <p:ext uri="{BB962C8B-B14F-4D97-AF65-F5344CB8AC3E}">
        <p14:creationId xmlns:p14="http://schemas.microsoft.com/office/powerpoint/2010/main" val="2609890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0477CE-741B-7F09-E3AB-36371B787A90}"/>
              </a:ext>
            </a:extLst>
          </p:cNvPr>
          <p:cNvSpPr>
            <a:spLocks noGrp="1"/>
          </p:cNvSpPr>
          <p:nvPr>
            <p:ph type="title"/>
          </p:nvPr>
        </p:nvSpPr>
        <p:spPr/>
        <p:txBody>
          <a:bodyPr/>
          <a:lstStyle/>
          <a:p>
            <a:r>
              <a:rPr kumimoji="1" lang="ja-JP" altLang="en-US"/>
              <a:t>目次</a:t>
            </a:r>
          </a:p>
        </p:txBody>
      </p:sp>
      <p:sp>
        <p:nvSpPr>
          <p:cNvPr id="3" name="スライド番号プレースホルダー 2">
            <a:extLst>
              <a:ext uri="{FF2B5EF4-FFF2-40B4-BE49-F238E27FC236}">
                <a16:creationId xmlns:a16="http://schemas.microsoft.com/office/drawing/2014/main" id="{D684C799-49CE-BBA5-7BEC-8B69292756AD}"/>
              </a:ext>
            </a:extLst>
          </p:cNvPr>
          <p:cNvSpPr>
            <a:spLocks noGrp="1"/>
          </p:cNvSpPr>
          <p:nvPr>
            <p:ph type="sldNum" sz="quarter" idx="4"/>
          </p:nvPr>
        </p:nvSpPr>
        <p:spPr/>
        <p:txBody>
          <a:bodyPr/>
          <a:lstStyle/>
          <a:p>
            <a:fld id="{C088C981-6885-4100-82A1-DE7074EC4480}" type="slidenum">
              <a:rPr lang="ja-JP" altLang="en-US" smtClean="0"/>
              <a:pPr/>
              <a:t>2</a:t>
            </a:fld>
            <a:endParaRPr lang="ja-JP" altLang="en-US">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43CDC051-1225-CA6A-EAA8-7A7372C1B3D6}"/>
              </a:ext>
            </a:extLst>
          </p:cNvPr>
          <p:cNvSpPr>
            <a:spLocks noGrp="1"/>
          </p:cNvSpPr>
          <p:nvPr>
            <p:ph idx="1"/>
          </p:nvPr>
        </p:nvSpPr>
        <p:spPr/>
        <p:txBody>
          <a:bodyPr/>
          <a:lstStyle/>
          <a:p>
            <a:r>
              <a:rPr lang="ja-JP" altLang="en-US"/>
              <a:t>全体処理フロー（</a:t>
            </a:r>
            <a:r>
              <a:rPr lang="ja-JP" altLang="ja-JP"/>
              <a:t>入力・出力・損失・更新対象</a:t>
            </a:r>
            <a:r>
              <a:rPr lang="ja-JP" altLang="en-US"/>
              <a:t>）</a:t>
            </a:r>
            <a:endParaRPr lang="en-US" altLang="ja-JP"/>
          </a:p>
          <a:p>
            <a:r>
              <a:rPr lang="ja-JP" altLang="ja-JP"/>
              <a:t>基盤LoRA更新の処理フロー</a:t>
            </a:r>
            <a:endParaRPr lang="en-US" altLang="ja-JP"/>
          </a:p>
          <a:p>
            <a:r>
              <a:rPr lang="ja-JP" altLang="ja-JP"/>
              <a:t>Lpred・Lgrad・Lpost</a:t>
            </a:r>
            <a:r>
              <a:rPr lang="ja-JP" altLang="en-US"/>
              <a:t>によって処理が異なる場所</a:t>
            </a:r>
            <a:endParaRPr kumimoji="1" lang="ja-JP" altLang="en-US"/>
          </a:p>
        </p:txBody>
      </p:sp>
    </p:spTree>
    <p:extLst>
      <p:ext uri="{BB962C8B-B14F-4D97-AF65-F5344CB8AC3E}">
        <p14:creationId xmlns:p14="http://schemas.microsoft.com/office/powerpoint/2010/main" val="4023259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D4AF2FE-1C4D-0926-8F5E-106E552DF70D}"/>
              </a:ext>
            </a:extLst>
          </p:cNvPr>
          <p:cNvSpPr>
            <a:spLocks noGrp="1"/>
          </p:cNvSpPr>
          <p:nvPr>
            <p:ph type="sldNum" sz="quarter" idx="10"/>
          </p:nvPr>
        </p:nvSpPr>
        <p:spPr/>
        <p:txBody>
          <a:bodyPr/>
          <a:lstStyle/>
          <a:p>
            <a:fld id="{C088C981-6885-4100-82A1-DE7074EC4480}" type="slidenum">
              <a:rPr kumimoji="1" lang="ja-JP" altLang="en-US" smtClean="0"/>
              <a:t>3</a:t>
            </a:fld>
            <a:endParaRPr kumimoji="1" lang="ja-JP" altLang="en-US"/>
          </a:p>
        </p:txBody>
      </p:sp>
      <p:graphicFrame>
        <p:nvGraphicFramePr>
          <p:cNvPr id="3" name="表 2">
            <a:extLst>
              <a:ext uri="{FF2B5EF4-FFF2-40B4-BE49-F238E27FC236}">
                <a16:creationId xmlns:a16="http://schemas.microsoft.com/office/drawing/2014/main" id="{3210CAA1-86AB-600D-D467-A80546ED853B}"/>
              </a:ext>
            </a:extLst>
          </p:cNvPr>
          <p:cNvGraphicFramePr>
            <a:graphicFrameLocks noGrp="1"/>
          </p:cNvGraphicFramePr>
          <p:nvPr>
            <p:extLst>
              <p:ext uri="{D42A27DB-BD31-4B8C-83A1-F6EECF244321}">
                <p14:modId xmlns:p14="http://schemas.microsoft.com/office/powerpoint/2010/main" val="2557709629"/>
              </p:ext>
            </p:extLst>
          </p:nvPr>
        </p:nvGraphicFramePr>
        <p:xfrm>
          <a:off x="0" y="-1982"/>
          <a:ext cx="12192000" cy="6858000"/>
        </p:xfrm>
        <a:graphic>
          <a:graphicData uri="http://schemas.openxmlformats.org/drawingml/2006/table">
            <a:tbl>
              <a:tblPr firstRow="1" bandRow="1">
                <a:tableStyleId>{5C22544A-7EE6-4342-B048-85BDC9FD1C3A}</a:tableStyleId>
              </a:tblPr>
              <a:tblGrid>
                <a:gridCol w="568960">
                  <a:extLst>
                    <a:ext uri="{9D8B030D-6E8A-4147-A177-3AD203B41FA5}">
                      <a16:colId xmlns:a16="http://schemas.microsoft.com/office/drawing/2014/main" val="446780624"/>
                    </a:ext>
                  </a:extLst>
                </a:gridCol>
                <a:gridCol w="7408713">
                  <a:extLst>
                    <a:ext uri="{9D8B030D-6E8A-4147-A177-3AD203B41FA5}">
                      <a16:colId xmlns:a16="http://schemas.microsoft.com/office/drawing/2014/main" val="4232907457"/>
                    </a:ext>
                  </a:extLst>
                </a:gridCol>
                <a:gridCol w="4214327">
                  <a:extLst>
                    <a:ext uri="{9D8B030D-6E8A-4147-A177-3AD203B41FA5}">
                      <a16:colId xmlns:a16="http://schemas.microsoft.com/office/drawing/2014/main" val="2625243096"/>
                    </a:ext>
                  </a:extLst>
                </a:gridCol>
              </a:tblGrid>
              <a:tr h="3429000">
                <a:tc>
                  <a:txBody>
                    <a:bodyPr/>
                    <a:lstStyle/>
                    <a:p>
                      <a:pPr algn="ctr"/>
                      <a:r>
                        <a:rPr kumimoji="1" lang="ja-JP" altLang="en-US">
                          <a:solidFill>
                            <a:schemeClr val="tx1"/>
                          </a:solidFill>
                        </a:rPr>
                        <a:t>基盤</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a:p>
                  </a:txBody>
                  <a:tcP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5218943"/>
                  </a:ext>
                </a:extLst>
              </a:tr>
              <a:tr h="3429000">
                <a:tc>
                  <a:txBody>
                    <a:bodyPr/>
                    <a:lstStyle/>
                    <a:p>
                      <a:pPr algn="ctr"/>
                      <a:r>
                        <a:rPr kumimoji="1" lang="ja-JP" altLang="en-US">
                          <a:solidFill>
                            <a:schemeClr val="tx1"/>
                          </a:solidFill>
                        </a:rPr>
                        <a:t>クライアント</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kumimoji="1" lang="ja-JP" altLang="en-US"/>
                    </a:p>
                  </a:txBody>
                  <a:tcP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3800795"/>
                  </a:ext>
                </a:extLst>
              </a:tr>
            </a:tbl>
          </a:graphicData>
        </a:graphic>
      </p:graphicFrame>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E7AFCE5A-4EC7-2109-78F9-D18EBB86467E}"/>
                  </a:ext>
                </a:extLst>
              </p:cNvPr>
              <p:cNvSpPr txBox="1"/>
              <p:nvPr/>
            </p:nvSpPr>
            <p:spPr>
              <a:xfrm>
                <a:off x="691845" y="3577920"/>
                <a:ext cx="3229956" cy="3170099"/>
              </a:xfrm>
              <a:prstGeom prst="rect">
                <a:avLst/>
              </a:prstGeom>
              <a:noFill/>
              <a:ln>
                <a:solidFill>
                  <a:schemeClr val="tx1"/>
                </a:solidFill>
              </a:ln>
            </p:spPr>
            <p:txBody>
              <a:bodyPr wrap="square" rtlCol="0">
                <a:spAutoFit/>
              </a:bodyPr>
              <a:lstStyle/>
              <a:p>
                <a:pPr algn="ctr"/>
                <a:r>
                  <a:rPr lang="ja-JP" altLang="en-US" sz="1600" b="1"/>
                  <a:t>②</a:t>
                </a:r>
                <a:r>
                  <a:rPr lang="ja-JP" altLang="ja-JP" sz="1600" b="1"/>
                  <a:t>クライアント局所適応</a:t>
                </a:r>
                <a:endParaRPr lang="en-US" altLang="ja-JP" sz="1600" b="1"/>
              </a:p>
              <a:p>
                <a:r>
                  <a:rPr lang="ja-JP" altLang="ja-JP" sz="1600" b="1"/>
                  <a:t>入力：</a:t>
                </a:r>
                <a:r>
                  <a:rPr lang="ja-JP" altLang="ja-JP" sz="1600"/>
                  <a:t>クライアントLoRA＋分類ヘッド、端末固有データ</a:t>
                </a:r>
                <a:br>
                  <a:rPr lang="ja-JP" altLang="ja-JP" sz="1600"/>
                </a:br>
                <a:r>
                  <a:rPr lang="ja-JP" altLang="en-US" sz="1600" b="1"/>
                  <a:t>処理</a:t>
                </a:r>
                <a:r>
                  <a:rPr lang="ja-JP" altLang="ja-JP" sz="1600" b="1"/>
                  <a:t>：</a:t>
                </a:r>
                <a:r>
                  <a:rPr lang="ja-JP" altLang="ja-JP" sz="1600"/>
                  <a:t>端末固有データに対して予測し，</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𝐿</m:t>
                        </m:r>
                      </m:e>
                      <m:sub>
                        <m:r>
                          <m:rPr>
                            <m:sty m:val="p"/>
                          </m:rPr>
                          <a:rPr lang="en-US" altLang="ja-JP">
                            <a:latin typeface="Cambria Math" panose="02040503050406030204" pitchFamily="18" charset="0"/>
                          </a:rPr>
                          <m:t>task</m:t>
                        </m:r>
                      </m:sub>
                    </m:sSub>
                  </m:oMath>
                </a14:m>
                <a:r>
                  <a:rPr lang="ja-JP" altLang="ja-JP" sz="1600"/>
                  <a:t> の勾配を用いてクライアントLoRAと分類ヘッドを更新</a:t>
                </a:r>
                <a:br>
                  <a:rPr lang="ja-JP" altLang="ja-JP" sz="1600"/>
                </a:br>
                <a:r>
                  <a:rPr lang="ja-JP" altLang="ja-JP" sz="1600" b="1"/>
                  <a:t>損失：</a:t>
                </a:r>
                <a:r>
                  <a:rPr lang="ja-JP" altLang="ja-JP" sz="1600"/>
                  <a:t>タスク損失 </a:t>
                </a:r>
                <a14:m>
                  <m:oMath xmlns:m="http://schemas.openxmlformats.org/officeDocument/2006/math">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𝐿</m:t>
                        </m:r>
                      </m:e>
                      <m:sub>
                        <m:r>
                          <m:rPr>
                            <m:sty m:val="p"/>
                          </m:rPr>
                          <a:rPr lang="en-US" altLang="ja-JP" sz="1600">
                            <a:latin typeface="Cambria Math" panose="02040503050406030204" pitchFamily="18" charset="0"/>
                          </a:rPr>
                          <m:t>task</m:t>
                        </m:r>
                      </m:sub>
                    </m:sSub>
                  </m:oMath>
                </a14:m>
                <a:br>
                  <a:rPr lang="ja-JP" altLang="ja-JP" sz="1600"/>
                </a:br>
                <a:r>
                  <a:rPr lang="ja-JP" altLang="ja-JP" sz="1600" b="1"/>
                  <a:t>更新対象：</a:t>
                </a:r>
                <a:r>
                  <a:rPr lang="ja-JP" altLang="ja-JP" sz="1600"/>
                  <a:t>クライアントLoRA、分類ヘッド</a:t>
                </a:r>
                <a:br>
                  <a:rPr lang="ja-JP" altLang="ja-JP" sz="1600"/>
                </a:br>
                <a:r>
                  <a:rPr lang="ja-JP" altLang="ja-JP" sz="1600" b="1"/>
                  <a:t>出力：</a:t>
                </a:r>
                <a:r>
                  <a:rPr lang="ja-JP" altLang="ja-JP" sz="1600"/>
                  <a:t>局所適応後のクライアントパラメータ</a:t>
                </a:r>
                <a:endParaRPr lang="en-US" altLang="ja-JP" sz="1600"/>
              </a:p>
            </p:txBody>
          </p:sp>
        </mc:Choice>
        <mc:Fallback>
          <p:sp>
            <p:nvSpPr>
              <p:cNvPr id="4" name="テキスト ボックス 3">
                <a:extLst>
                  <a:ext uri="{FF2B5EF4-FFF2-40B4-BE49-F238E27FC236}">
                    <a16:creationId xmlns:a16="http://schemas.microsoft.com/office/drawing/2014/main" id="{E7AFCE5A-4EC7-2109-78F9-D18EBB86467E}"/>
                  </a:ext>
                </a:extLst>
              </p:cNvPr>
              <p:cNvSpPr txBox="1">
                <a:spLocks noRot="1" noChangeAspect="1" noMove="1" noResize="1" noEditPoints="1" noAdjustHandles="1" noChangeArrowheads="1" noChangeShapeType="1" noTextEdit="1"/>
              </p:cNvSpPr>
              <p:nvPr/>
            </p:nvSpPr>
            <p:spPr>
              <a:xfrm>
                <a:off x="691845" y="3577920"/>
                <a:ext cx="3229956" cy="3170099"/>
              </a:xfrm>
              <a:prstGeom prst="rect">
                <a:avLst/>
              </a:prstGeom>
              <a:blipFill>
                <a:blip r:embed="rId3"/>
                <a:stretch>
                  <a:fillRect l="-752" t="-766"/>
                </a:stretch>
              </a:blipFill>
              <a:ln>
                <a:solidFill>
                  <a:schemeClr val="tx1"/>
                </a:solidFill>
              </a:ln>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7014D2CD-5F8C-5106-6809-0B12A47E3B97}"/>
              </a:ext>
            </a:extLst>
          </p:cNvPr>
          <p:cNvSpPr txBox="1"/>
          <p:nvPr/>
        </p:nvSpPr>
        <p:spPr>
          <a:xfrm>
            <a:off x="4415785" y="3579075"/>
            <a:ext cx="3400158" cy="2308324"/>
          </a:xfrm>
          <a:prstGeom prst="rect">
            <a:avLst/>
          </a:prstGeom>
          <a:noFill/>
          <a:ln>
            <a:solidFill>
              <a:schemeClr val="tx1"/>
            </a:solidFill>
          </a:ln>
        </p:spPr>
        <p:txBody>
          <a:bodyPr wrap="square" rtlCol="0">
            <a:spAutoFit/>
          </a:bodyPr>
          <a:lstStyle/>
          <a:p>
            <a:pPr algn="ctr"/>
            <a:r>
              <a:rPr lang="ja-JP" altLang="en-US" sz="1600" b="1"/>
              <a:t>③</a:t>
            </a:r>
            <a:r>
              <a:rPr lang="ja-JP" altLang="ja-JP" sz="1600" b="1"/>
              <a:t>surrogate適応情報の計算・送信</a:t>
            </a:r>
            <a:endParaRPr lang="en-US" altLang="ja-JP" sz="1600" b="1"/>
          </a:p>
          <a:p>
            <a:r>
              <a:rPr lang="ja-JP" altLang="ja-JP" sz="1600" b="1"/>
              <a:t>入力：</a:t>
            </a:r>
            <a:r>
              <a:rPr lang="ja-JP" altLang="ja-JP" sz="1600"/>
              <a:t>局所適応後のクライアントモデル</a:t>
            </a:r>
            <a:br>
              <a:rPr lang="ja-JP" altLang="ja-JP" sz="1600"/>
            </a:br>
            <a:r>
              <a:rPr lang="ja-JP" altLang="ja-JP" sz="1600" b="1"/>
              <a:t>利用モデル：</a:t>
            </a:r>
            <a:r>
              <a:rPr lang="ja-JP" altLang="ja-JP" sz="1600"/>
              <a:t>surrogate＋クライアントLoRA＋分類ヘッド</a:t>
            </a:r>
            <a:br>
              <a:rPr lang="ja-JP" altLang="ja-JP" sz="1600"/>
            </a:br>
            <a:r>
              <a:rPr lang="ja-JP" altLang="ja-JP" sz="1600" b="1"/>
              <a:t>利用データ：</a:t>
            </a:r>
            <a:r>
              <a:rPr lang="ja-JP" altLang="ja-JP" sz="1600"/>
              <a:t>整合用データ</a:t>
            </a:r>
            <a:br>
              <a:rPr lang="ja-JP" altLang="ja-JP" sz="1600"/>
            </a:br>
            <a:r>
              <a:rPr lang="ja-JP" altLang="ja-JP" sz="1600" b="1"/>
              <a:t>出力・送信：</a:t>
            </a:r>
            <a:r>
              <a:rPr lang="ja-JP" altLang="ja-JP" sz="1600"/>
              <a:t>logits、勾配方向、適応後挙動など</a:t>
            </a:r>
            <a:br>
              <a:rPr lang="ja-JP" altLang="ja-JP" sz="1600"/>
            </a:br>
            <a:r>
              <a:rPr lang="ja-JP" altLang="ja-JP" sz="1600"/>
              <a:t>更新対象：なし</a:t>
            </a:r>
            <a:endParaRPr lang="en-US" altLang="ja-JP" sz="160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15FB0D2-0726-9ED3-C07C-A46D8F486BD2}"/>
                  </a:ext>
                </a:extLst>
              </p:cNvPr>
              <p:cNvSpPr txBox="1"/>
              <p:nvPr/>
            </p:nvSpPr>
            <p:spPr>
              <a:xfrm>
                <a:off x="655598" y="544061"/>
                <a:ext cx="3266203" cy="2062103"/>
              </a:xfrm>
              <a:prstGeom prst="rect">
                <a:avLst/>
              </a:prstGeom>
              <a:noFill/>
              <a:ln>
                <a:solidFill>
                  <a:schemeClr val="tx1"/>
                </a:solidFill>
              </a:ln>
            </p:spPr>
            <p:txBody>
              <a:bodyPr wrap="square" rtlCol="0">
                <a:spAutoFit/>
              </a:bodyPr>
              <a:lstStyle/>
              <a:p>
                <a:pPr algn="ctr"/>
                <a:r>
                  <a:rPr lang="ja-JP" altLang="en-US" sz="1600" b="1"/>
                  <a:t>①</a:t>
                </a:r>
                <a:r>
                  <a:rPr lang="ja-JP" altLang="ja-JP" sz="1600" b="1"/>
                  <a:t>クライアントへの配布</a:t>
                </a:r>
                <a:endParaRPr lang="en-US" altLang="ja-JP" sz="1600" b="1"/>
              </a:p>
              <a:p>
                <a:r>
                  <a:rPr lang="ja-JP" altLang="ja-JP" sz="1600" b="1"/>
                  <a:t>入力：</a:t>
                </a:r>
                <a:r>
                  <a:rPr lang="ja-JP" altLang="ja-JP" sz="1600"/>
                  <a:t>⑥で生成した次ラウンド用知識</a:t>
                </a:r>
                <a:br>
                  <a:rPr lang="ja-JP" altLang="ja-JP" sz="1600"/>
                </a:br>
                <a:r>
                  <a:rPr lang="ja-JP" altLang="ja-JP" sz="1600" b="1"/>
                  <a:t>処理：</a:t>
                </a:r>
                <a:r>
                  <a:rPr lang="ja-JP" altLang="ja-JP" sz="1600"/>
                  <a:t>対象クライアントへ</a:t>
                </a:r>
                <a:r>
                  <a:rPr lang="ja-JP" altLang="en-US" sz="1600"/>
                  <a:t>、</a:t>
                </a:r>
                <a:r>
                  <a:rPr lang="ja-JP" altLang="ja-JP" sz="1600"/>
                  <a:t>クライアントLoRA＋分類ヘッド</a:t>
                </a:r>
                <a:r>
                  <a:rPr lang="ja-JP" altLang="en-US" sz="1600"/>
                  <a:t>を</a:t>
                </a:r>
                <a:r>
                  <a:rPr lang="ja-JP" altLang="ja-JP" sz="1600"/>
                  <a:t>送信</a:t>
                </a:r>
                <a:br>
                  <a:rPr lang="ja-JP" altLang="ja-JP" sz="1600"/>
                </a:br>
                <a:r>
                  <a:rPr lang="ja-JP" altLang="ja-JP" sz="1600" b="1"/>
                  <a:t>出力：</a:t>
                </a:r>
                <a:r>
                  <a:rPr lang="ja-JP" altLang="ja-JP" sz="1600"/>
                  <a:t>ラウンド </a:t>
                </a:r>
                <a14:m>
                  <m:oMath xmlns:m="http://schemas.openxmlformats.org/officeDocument/2006/math">
                    <m:r>
                      <a:rPr lang="ja-JP" altLang="en-US" sz="1600" i="1">
                        <a:latin typeface="Cambria Math" panose="02040503050406030204" pitchFamily="18" charset="0"/>
                      </a:rPr>
                      <m:t>𝑟</m:t>
                    </m:r>
                  </m:oMath>
                </a14:m>
                <a:r>
                  <a:rPr lang="ja-JP" altLang="ja-JP" sz="1600"/>
                  <a:t>の初期クライアントパラメータ</a:t>
                </a:r>
                <a:br>
                  <a:rPr lang="ja-JP" altLang="ja-JP" sz="1600"/>
                </a:br>
                <a:r>
                  <a:rPr lang="ja-JP" altLang="ja-JP" sz="1600"/>
                  <a:t>更新対象：なし</a:t>
                </a:r>
                <a:endParaRPr lang="en-US" altLang="ja-JP" sz="1600"/>
              </a:p>
            </p:txBody>
          </p:sp>
        </mc:Choice>
        <mc:Fallback>
          <p:sp>
            <p:nvSpPr>
              <p:cNvPr id="6" name="テキスト ボックス 5">
                <a:extLst>
                  <a:ext uri="{FF2B5EF4-FFF2-40B4-BE49-F238E27FC236}">
                    <a16:creationId xmlns:a16="http://schemas.microsoft.com/office/drawing/2014/main" id="{515FB0D2-0726-9ED3-C07C-A46D8F486BD2}"/>
                  </a:ext>
                </a:extLst>
              </p:cNvPr>
              <p:cNvSpPr txBox="1">
                <a:spLocks noRot="1" noChangeAspect="1" noMove="1" noResize="1" noEditPoints="1" noAdjustHandles="1" noChangeArrowheads="1" noChangeShapeType="1" noTextEdit="1"/>
              </p:cNvSpPr>
              <p:nvPr/>
            </p:nvSpPr>
            <p:spPr>
              <a:xfrm>
                <a:off x="655598" y="544061"/>
                <a:ext cx="3266203" cy="2062103"/>
              </a:xfrm>
              <a:prstGeom prst="rect">
                <a:avLst/>
              </a:prstGeom>
              <a:blipFill>
                <a:blip r:embed="rId4"/>
                <a:stretch>
                  <a:fillRect l="-931" t="-1173" r="-931" b="-1760"/>
                </a:stretch>
              </a:blipFill>
              <a:ln>
                <a:solidFill>
                  <a:schemeClr val="tx1"/>
                </a:solidFill>
              </a:ln>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186E7364-7187-3492-C571-DAB066C840A1}"/>
              </a:ext>
            </a:extLst>
          </p:cNvPr>
          <p:cNvCxnSpPr>
            <a:cxnSpLocks/>
            <a:stCxn id="6" idx="2"/>
            <a:endCxn id="4" idx="0"/>
          </p:cNvCxnSpPr>
          <p:nvPr/>
        </p:nvCxnSpPr>
        <p:spPr>
          <a:xfrm>
            <a:off x="2288700" y="2606164"/>
            <a:ext cx="18123" cy="9717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DE69CA64-3385-5845-6FA0-1A2927C3907C}"/>
              </a:ext>
            </a:extLst>
          </p:cNvPr>
          <p:cNvSpPr txBox="1"/>
          <p:nvPr/>
        </p:nvSpPr>
        <p:spPr>
          <a:xfrm>
            <a:off x="1499338" y="2766921"/>
            <a:ext cx="1537232" cy="523220"/>
          </a:xfrm>
          <a:prstGeom prst="rect">
            <a:avLst/>
          </a:prstGeom>
          <a:solidFill>
            <a:schemeClr val="bg1"/>
          </a:solidFill>
          <a:ln>
            <a:solidFill>
              <a:schemeClr val="tx1"/>
            </a:solidFill>
          </a:ln>
        </p:spPr>
        <p:txBody>
          <a:bodyPr wrap="square" rtlCol="0">
            <a:spAutoFit/>
          </a:bodyPr>
          <a:lstStyle/>
          <a:p>
            <a:pPr algn="ctr"/>
            <a:r>
              <a:rPr lang="ja-JP" altLang="en-US" sz="1400"/>
              <a:t>次ラウンド初期パラメータ</a:t>
            </a:r>
            <a:endParaRPr lang="en-US" altLang="ja-JP" sz="1400"/>
          </a:p>
        </p:txBody>
      </p:sp>
      <p:cxnSp>
        <p:nvCxnSpPr>
          <p:cNvPr id="11" name="直線矢印コネクタ 10">
            <a:extLst>
              <a:ext uri="{FF2B5EF4-FFF2-40B4-BE49-F238E27FC236}">
                <a16:creationId xmlns:a16="http://schemas.microsoft.com/office/drawing/2014/main" id="{365A415A-E2E4-52B3-1047-F8D7BFEF64F7}"/>
              </a:ext>
            </a:extLst>
          </p:cNvPr>
          <p:cNvCxnSpPr>
            <a:cxnSpLocks/>
            <a:stCxn id="4" idx="3"/>
            <a:endCxn id="5" idx="1"/>
          </p:cNvCxnSpPr>
          <p:nvPr/>
        </p:nvCxnSpPr>
        <p:spPr>
          <a:xfrm flipV="1">
            <a:off x="3921801" y="4733237"/>
            <a:ext cx="493984" cy="4297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99EF31E2-7FEA-A316-A8A9-F36E9B6CAD62}"/>
              </a:ext>
            </a:extLst>
          </p:cNvPr>
          <p:cNvSpPr txBox="1"/>
          <p:nvPr/>
        </p:nvSpPr>
        <p:spPr>
          <a:xfrm>
            <a:off x="3559332" y="5840478"/>
            <a:ext cx="1090078" cy="523220"/>
          </a:xfrm>
          <a:prstGeom prst="rect">
            <a:avLst/>
          </a:prstGeom>
          <a:solidFill>
            <a:schemeClr val="bg1"/>
          </a:solidFill>
          <a:ln>
            <a:solidFill>
              <a:schemeClr val="tx1"/>
            </a:solidFill>
          </a:ln>
        </p:spPr>
        <p:txBody>
          <a:bodyPr wrap="square" rtlCol="0">
            <a:spAutoFit/>
          </a:bodyPr>
          <a:lstStyle/>
          <a:p>
            <a:pPr algn="ctr"/>
            <a:r>
              <a:rPr lang="ja-JP" altLang="ja-JP" sz="1400"/>
              <a:t>局所適応後</a:t>
            </a:r>
            <a:endParaRPr lang="en-US" altLang="ja-JP" sz="1400"/>
          </a:p>
          <a:p>
            <a:pPr algn="ctr"/>
            <a:r>
              <a:rPr lang="ja-JP" altLang="ja-JP" sz="1400"/>
              <a:t>パラメータ</a:t>
            </a:r>
            <a:endParaRPr lang="en-US" altLang="ja-JP" sz="1400"/>
          </a:p>
        </p:txBody>
      </p:sp>
      <p:sp>
        <p:nvSpPr>
          <p:cNvPr id="20" name="テキスト ボックス 19">
            <a:extLst>
              <a:ext uri="{FF2B5EF4-FFF2-40B4-BE49-F238E27FC236}">
                <a16:creationId xmlns:a16="http://schemas.microsoft.com/office/drawing/2014/main" id="{F4AF8373-A81A-0DF6-03DA-3F0A715C3C24}"/>
              </a:ext>
            </a:extLst>
          </p:cNvPr>
          <p:cNvSpPr txBox="1"/>
          <p:nvPr/>
        </p:nvSpPr>
        <p:spPr>
          <a:xfrm>
            <a:off x="4376057" y="538778"/>
            <a:ext cx="3439886" cy="2092881"/>
          </a:xfrm>
          <a:prstGeom prst="rect">
            <a:avLst/>
          </a:prstGeom>
          <a:noFill/>
          <a:ln>
            <a:solidFill>
              <a:schemeClr val="tx1"/>
            </a:solidFill>
          </a:ln>
        </p:spPr>
        <p:txBody>
          <a:bodyPr wrap="square" rtlCol="0">
            <a:spAutoFit/>
          </a:bodyPr>
          <a:lstStyle/>
          <a:p>
            <a:pPr algn="ctr"/>
            <a:r>
              <a:rPr lang="ja-JP" altLang="en-US" sz="1600" b="1"/>
              <a:t>④</a:t>
            </a:r>
            <a:r>
              <a:rPr lang="ja-JP" altLang="ja-JP" sz="1600" b="1"/>
              <a:t>複数端末情報の集約</a:t>
            </a:r>
            <a:endParaRPr lang="en-US" altLang="ja-JP" sz="1600" b="1"/>
          </a:p>
          <a:p>
            <a:r>
              <a:rPr lang="ja-JP" altLang="ja-JP" sz="1600" b="1"/>
              <a:t>入力：</a:t>
            </a:r>
            <a:r>
              <a:rPr lang="ja-JP" altLang="ja-JP" sz="1600"/>
              <a:t>各端末から受信したsurrogate適応情報</a:t>
            </a:r>
            <a:br>
              <a:rPr lang="ja-JP" altLang="ja-JP" sz="1600"/>
            </a:br>
            <a:r>
              <a:rPr lang="ja-JP" altLang="ja-JP" sz="1600" b="1"/>
              <a:t>処理：</a:t>
            </a:r>
            <a:r>
              <a:rPr lang="ja-JP" altLang="ja-JP" sz="1600"/>
              <a:t>端末間で対応する情報を統合</a:t>
            </a:r>
            <a:br>
              <a:rPr lang="ja-JP" altLang="ja-JP" sz="1600"/>
            </a:br>
            <a:r>
              <a:rPr lang="ja-JP" altLang="ja-JP" sz="1600" b="1"/>
              <a:t>出力：</a:t>
            </a:r>
            <a:r>
              <a:rPr lang="ja-JP" altLang="ja-JP" sz="1600"/>
              <a:t>集約teacherまたは集約参照情報</a:t>
            </a:r>
            <a:br>
              <a:rPr lang="ja-JP" altLang="ja-JP" sz="1600"/>
            </a:br>
            <a:r>
              <a:rPr lang="ja-JP" altLang="ja-JP" sz="1600" b="1"/>
              <a:t>更新対象：</a:t>
            </a:r>
            <a:r>
              <a:rPr lang="ja-JP" altLang="ja-JP" sz="1600"/>
              <a:t>なし</a:t>
            </a:r>
            <a:br>
              <a:rPr lang="ja-JP" altLang="ja-JP" sz="1600"/>
            </a:br>
            <a:r>
              <a:rPr lang="ja-JP" altLang="ja-JP" sz="1600" b="1"/>
              <a:t>集約方法：</a:t>
            </a:r>
            <a:r>
              <a:rPr lang="ja-JP" altLang="ja-JP" sz="1600"/>
              <a:t>重み付き</a:t>
            </a:r>
            <a:r>
              <a:rPr lang="ja-JP" altLang="en-US" sz="1600"/>
              <a:t>平均など</a:t>
            </a:r>
            <a:endParaRPr lang="en-US" altLang="ja-JP" sz="1600"/>
          </a:p>
        </p:txBody>
      </p:sp>
      <mc:AlternateContent xmlns:mc="http://schemas.openxmlformats.org/markup-compatibility/2006">
        <mc:Choice xmlns:a14="http://schemas.microsoft.com/office/drawing/2010/main" Requires="a14">
          <p:sp>
            <p:nvSpPr>
              <p:cNvPr id="22" name="テキスト ボックス 21">
                <a:extLst>
                  <a:ext uri="{FF2B5EF4-FFF2-40B4-BE49-F238E27FC236}">
                    <a16:creationId xmlns:a16="http://schemas.microsoft.com/office/drawing/2014/main" id="{CD47C366-3FB9-2AC6-2E8E-51EF4132F35B}"/>
                  </a:ext>
                </a:extLst>
              </p:cNvPr>
              <p:cNvSpPr txBox="1"/>
              <p:nvPr/>
            </p:nvSpPr>
            <p:spPr>
              <a:xfrm>
                <a:off x="8225641" y="283529"/>
                <a:ext cx="3788621" cy="2577885"/>
              </a:xfrm>
              <a:prstGeom prst="rect">
                <a:avLst/>
              </a:prstGeom>
              <a:noFill/>
              <a:ln>
                <a:solidFill>
                  <a:schemeClr val="tx1"/>
                </a:solidFill>
              </a:ln>
            </p:spPr>
            <p:txBody>
              <a:bodyPr wrap="square" rtlCol="0">
                <a:spAutoFit/>
              </a:bodyPr>
              <a:lstStyle/>
              <a:p>
                <a:pPr algn="ctr"/>
                <a:r>
                  <a:rPr lang="ja-JP" altLang="en-US" sz="1600" b="1"/>
                  <a:t>⑤</a:t>
                </a:r>
                <a:r>
                  <a:rPr lang="ja-JP" altLang="ja-JP" sz="1600" b="1"/>
                  <a:t>集約情報による基盤LoRA更新</a:t>
                </a:r>
                <a:endParaRPr lang="en-US" altLang="ja-JP" sz="1600" b="1"/>
              </a:p>
              <a:p>
                <a:r>
                  <a:rPr lang="ja-JP" altLang="ja-JP" sz="1600" b="1"/>
                  <a:t>入力：</a:t>
                </a:r>
                <a:r>
                  <a:rPr lang="ja-JP" altLang="ja-JP" sz="1600"/>
                  <a:t>集約teacher／参照情報、整合用データ、現在の基盤LoRA</a:t>
                </a:r>
                <a:br>
                  <a:rPr lang="ja-JP" altLang="ja-JP" sz="1600"/>
                </a:br>
                <a:r>
                  <a:rPr lang="ja-JP" altLang="ja-JP" sz="1600" b="1"/>
                  <a:t>利用モデル：</a:t>
                </a:r>
                <a:r>
                  <a:rPr lang="ja-JP" altLang="ja-JP" sz="1600"/>
                  <a:t>基盤モデル＋基盤LoRA</a:t>
                </a:r>
                <a:br>
                  <a:rPr lang="ja-JP" altLang="ja-JP" sz="1600"/>
                </a:br>
                <a:r>
                  <a:rPr lang="ja-JP" altLang="ja-JP" sz="1600" b="1"/>
                  <a:t>処理：</a:t>
                </a:r>
                <a:r>
                  <a:rPr lang="ja-JP" altLang="ja-JP" sz="1600"/>
                  <a:t>基盤モデル自身の出力または更新挙動を計算</a:t>
                </a:r>
                <a:br>
                  <a:rPr lang="ja-JP" altLang="ja-JP" sz="1600"/>
                </a:br>
                <a:r>
                  <a:rPr lang="ja-JP" altLang="ja-JP" sz="1600" b="1"/>
                  <a:t>損失：</a:t>
                </a:r>
                <a14:m>
                  <m:oMath xmlns:m="http://schemas.openxmlformats.org/officeDocument/2006/math">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𝐿</m:t>
                        </m:r>
                      </m:e>
                      <m:sub>
                        <m:r>
                          <m:rPr>
                            <m:sty m:val="p"/>
                          </m:rPr>
                          <a:rPr lang="en-US" altLang="ja-JP" sz="1600">
                            <a:latin typeface="Cambria Math" panose="02040503050406030204" pitchFamily="18" charset="0"/>
                          </a:rPr>
                          <m:t>pred</m:t>
                        </m:r>
                      </m:sub>
                    </m:sSub>
                  </m:oMath>
                </a14:m>
                <a:r>
                  <a:rPr lang="ja-JP" altLang="ja-JP" sz="1600"/>
                  <a:t>、</a:t>
                </a:r>
                <a14:m>
                  <m:oMath xmlns:m="http://schemas.openxmlformats.org/officeDocument/2006/math">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𝐿</m:t>
                        </m:r>
                      </m:e>
                      <m:sub>
                        <m:r>
                          <m:rPr>
                            <m:sty m:val="p"/>
                          </m:rPr>
                          <a:rPr lang="en-US" altLang="ja-JP" sz="1600">
                            <a:latin typeface="Cambria Math" panose="02040503050406030204" pitchFamily="18" charset="0"/>
                          </a:rPr>
                          <m:t>grad</m:t>
                        </m:r>
                      </m:sub>
                    </m:sSub>
                  </m:oMath>
                </a14:m>
                <a:r>
                  <a:rPr lang="ja-JP" altLang="ja-JP" sz="1600"/>
                  <a:t>、</a:t>
                </a:r>
                <a14:m>
                  <m:oMath xmlns:m="http://schemas.openxmlformats.org/officeDocument/2006/math">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𝐿</m:t>
                        </m:r>
                      </m:e>
                      <m:sub>
                        <m:r>
                          <m:rPr>
                            <m:sty m:val="p"/>
                          </m:rPr>
                          <a:rPr lang="en-US" altLang="ja-JP" sz="1600">
                            <a:latin typeface="Cambria Math" panose="02040503050406030204" pitchFamily="18" charset="0"/>
                          </a:rPr>
                          <m:t>post</m:t>
                        </m:r>
                      </m:sub>
                    </m:sSub>
                  </m:oMath>
                </a14:m>
                <a:br>
                  <a:rPr lang="ja-JP" altLang="ja-JP" sz="1600"/>
                </a:br>
                <a:r>
                  <a:rPr lang="ja-JP" altLang="ja-JP" sz="1600" b="1"/>
                  <a:t>更新対象：</a:t>
                </a:r>
                <a:r>
                  <a:rPr lang="ja-JP" altLang="ja-JP" sz="1600"/>
                  <a:t>基盤LoRAのみ</a:t>
                </a:r>
                <a:br>
                  <a:rPr lang="ja-JP" altLang="ja-JP" sz="1600"/>
                </a:br>
                <a:r>
                  <a:rPr lang="ja-JP" altLang="ja-JP" sz="1600" b="1"/>
                  <a:t>凍結対象：</a:t>
                </a:r>
                <a:r>
                  <a:rPr lang="ja-JP" altLang="ja-JP" sz="1600"/>
                  <a:t>基盤モデル本体</a:t>
                </a:r>
                <a:br>
                  <a:rPr lang="ja-JP" altLang="ja-JP" sz="1600"/>
                </a:br>
                <a:r>
                  <a:rPr lang="ja-JP" altLang="ja-JP" sz="1600" b="1"/>
                  <a:t>出力：</a:t>
                </a:r>
                <a:r>
                  <a:rPr lang="ja-JP" altLang="ja-JP" sz="1600"/>
                  <a:t>更新済み基盤LoRA</a:t>
                </a:r>
                <a:endParaRPr lang="en-US" altLang="ja-JP" sz="1600"/>
              </a:p>
            </p:txBody>
          </p:sp>
        </mc:Choice>
        <mc:Fallback>
          <p:sp>
            <p:nvSpPr>
              <p:cNvPr id="22" name="テキスト ボックス 21">
                <a:extLst>
                  <a:ext uri="{FF2B5EF4-FFF2-40B4-BE49-F238E27FC236}">
                    <a16:creationId xmlns:a16="http://schemas.microsoft.com/office/drawing/2014/main" id="{CD47C366-3FB9-2AC6-2E8E-51EF4132F35B}"/>
                  </a:ext>
                </a:extLst>
              </p:cNvPr>
              <p:cNvSpPr txBox="1">
                <a:spLocks noRot="1" noChangeAspect="1" noMove="1" noResize="1" noEditPoints="1" noAdjustHandles="1" noChangeArrowheads="1" noChangeShapeType="1" noTextEdit="1"/>
              </p:cNvSpPr>
              <p:nvPr/>
            </p:nvSpPr>
            <p:spPr>
              <a:xfrm>
                <a:off x="8225641" y="283529"/>
                <a:ext cx="3788621" cy="2577885"/>
              </a:xfrm>
              <a:prstGeom prst="rect">
                <a:avLst/>
              </a:prstGeom>
              <a:blipFill>
                <a:blip r:embed="rId5"/>
                <a:stretch>
                  <a:fillRect l="-641" t="-943" b="-2358"/>
                </a:stretch>
              </a:blipFill>
              <a:ln>
                <a:solidFill>
                  <a:schemeClr val="tx1"/>
                </a:solidFill>
              </a:ln>
            </p:spPr>
            <p:txBody>
              <a:bodyPr/>
              <a:lstStyle/>
              <a:p>
                <a:r>
                  <a:rPr lang="ja-JP" altLang="en-US">
                    <a:noFill/>
                  </a:rPr>
                  <a:t> </a:t>
                </a:r>
              </a:p>
            </p:txBody>
          </p:sp>
        </mc:Fallback>
      </mc:AlternateContent>
      <p:cxnSp>
        <p:nvCxnSpPr>
          <p:cNvPr id="31" name="直線矢印コネクタ 30">
            <a:extLst>
              <a:ext uri="{FF2B5EF4-FFF2-40B4-BE49-F238E27FC236}">
                <a16:creationId xmlns:a16="http://schemas.microsoft.com/office/drawing/2014/main" id="{B2F6D986-7549-92B8-BE14-2D2243D0B903}"/>
              </a:ext>
            </a:extLst>
          </p:cNvPr>
          <p:cNvCxnSpPr>
            <a:cxnSpLocks/>
            <a:stCxn id="5" idx="0"/>
            <a:endCxn id="20" idx="2"/>
          </p:cNvCxnSpPr>
          <p:nvPr/>
        </p:nvCxnSpPr>
        <p:spPr>
          <a:xfrm flipH="1" flipV="1">
            <a:off x="6096000" y="2631659"/>
            <a:ext cx="19864" cy="9474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4" name="テキスト ボックス 43">
                <a:extLst>
                  <a:ext uri="{FF2B5EF4-FFF2-40B4-BE49-F238E27FC236}">
                    <a16:creationId xmlns:a16="http://schemas.microsoft.com/office/drawing/2014/main" id="{791A8941-23C3-A151-7686-23CE097B479D}"/>
                  </a:ext>
                </a:extLst>
              </p:cNvPr>
              <p:cNvSpPr txBox="1"/>
              <p:nvPr/>
            </p:nvSpPr>
            <p:spPr>
              <a:xfrm>
                <a:off x="8181081" y="3562931"/>
                <a:ext cx="3877739" cy="2800767"/>
              </a:xfrm>
              <a:prstGeom prst="rect">
                <a:avLst/>
              </a:prstGeom>
              <a:noFill/>
              <a:ln>
                <a:solidFill>
                  <a:schemeClr val="tx1"/>
                </a:solidFill>
              </a:ln>
            </p:spPr>
            <p:txBody>
              <a:bodyPr wrap="square" rtlCol="0">
                <a:spAutoFit/>
              </a:bodyPr>
              <a:lstStyle/>
              <a:p>
                <a:pPr algn="ctr"/>
                <a:r>
                  <a:rPr lang="ja-JP" altLang="ja-JP" sz="1600" b="1"/>
                  <a:t>⑥ 次ラウンド用知識の生成・蒸留更新</a:t>
                </a:r>
                <a:endParaRPr lang="en-US" altLang="ja-JP" sz="1600" b="1"/>
              </a:p>
              <a:p>
                <a:r>
                  <a:rPr lang="ja-JP" altLang="ja-JP" sz="1600" b="1"/>
                  <a:t>入力：</a:t>
                </a:r>
                <a:r>
                  <a:rPr lang="ja-JP" altLang="ja-JP" sz="1600"/>
                  <a:t>基盤モデル＋更新済み基盤LoRA</a:t>
                </a:r>
                <a:br>
                  <a:rPr lang="ja-JP" altLang="ja-JP" sz="1600"/>
                </a:br>
                <a:r>
                  <a:rPr lang="ja-JP" altLang="ja-JP" sz="1600" b="1"/>
                  <a:t>利用データ</a:t>
                </a:r>
                <a:r>
                  <a:rPr lang="ja-JP" altLang="en-US" sz="1600" b="1">
                    <a:sym typeface="Wingdings" panose="05000000000000000000" pitchFamily="2" charset="2"/>
                  </a:rPr>
                  <a:t>：</a:t>
                </a:r>
                <a:r>
                  <a:rPr lang="en-US" altLang="ja-JP" sz="1600">
                    <a:sym typeface="Wingdings" panose="05000000000000000000" pitchFamily="2" charset="2"/>
                  </a:rPr>
                  <a:t>(</a:t>
                </a:r>
                <a:r>
                  <a:rPr lang="ja-JP" altLang="ja-JP" sz="1600"/>
                  <a:t>還元用の</a:t>
                </a:r>
                <a:r>
                  <a:rPr lang="en-US" altLang="ja-JP" sz="1600"/>
                  <a:t>)</a:t>
                </a:r>
                <a:r>
                  <a:rPr lang="ja-JP" altLang="ja-JP" sz="1600"/>
                  <a:t>整合データ</a:t>
                </a:r>
                <a:br>
                  <a:rPr lang="ja-JP" altLang="ja-JP" sz="1600"/>
                </a:br>
                <a:r>
                  <a:rPr lang="ja-JP" altLang="ja-JP" sz="1600" b="1"/>
                  <a:t>処理1</a:t>
                </a:r>
                <a:r>
                  <a:rPr lang="ja-JP" altLang="ja-JP" sz="1600"/>
                  <a:t>：基盤モデルがteacher logitsを生成</a:t>
                </a:r>
                <a:br>
                  <a:rPr lang="ja-JP" altLang="ja-JP" sz="1600"/>
                </a:br>
                <a:r>
                  <a:rPr lang="ja-JP" altLang="ja-JP" sz="1600" b="1"/>
                  <a:t>処理2</a:t>
                </a:r>
                <a:r>
                  <a:rPr lang="ja-JP" altLang="ja-JP" sz="1600"/>
                  <a:t>：teacher logitsを用いて次ラウンド用クライアントLoRAを蒸留更新</a:t>
                </a:r>
                <a:br>
                  <a:rPr lang="ja-JP" altLang="ja-JP" sz="1600"/>
                </a:br>
                <a:r>
                  <a:rPr lang="ja-JP" altLang="ja-JP" sz="1600" b="1"/>
                  <a:t>損失：</a:t>
                </a:r>
                <a:r>
                  <a:rPr lang="ja-JP" altLang="ja-JP" sz="1600"/>
                  <a:t>蒸留損失 </a:t>
                </a:r>
                <a14:m>
                  <m:oMath xmlns:m="http://schemas.openxmlformats.org/officeDocument/2006/math">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𝐿</m:t>
                        </m:r>
                      </m:e>
                      <m:sub>
                        <m:r>
                          <m:rPr>
                            <m:sty m:val="p"/>
                          </m:rPr>
                          <a:rPr lang="en-US" altLang="ja-JP" sz="1600">
                            <a:latin typeface="Cambria Math" panose="02040503050406030204" pitchFamily="18" charset="0"/>
                          </a:rPr>
                          <m:t>dist</m:t>
                        </m:r>
                      </m:sub>
                    </m:sSub>
                  </m:oMath>
                </a14:m>
                <a:br>
                  <a:rPr lang="ja-JP" altLang="ja-JP" sz="1600"/>
                </a:br>
                <a:r>
                  <a:rPr lang="ja-JP" altLang="ja-JP" sz="1600" b="1"/>
                  <a:t>更新対象：</a:t>
                </a:r>
                <a:r>
                  <a:rPr lang="ja-JP" altLang="ja-JP" sz="1600"/>
                  <a:t>クライアントLoRA、分類ヘッド</a:t>
                </a:r>
                <a:br>
                  <a:rPr lang="ja-JP" altLang="ja-JP" sz="1600"/>
                </a:br>
                <a:r>
                  <a:rPr lang="ja-JP" altLang="ja-JP" sz="1600" b="1"/>
                  <a:t>出力：</a:t>
                </a:r>
                <a:r>
                  <a:rPr lang="ja-JP" altLang="ja-JP" sz="1600"/>
                  <a:t>次ラウンド用クライアントパラメータ</a:t>
                </a:r>
                <a:endParaRPr lang="en-US" altLang="ja-JP" sz="1600"/>
              </a:p>
            </p:txBody>
          </p:sp>
        </mc:Choice>
        <mc:Fallback>
          <p:sp>
            <p:nvSpPr>
              <p:cNvPr id="44" name="テキスト ボックス 43">
                <a:extLst>
                  <a:ext uri="{FF2B5EF4-FFF2-40B4-BE49-F238E27FC236}">
                    <a16:creationId xmlns:a16="http://schemas.microsoft.com/office/drawing/2014/main" id="{791A8941-23C3-A151-7686-23CE097B479D}"/>
                  </a:ext>
                </a:extLst>
              </p:cNvPr>
              <p:cNvSpPr txBox="1">
                <a:spLocks noRot="1" noChangeAspect="1" noMove="1" noResize="1" noEditPoints="1" noAdjustHandles="1" noChangeArrowheads="1" noChangeShapeType="1" noTextEdit="1"/>
              </p:cNvSpPr>
              <p:nvPr/>
            </p:nvSpPr>
            <p:spPr>
              <a:xfrm>
                <a:off x="8181081" y="3562931"/>
                <a:ext cx="3877739" cy="2800767"/>
              </a:xfrm>
              <a:prstGeom prst="rect">
                <a:avLst/>
              </a:prstGeom>
              <a:blipFill>
                <a:blip r:embed="rId6"/>
                <a:stretch>
                  <a:fillRect l="-627" t="-866" r="-784" b="-1082"/>
                </a:stretch>
              </a:blipFill>
              <a:ln>
                <a:solidFill>
                  <a:schemeClr val="tx1"/>
                </a:solidFill>
              </a:ln>
            </p:spPr>
            <p:txBody>
              <a:bodyPr/>
              <a:lstStyle/>
              <a:p>
                <a:r>
                  <a:rPr lang="ja-JP" altLang="en-US">
                    <a:noFill/>
                  </a:rPr>
                  <a:t> </a:t>
                </a:r>
              </a:p>
            </p:txBody>
          </p:sp>
        </mc:Fallback>
      </mc:AlternateContent>
      <p:cxnSp>
        <p:nvCxnSpPr>
          <p:cNvPr id="50" name="直線矢印コネクタ 49">
            <a:extLst>
              <a:ext uri="{FF2B5EF4-FFF2-40B4-BE49-F238E27FC236}">
                <a16:creationId xmlns:a16="http://schemas.microsoft.com/office/drawing/2014/main" id="{BAF91646-1297-55EE-ADAE-7F20F4D1A577}"/>
              </a:ext>
            </a:extLst>
          </p:cNvPr>
          <p:cNvCxnSpPr>
            <a:cxnSpLocks/>
            <a:stCxn id="20" idx="3"/>
            <a:endCxn id="22" idx="1"/>
          </p:cNvCxnSpPr>
          <p:nvPr/>
        </p:nvCxnSpPr>
        <p:spPr>
          <a:xfrm flipV="1">
            <a:off x="7815943" y="1572472"/>
            <a:ext cx="409698" cy="127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テキスト ボックス 69">
            <a:extLst>
              <a:ext uri="{FF2B5EF4-FFF2-40B4-BE49-F238E27FC236}">
                <a16:creationId xmlns:a16="http://schemas.microsoft.com/office/drawing/2014/main" id="{9390BD3B-D141-D164-638B-4FC70AB0B02A}"/>
              </a:ext>
            </a:extLst>
          </p:cNvPr>
          <p:cNvSpPr txBox="1"/>
          <p:nvPr/>
        </p:nvSpPr>
        <p:spPr>
          <a:xfrm>
            <a:off x="5303548" y="2788829"/>
            <a:ext cx="1584904" cy="523220"/>
          </a:xfrm>
          <a:prstGeom prst="rect">
            <a:avLst/>
          </a:prstGeom>
          <a:solidFill>
            <a:schemeClr val="bg1"/>
          </a:solidFill>
          <a:ln>
            <a:solidFill>
              <a:schemeClr val="tx1"/>
            </a:solidFill>
          </a:ln>
        </p:spPr>
        <p:txBody>
          <a:bodyPr wrap="square" rtlCol="0">
            <a:spAutoFit/>
          </a:bodyPr>
          <a:lstStyle/>
          <a:p>
            <a:pPr algn="ctr"/>
            <a:r>
              <a:rPr lang="ja-JP" altLang="ja-JP" sz="1400"/>
              <a:t>各端末の</a:t>
            </a:r>
            <a:endParaRPr lang="en-US" altLang="ja-JP" sz="1400"/>
          </a:p>
          <a:p>
            <a:pPr algn="ctr"/>
            <a:r>
              <a:rPr lang="ja-JP" altLang="ja-JP" sz="1400"/>
              <a:t>surrogate適応情報</a:t>
            </a:r>
            <a:endParaRPr lang="en-US" altLang="ja-JP" sz="1400"/>
          </a:p>
        </p:txBody>
      </p:sp>
      <p:cxnSp>
        <p:nvCxnSpPr>
          <p:cNvPr id="75" name="直線矢印コネクタ 74">
            <a:extLst>
              <a:ext uri="{FF2B5EF4-FFF2-40B4-BE49-F238E27FC236}">
                <a16:creationId xmlns:a16="http://schemas.microsoft.com/office/drawing/2014/main" id="{8E4BE170-0D46-8B8F-1D78-C5EAA11B4615}"/>
              </a:ext>
            </a:extLst>
          </p:cNvPr>
          <p:cNvCxnSpPr>
            <a:cxnSpLocks/>
            <a:stCxn id="22" idx="2"/>
            <a:endCxn id="44" idx="0"/>
          </p:cNvCxnSpPr>
          <p:nvPr/>
        </p:nvCxnSpPr>
        <p:spPr>
          <a:xfrm flipH="1">
            <a:off x="10119951" y="2861414"/>
            <a:ext cx="1" cy="7015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3B461CA6-F512-4817-80A9-5ED3340BB573}"/>
              </a:ext>
            </a:extLst>
          </p:cNvPr>
          <p:cNvSpPr txBox="1"/>
          <p:nvPr/>
        </p:nvSpPr>
        <p:spPr>
          <a:xfrm>
            <a:off x="9101524" y="2927478"/>
            <a:ext cx="1905862" cy="307777"/>
          </a:xfrm>
          <a:prstGeom prst="rect">
            <a:avLst/>
          </a:prstGeom>
          <a:solidFill>
            <a:schemeClr val="bg1"/>
          </a:solidFill>
          <a:ln>
            <a:solidFill>
              <a:schemeClr val="tx1"/>
            </a:solidFill>
          </a:ln>
        </p:spPr>
        <p:txBody>
          <a:bodyPr wrap="square" rtlCol="0">
            <a:spAutoFit/>
          </a:bodyPr>
          <a:lstStyle/>
          <a:p>
            <a:pPr algn="ctr"/>
            <a:r>
              <a:rPr lang="ja-JP" altLang="ja-JP" sz="1400"/>
              <a:t>更新済み基盤LoRA</a:t>
            </a:r>
            <a:endParaRPr lang="en-US" altLang="ja-JP" sz="1400"/>
          </a:p>
        </p:txBody>
      </p:sp>
      <p:cxnSp>
        <p:nvCxnSpPr>
          <p:cNvPr id="81" name="直線矢印コネクタ 80">
            <a:extLst>
              <a:ext uri="{FF2B5EF4-FFF2-40B4-BE49-F238E27FC236}">
                <a16:creationId xmlns:a16="http://schemas.microsoft.com/office/drawing/2014/main" id="{AFB1985F-82F8-F1BF-003E-D426C20DAFAB}"/>
              </a:ext>
            </a:extLst>
          </p:cNvPr>
          <p:cNvCxnSpPr>
            <a:cxnSpLocks/>
          </p:cNvCxnSpPr>
          <p:nvPr/>
        </p:nvCxnSpPr>
        <p:spPr>
          <a:xfrm flipH="1">
            <a:off x="10119950" y="6378938"/>
            <a:ext cx="1" cy="7015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矢印コネクタ 81">
            <a:extLst>
              <a:ext uri="{FF2B5EF4-FFF2-40B4-BE49-F238E27FC236}">
                <a16:creationId xmlns:a16="http://schemas.microsoft.com/office/drawing/2014/main" id="{FC752CCF-FF62-BBA6-F770-E7059C749331}"/>
              </a:ext>
            </a:extLst>
          </p:cNvPr>
          <p:cNvCxnSpPr>
            <a:cxnSpLocks/>
          </p:cNvCxnSpPr>
          <p:nvPr/>
        </p:nvCxnSpPr>
        <p:spPr>
          <a:xfrm flipH="1">
            <a:off x="2188028" y="-162739"/>
            <a:ext cx="1" cy="7015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テキスト ボックス 83">
            <a:extLst>
              <a:ext uri="{FF2B5EF4-FFF2-40B4-BE49-F238E27FC236}">
                <a16:creationId xmlns:a16="http://schemas.microsoft.com/office/drawing/2014/main" id="{0E354DCB-701B-3647-9BFC-8CD1D956E9AB}"/>
              </a:ext>
            </a:extLst>
          </p:cNvPr>
          <p:cNvSpPr txBox="1"/>
          <p:nvPr/>
        </p:nvSpPr>
        <p:spPr>
          <a:xfrm>
            <a:off x="1967062" y="11847"/>
            <a:ext cx="441932" cy="307777"/>
          </a:xfrm>
          <a:prstGeom prst="rect">
            <a:avLst/>
          </a:prstGeom>
          <a:solidFill>
            <a:schemeClr val="bg1"/>
          </a:solidFill>
          <a:ln>
            <a:solidFill>
              <a:schemeClr val="tx1"/>
            </a:solidFill>
          </a:ln>
        </p:spPr>
        <p:txBody>
          <a:bodyPr wrap="square" rtlCol="0">
            <a:spAutoFit/>
          </a:bodyPr>
          <a:lstStyle/>
          <a:p>
            <a:pPr algn="ctr"/>
            <a:r>
              <a:rPr lang="ja-JP" altLang="en-US" sz="1400"/>
              <a:t>⑥</a:t>
            </a:r>
            <a:endParaRPr lang="en-US" altLang="ja-JP" sz="1400"/>
          </a:p>
        </p:txBody>
      </p:sp>
    </p:spTree>
    <p:extLst>
      <p:ext uri="{BB962C8B-B14F-4D97-AF65-F5344CB8AC3E}">
        <p14:creationId xmlns:p14="http://schemas.microsoft.com/office/powerpoint/2010/main" val="111345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48BF1B-6E36-C73E-1059-09798B0520D6}"/>
              </a:ext>
            </a:extLst>
          </p:cNvPr>
          <p:cNvSpPr>
            <a:spLocks noGrp="1"/>
          </p:cNvSpPr>
          <p:nvPr>
            <p:ph type="title"/>
          </p:nvPr>
        </p:nvSpPr>
        <p:spPr/>
        <p:txBody>
          <a:bodyPr/>
          <a:lstStyle/>
          <a:p>
            <a:r>
              <a:rPr lang="ja-JP" altLang="ja-JP"/>
              <a:t>クラウド側基盤LoRA更新の詳細フロー</a:t>
            </a:r>
            <a:endParaRPr kumimoji="1" lang="ja-JP" altLang="en-US"/>
          </a:p>
        </p:txBody>
      </p:sp>
      <p:sp>
        <p:nvSpPr>
          <p:cNvPr id="3" name="スライド番号プレースホルダー 2">
            <a:extLst>
              <a:ext uri="{FF2B5EF4-FFF2-40B4-BE49-F238E27FC236}">
                <a16:creationId xmlns:a16="http://schemas.microsoft.com/office/drawing/2014/main" id="{17EC6225-9B0D-2D1C-8771-CBF320798004}"/>
              </a:ext>
            </a:extLst>
          </p:cNvPr>
          <p:cNvSpPr>
            <a:spLocks noGrp="1"/>
          </p:cNvSpPr>
          <p:nvPr>
            <p:ph type="sldNum" sz="quarter" idx="4"/>
          </p:nvPr>
        </p:nvSpPr>
        <p:spPr/>
        <p:txBody>
          <a:bodyPr/>
          <a:lstStyle/>
          <a:p>
            <a:fld id="{C088C981-6885-4100-82A1-DE7074EC4480}" type="slidenum">
              <a:rPr lang="ja-JP" altLang="en-US" smtClean="0"/>
              <a:pPr/>
              <a:t>4</a:t>
            </a:fld>
            <a:endParaRPr lang="ja-JP" altLang="en-US">
              <a:latin typeface="Arial" panose="020B0604020202020204" pitchFamily="34" charset="0"/>
            </a:endParaRPr>
          </a:p>
        </p:txBody>
      </p:sp>
      <p:graphicFrame>
        <p:nvGraphicFramePr>
          <p:cNvPr id="6" name="表 5">
            <a:extLst>
              <a:ext uri="{FF2B5EF4-FFF2-40B4-BE49-F238E27FC236}">
                <a16:creationId xmlns:a16="http://schemas.microsoft.com/office/drawing/2014/main" id="{081456E8-267C-2C12-9D0C-377EFCC11D4C}"/>
              </a:ext>
            </a:extLst>
          </p:cNvPr>
          <p:cNvGraphicFramePr>
            <a:graphicFrameLocks noGrp="1"/>
          </p:cNvGraphicFramePr>
          <p:nvPr>
            <p:extLst>
              <p:ext uri="{D42A27DB-BD31-4B8C-83A1-F6EECF244321}">
                <p14:modId xmlns:p14="http://schemas.microsoft.com/office/powerpoint/2010/main" val="906608333"/>
              </p:ext>
            </p:extLst>
          </p:nvPr>
        </p:nvGraphicFramePr>
        <p:xfrm>
          <a:off x="70253" y="2080385"/>
          <a:ext cx="3857897" cy="1463040"/>
        </p:xfrm>
        <a:graphic>
          <a:graphicData uri="http://schemas.openxmlformats.org/drawingml/2006/table">
            <a:tbl>
              <a:tblPr firstRow="1" bandRow="1">
                <a:tableStyleId>{5C22544A-7EE6-4342-B048-85BDC9FD1C3A}</a:tableStyleId>
              </a:tblPr>
              <a:tblGrid>
                <a:gridCol w="3857897">
                  <a:extLst>
                    <a:ext uri="{9D8B030D-6E8A-4147-A177-3AD203B41FA5}">
                      <a16:colId xmlns:a16="http://schemas.microsoft.com/office/drawing/2014/main" val="2151416950"/>
                    </a:ext>
                  </a:extLst>
                </a:gridCol>
              </a:tblGrid>
              <a:tr h="829119">
                <a:tc>
                  <a:txBody>
                    <a:bodyPr/>
                    <a:lstStyle/>
                    <a:p>
                      <a:pPr algn="ctr"/>
                      <a:r>
                        <a:rPr lang="ja-JP" altLang="en-US" b="1">
                          <a:solidFill>
                            <a:schemeClr val="tx1"/>
                          </a:solidFill>
                        </a:rPr>
                        <a:t>端末</a:t>
                      </a:r>
                      <a:r>
                        <a:rPr lang="en-US" altLang="ja-JP" b="1">
                          <a:solidFill>
                            <a:schemeClr val="tx1"/>
                          </a:solidFill>
                        </a:rPr>
                        <a:t>logits</a:t>
                      </a:r>
                      <a:r>
                        <a:rPr lang="ja-JP" altLang="en-US" b="1">
                          <a:solidFill>
                            <a:schemeClr val="tx1"/>
                          </a:solidFill>
                        </a:rPr>
                        <a:t>の確率分布化・集約</a:t>
                      </a:r>
                      <a:endParaRPr lang="en-US" altLang="ja-JP" b="1">
                        <a:solidFill>
                          <a:schemeClr val="tx1"/>
                        </a:solidFill>
                      </a:endParaRPr>
                    </a:p>
                    <a:p>
                      <a:pPr algn="l"/>
                      <a:r>
                        <a:rPr lang="ja-JP" altLang="ja-JP" sz="1800">
                          <a:solidFill>
                            <a:schemeClr val="tx1"/>
                          </a:solidFill>
                        </a:rPr>
                        <a:t>入力：</a:t>
                      </a:r>
                      <a:r>
                        <a:rPr lang="ja-JP" altLang="en-US" b="0">
                          <a:solidFill>
                            <a:schemeClr val="tx1"/>
                          </a:solidFill>
                        </a:rPr>
                        <a:t>各端末の</a:t>
                      </a:r>
                      <a:r>
                        <a:rPr lang="en-US" altLang="ja-JP" b="0">
                          <a:solidFill>
                            <a:schemeClr val="tx1"/>
                          </a:solidFill>
                        </a:rPr>
                        <a:t>logits</a:t>
                      </a:r>
                      <a:r>
                        <a:rPr lang="ja-JP" altLang="en-US" b="0">
                          <a:solidFill>
                            <a:schemeClr val="tx1"/>
                          </a:solidFill>
                        </a:rPr>
                        <a:t>、端末重み</a:t>
                      </a:r>
                      <a:endParaRPr lang="en-US" altLang="ja-JP" b="0">
                        <a:solidFill>
                          <a:schemeClr val="tx1"/>
                        </a:solidFill>
                      </a:endParaRPr>
                    </a:p>
                    <a:p>
                      <a:r>
                        <a:rPr lang="ja-JP" altLang="en-US" b="1">
                          <a:solidFill>
                            <a:schemeClr val="tx1"/>
                          </a:solidFill>
                        </a:rPr>
                        <a:t>処理</a:t>
                      </a:r>
                      <a:r>
                        <a:rPr lang="ja-JP" altLang="en-US" b="0">
                          <a:solidFill>
                            <a:schemeClr val="tx1"/>
                          </a:solidFill>
                        </a:rPr>
                        <a:t>：</a:t>
                      </a:r>
                      <a:r>
                        <a:rPr lang="ja-JP" altLang="ja-JP" b="0">
                          <a:solidFill>
                            <a:schemeClr val="tx1"/>
                          </a:solidFill>
                        </a:rPr>
                        <a:t>各端末の出力分布を集約teacher分布へ変換する</a:t>
                      </a:r>
                      <a:endParaRPr lang="en-US" altLang="ja-JP" b="0">
                        <a:solidFill>
                          <a:schemeClr val="tx1"/>
                        </a:solidFill>
                      </a:endParaRPr>
                    </a:p>
                    <a:p>
                      <a:r>
                        <a:rPr lang="ja-JP" altLang="ja-JP" sz="1800">
                          <a:solidFill>
                            <a:schemeClr val="tx1"/>
                          </a:solidFill>
                        </a:rPr>
                        <a:t>出力：</a:t>
                      </a:r>
                      <a:r>
                        <a:rPr lang="ja-JP" altLang="ja-JP" b="0">
                          <a:solidFill>
                            <a:schemeClr val="tx1"/>
                          </a:solidFill>
                        </a:rPr>
                        <a:t>集約teacher分布</a:t>
                      </a:r>
                      <a:endParaRPr kumimoji="1" lang="ja-JP"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p:graphicFrame>
        <p:nvGraphicFramePr>
          <p:cNvPr id="8" name="表 7">
            <a:extLst>
              <a:ext uri="{FF2B5EF4-FFF2-40B4-BE49-F238E27FC236}">
                <a16:creationId xmlns:a16="http://schemas.microsoft.com/office/drawing/2014/main" id="{2ECCCB90-751F-F3B0-75B8-88CC33869723}"/>
              </a:ext>
            </a:extLst>
          </p:cNvPr>
          <p:cNvGraphicFramePr>
            <a:graphicFrameLocks noGrp="1"/>
          </p:cNvGraphicFramePr>
          <p:nvPr>
            <p:extLst>
              <p:ext uri="{D42A27DB-BD31-4B8C-83A1-F6EECF244321}">
                <p14:modId xmlns:p14="http://schemas.microsoft.com/office/powerpoint/2010/main" val="3680354387"/>
              </p:ext>
            </p:extLst>
          </p:nvPr>
        </p:nvGraphicFramePr>
        <p:xfrm>
          <a:off x="70253" y="4308306"/>
          <a:ext cx="3857897" cy="2011680"/>
        </p:xfrm>
        <a:graphic>
          <a:graphicData uri="http://schemas.openxmlformats.org/drawingml/2006/table">
            <a:tbl>
              <a:tblPr firstRow="1" bandRow="1">
                <a:tableStyleId>{5C22544A-7EE6-4342-B048-85BDC9FD1C3A}</a:tableStyleId>
              </a:tblPr>
              <a:tblGrid>
                <a:gridCol w="3857897">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基盤側予測分布の計算</a:t>
                      </a:r>
                      <a:endParaRPr lang="en-US" altLang="ja-JP" sz="1800">
                        <a:solidFill>
                          <a:schemeClr val="tx1"/>
                        </a:solidFill>
                      </a:endParaRPr>
                    </a:p>
                    <a:p>
                      <a:pPr algn="l"/>
                      <a:r>
                        <a:rPr lang="ja-JP" altLang="ja-JP" b="1">
                          <a:solidFill>
                            <a:schemeClr val="tx1"/>
                          </a:solidFill>
                        </a:rPr>
                        <a:t>入力</a:t>
                      </a:r>
                      <a:r>
                        <a:rPr lang="ja-JP" altLang="en-US" b="1">
                          <a:solidFill>
                            <a:schemeClr val="tx1"/>
                          </a:solidFill>
                        </a:rPr>
                        <a:t>：</a:t>
                      </a:r>
                      <a:r>
                        <a:rPr lang="ja-JP" altLang="en-US" b="0">
                          <a:solidFill>
                            <a:schemeClr val="tx1"/>
                          </a:solidFill>
                        </a:rPr>
                        <a:t>整合用データ，現在の基盤モデル＋基盤</a:t>
                      </a:r>
                      <a:r>
                        <a:rPr lang="en-US" altLang="ja-JP" b="0" err="1">
                          <a:solidFill>
                            <a:schemeClr val="tx1"/>
                          </a:solidFill>
                        </a:rPr>
                        <a:t>LoRA</a:t>
                      </a:r>
                      <a:r>
                        <a:rPr lang="ja-JP" altLang="en-US" b="0">
                          <a:solidFill>
                            <a:schemeClr val="tx1"/>
                          </a:solidFill>
                        </a:rPr>
                        <a:t>＋分類ヘッド</a:t>
                      </a:r>
                      <a:endParaRPr lang="en-US" altLang="ja-JP" b="0">
                        <a:solidFill>
                          <a:schemeClr val="tx1"/>
                        </a:solidFill>
                      </a:endParaRPr>
                    </a:p>
                    <a:p>
                      <a:pPr algn="l"/>
                      <a:r>
                        <a:rPr lang="ja-JP" altLang="en-US" b="1">
                          <a:solidFill>
                            <a:schemeClr val="tx1"/>
                          </a:solidFill>
                        </a:rPr>
                        <a:t>処理</a:t>
                      </a:r>
                      <a:r>
                        <a:rPr lang="ja-JP" altLang="en-US" b="0">
                          <a:solidFill>
                            <a:schemeClr val="tx1"/>
                          </a:solidFill>
                        </a:rPr>
                        <a:t>：基盤モデル </a:t>
                      </a:r>
                      <a:r>
                        <a:rPr lang="en-US" altLang="ja-JP" b="0">
                          <a:solidFill>
                            <a:schemeClr val="tx1"/>
                          </a:solidFill>
                        </a:rPr>
                        <a:t>+ </a:t>
                      </a:r>
                      <a:r>
                        <a:rPr lang="ja-JP" altLang="en-US" b="0">
                          <a:solidFill>
                            <a:schemeClr val="tx1"/>
                          </a:solidFill>
                        </a:rPr>
                        <a:t>基盤</a:t>
                      </a:r>
                      <a:r>
                        <a:rPr lang="en-US" altLang="ja-JP" b="0" err="1">
                          <a:solidFill>
                            <a:schemeClr val="tx1"/>
                          </a:solidFill>
                        </a:rPr>
                        <a:t>LoRA</a:t>
                      </a:r>
                      <a:r>
                        <a:rPr lang="ja-JP" altLang="en-US" b="0">
                          <a:solidFill>
                            <a:schemeClr val="tx1"/>
                          </a:solidFill>
                        </a:rPr>
                        <a:t>に整合用データを入力し、基盤側の出力分布または更新挙動を計算する</a:t>
                      </a:r>
                      <a:endParaRPr lang="ja-JP" altLang="ja-JP" b="0">
                        <a:solidFill>
                          <a:schemeClr val="tx1"/>
                        </a:solidFill>
                      </a:endParaRPr>
                    </a:p>
                    <a:p>
                      <a:pPr algn="l"/>
                      <a:r>
                        <a:rPr lang="ja-JP" altLang="en-US" sz="1800">
                          <a:solidFill>
                            <a:schemeClr val="tx1"/>
                          </a:solidFill>
                        </a:rPr>
                        <a:t>出力：</a:t>
                      </a:r>
                      <a:r>
                        <a:rPr lang="ja-JP" altLang="en-US" sz="1800" b="0">
                          <a:solidFill>
                            <a:schemeClr val="tx1"/>
                          </a:solidFill>
                        </a:rPr>
                        <a:t>基盤側の出力分布</a:t>
                      </a:r>
                      <a:endParaRPr lang="en-US" altLang="ja-JP" sz="18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AlternateContent xmlns:mc="http://schemas.openxmlformats.org/markup-compatibility/2006">
        <mc:Choice xmlns:a14="http://schemas.microsoft.com/office/drawing/2010/main" Requires="a14">
          <p:graphicFrame>
            <p:nvGraphicFramePr>
              <p:cNvPr id="10" name="表 9">
                <a:extLst>
                  <a:ext uri="{FF2B5EF4-FFF2-40B4-BE49-F238E27FC236}">
                    <a16:creationId xmlns:a16="http://schemas.microsoft.com/office/drawing/2014/main" id="{4AF086EB-42CA-CDE6-5CCC-F1BA9A942300}"/>
                  </a:ext>
                </a:extLst>
              </p:cNvPr>
              <p:cNvGraphicFramePr>
                <a:graphicFrameLocks noGrp="1"/>
              </p:cNvGraphicFramePr>
              <p:nvPr>
                <p:extLst>
                  <p:ext uri="{D42A27DB-BD31-4B8C-83A1-F6EECF244321}">
                    <p14:modId xmlns:p14="http://schemas.microsoft.com/office/powerpoint/2010/main" val="1593456180"/>
                  </p:ext>
                </p:extLst>
              </p:nvPr>
            </p:nvGraphicFramePr>
            <p:xfrm>
              <a:off x="4167051" y="1067325"/>
              <a:ext cx="3857897" cy="2334895"/>
            </p:xfrm>
            <a:graphic>
              <a:graphicData uri="http://schemas.openxmlformats.org/drawingml/2006/table">
                <a:tbl>
                  <a:tblPr firstRow="1" bandRow="1">
                    <a:tableStyleId>{5C22544A-7EE6-4342-B048-85BDC9FD1C3A}</a:tableStyleId>
                  </a:tblPr>
                  <a:tblGrid>
                    <a:gridCol w="3857897">
                      <a:extLst>
                        <a:ext uri="{9D8B030D-6E8A-4147-A177-3AD203B41FA5}">
                          <a16:colId xmlns:a16="http://schemas.microsoft.com/office/drawing/2014/main" val="2151416950"/>
                        </a:ext>
                      </a:extLst>
                    </a:gridCol>
                  </a:tblGrid>
                  <a:tr h="370840">
                    <a:tc>
                      <a:txBody>
                        <a:bodyPr/>
                        <a:lstStyle/>
                        <a:p>
                          <a:pPr algn="ctr"/>
                          <a:r>
                            <a:rPr lang="ja-JP" altLang="en-US" sz="1800" dirty="0">
                              <a:solidFill>
                                <a:schemeClr val="tx1"/>
                              </a:solidFill>
                            </a:rPr>
                            <a:t>集約</a:t>
                          </a:r>
                          <a:r>
                            <a:rPr lang="en-US" altLang="ja-JP" sz="1800" dirty="0">
                              <a:solidFill>
                                <a:schemeClr val="tx1"/>
                              </a:solidFill>
                            </a:rPr>
                            <a:t>teacher</a:t>
                          </a:r>
                          <a:r>
                            <a:rPr lang="ja-JP" altLang="en-US" sz="1800" dirty="0">
                              <a:solidFill>
                                <a:schemeClr val="tx1"/>
                              </a:solidFill>
                            </a:rPr>
                            <a:t>との整合損失を計算</a:t>
                          </a:r>
                          <a:endParaRPr lang="en-US" altLang="ja-JP" sz="1800" dirty="0">
                            <a:solidFill>
                              <a:schemeClr val="tx1"/>
                            </a:solidFill>
                          </a:endParaRPr>
                        </a:p>
                        <a:p>
                          <a:pPr algn="l"/>
                          <a:endParaRPr lang="en-US" altLang="ja-JP" sz="1800" dirty="0">
                            <a:solidFill>
                              <a:schemeClr val="tx1"/>
                            </a:solidFill>
                          </a:endParaRPr>
                        </a:p>
                        <a:p>
                          <a:pPr algn="l"/>
                          <a:r>
                            <a:rPr lang="ja-JP" altLang="ja-JP" b="1" dirty="0">
                              <a:solidFill>
                                <a:schemeClr val="tx1"/>
                              </a:solidFill>
                            </a:rPr>
                            <a:t>入力</a:t>
                          </a:r>
                          <a:r>
                            <a:rPr lang="ja-JP" altLang="en-US" b="1" dirty="0">
                              <a:solidFill>
                                <a:schemeClr val="tx1"/>
                              </a:solidFill>
                            </a:rPr>
                            <a:t>：</a:t>
                          </a:r>
                          <a:r>
                            <a:rPr lang="ja-JP" altLang="en-US" b="0" dirty="0">
                              <a:solidFill>
                                <a:schemeClr val="tx1"/>
                              </a:solidFill>
                            </a:rPr>
                            <a:t>集約</a:t>
                          </a:r>
                          <a:r>
                            <a:rPr lang="en-US" altLang="ja-JP" b="0" dirty="0">
                              <a:solidFill>
                                <a:schemeClr val="tx1"/>
                              </a:solidFill>
                            </a:rPr>
                            <a:t>teacher</a:t>
                          </a:r>
                          <a:r>
                            <a:rPr lang="ja-JP" altLang="en-US" b="0" dirty="0">
                              <a:solidFill>
                                <a:schemeClr val="tx1"/>
                              </a:solidFill>
                            </a:rPr>
                            <a:t>分布＋基盤側の出力分布</a:t>
                          </a:r>
                          <a:endParaRPr lang="en-US" altLang="ja-JP" b="0" dirty="0">
                            <a:solidFill>
                              <a:schemeClr val="tx1"/>
                            </a:solidFill>
                          </a:endParaRPr>
                        </a:p>
                        <a:p>
                          <a:pPr algn="l"/>
                          <a:r>
                            <a:rPr lang="ja-JP" altLang="en-US" b="1" dirty="0">
                              <a:solidFill>
                                <a:schemeClr val="tx1"/>
                              </a:solidFill>
                            </a:rPr>
                            <a:t>処理</a:t>
                          </a:r>
                          <a:r>
                            <a:rPr lang="ja-JP" altLang="en-US" b="0" dirty="0">
                              <a:solidFill>
                                <a:schemeClr val="tx1"/>
                              </a:solidFill>
                            </a:rPr>
                            <a:t>：</a:t>
                          </a:r>
                          <a:r>
                            <a:rPr lang="ja-JP" altLang="ja-JP" b="0" dirty="0">
                              <a:solidFill>
                                <a:schemeClr val="tx1"/>
                              </a:solidFill>
                            </a:rPr>
                            <a:t>集約teacher分布をteacher、基盤側分布をstudentとして</a:t>
                          </a:r>
                          <a:br>
                            <a:rPr lang="ja-JP" altLang="ja-JP" b="0" dirty="0">
                              <a:solidFill>
                                <a:schemeClr val="tx1"/>
                              </a:solidFill>
                            </a:rPr>
                          </a:b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𝐿</m:t>
                                  </m:r>
                                </m:e>
                                <m:sub>
                                  <m:r>
                                    <m:rPr>
                                      <m:sty m:val="p"/>
                                    </m:rPr>
                                    <a:rPr kumimoji="1" lang="en-US" altLang="ja-JP" sz="1800" b="0" i="0" kern="1200">
                                      <a:solidFill>
                                        <a:schemeClr val="tx1"/>
                                      </a:solidFill>
                                      <a:latin typeface="Cambria Math" panose="02040503050406030204" pitchFamily="18" charset="0"/>
                                      <a:ea typeface="+mn-ea"/>
                                      <a:cs typeface="+mn-cs"/>
                                    </a:rPr>
                                    <m:t>pred</m:t>
                                  </m:r>
                                </m:sub>
                              </m:sSub>
                            </m:oMath>
                          </a14:m>
                          <a:r>
                            <a:rPr lang="ja-JP" altLang="ja-JP" b="0" dirty="0">
                              <a:solidFill>
                                <a:schemeClr val="tx1"/>
                              </a:solidFill>
                            </a:rPr>
                            <a:t>を計算する</a:t>
                          </a:r>
                        </a:p>
                        <a:p>
                          <a:pPr algn="l"/>
                          <a:r>
                            <a:rPr lang="ja-JP" altLang="en-US" sz="1800" dirty="0">
                              <a:solidFill>
                                <a:schemeClr val="tx1"/>
                              </a:solidFill>
                            </a:rPr>
                            <a:t>出力：</a:t>
                          </a:r>
                          <a:r>
                            <a:rPr lang="ja-JP" altLang="en-US" sz="1800" b="0" dirty="0">
                              <a:solidFill>
                                <a:schemeClr val="tx1"/>
                              </a:solidFill>
                            </a:rPr>
                            <a:t>整合損失</a:t>
                          </a:r>
                          <a14:m>
                            <m:oMath xmlns:m="http://schemas.openxmlformats.org/officeDocument/2006/math">
                              <m:sSub>
                                <m:sSubPr>
                                  <m:ctrlPr>
                                    <a:rPr kumimoji="1" lang="ja-JP" altLang="en-US" sz="1800" b="0" i="1" kern="1200" smtClean="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𝐿</m:t>
                                  </m:r>
                                </m:e>
                                <m:sub>
                                  <m:r>
                                    <m:rPr>
                                      <m:sty m:val="p"/>
                                    </m:rPr>
                                    <a:rPr kumimoji="1" lang="en-US" altLang="ja-JP" sz="1800" b="0" i="0" kern="1200">
                                      <a:solidFill>
                                        <a:schemeClr val="tx1"/>
                                      </a:solidFill>
                                      <a:latin typeface="Cambria Math" panose="02040503050406030204" pitchFamily="18" charset="0"/>
                                      <a:ea typeface="+mn-ea"/>
                                      <a:cs typeface="+mn-cs"/>
                                    </a:rPr>
                                    <m:t>pred</m:t>
                                  </m:r>
                                </m:sub>
                              </m:sSub>
                            </m:oMath>
                          </a14:m>
                          <a:endParaRPr lang="ja-JP" altLang="ja-JP"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Choice>
        <mc:Fallback>
          <p:graphicFrame>
            <p:nvGraphicFramePr>
              <p:cNvPr id="10" name="表 9">
                <a:extLst>
                  <a:ext uri="{FF2B5EF4-FFF2-40B4-BE49-F238E27FC236}">
                    <a16:creationId xmlns:a16="http://schemas.microsoft.com/office/drawing/2014/main" id="{4AF086EB-42CA-CDE6-5CCC-F1BA9A942300}"/>
                  </a:ext>
                </a:extLst>
              </p:cNvPr>
              <p:cNvGraphicFramePr>
                <a:graphicFrameLocks noGrp="1"/>
              </p:cNvGraphicFramePr>
              <p:nvPr>
                <p:extLst>
                  <p:ext uri="{D42A27DB-BD31-4B8C-83A1-F6EECF244321}">
                    <p14:modId xmlns:p14="http://schemas.microsoft.com/office/powerpoint/2010/main" val="1593456180"/>
                  </p:ext>
                </p:extLst>
              </p:nvPr>
            </p:nvGraphicFramePr>
            <p:xfrm>
              <a:off x="4167051" y="1067325"/>
              <a:ext cx="3857897" cy="2334895"/>
            </p:xfrm>
            <a:graphic>
              <a:graphicData uri="http://schemas.openxmlformats.org/drawingml/2006/table">
                <a:tbl>
                  <a:tblPr firstRow="1" bandRow="1">
                    <a:tableStyleId>{5C22544A-7EE6-4342-B048-85BDC9FD1C3A}</a:tableStyleId>
                  </a:tblPr>
                  <a:tblGrid>
                    <a:gridCol w="3857897">
                      <a:extLst>
                        <a:ext uri="{9D8B030D-6E8A-4147-A177-3AD203B41FA5}">
                          <a16:colId xmlns:a16="http://schemas.microsoft.com/office/drawing/2014/main" val="2151416950"/>
                        </a:ext>
                      </a:extLst>
                    </a:gridCol>
                  </a:tblGrid>
                  <a:tr h="2334895">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8" t="-2083" r="-315" b="-2083"/>
                          </a:stretch>
                        </a:blipFill>
                      </a:tcPr>
                    </a:tc>
                    <a:extLst>
                      <a:ext uri="{0D108BD9-81ED-4DB2-BD59-A6C34878D82A}">
                        <a16:rowId xmlns:a16="http://schemas.microsoft.com/office/drawing/2014/main" val="5696878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2" name="表 11">
                <a:extLst>
                  <a:ext uri="{FF2B5EF4-FFF2-40B4-BE49-F238E27FC236}">
                    <a16:creationId xmlns:a16="http://schemas.microsoft.com/office/drawing/2014/main" id="{47317EFC-1B9A-4B19-037E-9AB1DB3A7752}"/>
                  </a:ext>
                </a:extLst>
              </p:cNvPr>
              <p:cNvGraphicFramePr>
                <a:graphicFrameLocks noGrp="1"/>
              </p:cNvGraphicFramePr>
              <p:nvPr>
                <p:extLst>
                  <p:ext uri="{D42A27DB-BD31-4B8C-83A1-F6EECF244321}">
                    <p14:modId xmlns:p14="http://schemas.microsoft.com/office/powerpoint/2010/main" val="2778282801"/>
                  </p:ext>
                </p:extLst>
              </p:nvPr>
            </p:nvGraphicFramePr>
            <p:xfrm>
              <a:off x="4167051" y="3724318"/>
              <a:ext cx="3857894" cy="2883535"/>
            </p:xfrm>
            <a:graphic>
              <a:graphicData uri="http://schemas.openxmlformats.org/drawingml/2006/table">
                <a:tbl>
                  <a:tblPr firstRow="1" bandRow="1">
                    <a:tableStyleId>{5C22544A-7EE6-4342-B048-85BDC9FD1C3A}</a:tableStyleId>
                  </a:tblPr>
                  <a:tblGrid>
                    <a:gridCol w="3857894">
                      <a:extLst>
                        <a:ext uri="{9D8B030D-6E8A-4147-A177-3AD203B41FA5}">
                          <a16:colId xmlns:a16="http://schemas.microsoft.com/office/drawing/2014/main" val="2151416950"/>
                        </a:ext>
                      </a:extLst>
                    </a:gridCol>
                  </a:tblGrid>
                  <a:tr h="370840">
                    <a:tc>
                      <a:txBody>
                        <a:bodyPr/>
                        <a:lstStyle/>
                        <a:p>
                          <a:pPr algn="ctr"/>
                          <a:r>
                            <a:rPr lang="ja-JP" altLang="en-US">
                              <a:solidFill>
                                <a:schemeClr val="tx1"/>
                              </a:solidFill>
                            </a:rPr>
                            <a:t>基盤側パラメータの勾配計算</a:t>
                          </a:r>
                          <a:endParaRPr lang="en-US" altLang="ja-JP">
                            <a:solidFill>
                              <a:schemeClr val="tx1"/>
                            </a:solidFill>
                          </a:endParaRPr>
                        </a:p>
                        <a:p>
                          <a:pPr algn="l"/>
                          <a:r>
                            <a:rPr lang="ja-JP" altLang="ja-JP" b="1">
                              <a:solidFill>
                                <a:schemeClr val="tx1"/>
                              </a:solidFill>
                            </a:rPr>
                            <a:t>入力</a:t>
                          </a:r>
                          <a:r>
                            <a:rPr lang="ja-JP" altLang="en-US" b="1">
                              <a:solidFill>
                                <a:schemeClr val="tx1"/>
                              </a:solidFill>
                            </a:rPr>
                            <a:t>：</a:t>
                          </a:r>
                          <a14:m>
                            <m:oMath xmlns:m="http://schemas.openxmlformats.org/officeDocument/2006/math">
                              <m:sSub>
                                <m:sSubPr>
                                  <m:ctrlPr>
                                    <a:rPr kumimoji="1" lang="ja-JP" altLang="en-US" sz="1800" b="0" i="1" kern="1200" smtClean="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𝐿</m:t>
                                  </m:r>
                                </m:e>
                                <m:sub>
                                  <m:r>
                                    <m:rPr>
                                      <m:sty m:val="p"/>
                                    </m:rPr>
                                    <a:rPr kumimoji="1" lang="en-US" altLang="ja-JP" sz="1800" b="0" i="0" kern="1200">
                                      <a:solidFill>
                                        <a:schemeClr val="tx1"/>
                                      </a:solidFill>
                                      <a:latin typeface="Cambria Math" panose="02040503050406030204" pitchFamily="18" charset="0"/>
                                      <a:ea typeface="+mn-ea"/>
                                      <a:cs typeface="+mn-cs"/>
                                    </a:rPr>
                                    <m:t>pred</m:t>
                                  </m:r>
                                </m:sub>
                              </m:sSub>
                              <m:r>
                                <a:rPr kumimoji="1" lang="ja-JP" altLang="en-US" sz="1800" b="0" i="1" kern="1200">
                                  <a:solidFill>
                                    <a:schemeClr val="tx1"/>
                                  </a:solidFill>
                                  <a:latin typeface="Cambria Math" panose="02040503050406030204" pitchFamily="18" charset="0"/>
                                  <a:ea typeface="+mn-ea"/>
                                  <a:cs typeface="+mn-cs"/>
                                </a:rPr>
                                <m:t>、</m:t>
                              </m:r>
                            </m:oMath>
                          </a14:m>
                          <a:r>
                            <a:rPr lang="ja-JP" altLang="en-US" b="0">
                              <a:solidFill>
                                <a:schemeClr val="tx1"/>
                              </a:solidFill>
                            </a:rPr>
                            <a:t>現在の基盤</a:t>
                          </a:r>
                          <a:r>
                            <a:rPr lang="en-US" altLang="ja-JP" b="0" err="1">
                              <a:solidFill>
                                <a:schemeClr val="tx1"/>
                              </a:solidFill>
                            </a:rPr>
                            <a:t>LoRA</a:t>
                          </a:r>
                          <a:r>
                            <a:rPr lang="ja-JP" altLang="en-US" b="0">
                              <a:solidFill>
                                <a:schemeClr val="tx1"/>
                              </a:solidFill>
                            </a:rPr>
                            <a:t>・分類ヘッド</a:t>
                          </a:r>
                          <a:endParaRPr lang="en-US" altLang="ja-JP" b="0">
                            <a:solidFill>
                              <a:schemeClr val="tx1"/>
                            </a:solidFill>
                          </a:endParaRPr>
                        </a:p>
                        <a:p>
                          <a:pPr algn="l"/>
                          <a:r>
                            <a:rPr lang="ja-JP" altLang="en-US" b="1">
                              <a:solidFill>
                                <a:schemeClr val="tx1"/>
                              </a:solidFill>
                            </a:rPr>
                            <a:t>処理</a:t>
                          </a:r>
                          <a:r>
                            <a:rPr lang="ja-JP" altLang="en-US" b="0">
                              <a:solidFill>
                                <a:schemeClr val="tx1"/>
                              </a:solidFill>
                            </a:rPr>
                            <a:t>：</a:t>
                          </a:r>
                          <a14:m>
                            <m:oMath xmlns:m="http://schemas.openxmlformats.org/officeDocument/2006/math">
                              <m:sSub>
                                <m:sSubPr>
                                  <m:ctrlPr>
                                    <a:rPr kumimoji="1" lang="ja-JP" altLang="en-US" sz="1800" b="0" i="1" kern="1200" smtClean="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𝐿</m:t>
                                  </m:r>
                                </m:e>
                                <m:sub>
                                  <m:r>
                                    <m:rPr>
                                      <m:sty m:val="p"/>
                                    </m:rPr>
                                    <a:rPr kumimoji="1" lang="en-US" altLang="ja-JP" sz="1800" b="0" i="0" kern="1200">
                                      <a:solidFill>
                                        <a:schemeClr val="tx1"/>
                                      </a:solidFill>
                                      <a:latin typeface="Cambria Math" panose="02040503050406030204" pitchFamily="18" charset="0"/>
                                      <a:ea typeface="+mn-ea"/>
                                      <a:cs typeface="+mn-cs"/>
                                    </a:rPr>
                                    <m:t>pred</m:t>
                                  </m:r>
                                </m:sub>
                              </m:sSub>
                            </m:oMath>
                          </a14:m>
                          <a:r>
                            <a:rPr lang="ja-JP" altLang="en-US" b="0">
                              <a:solidFill>
                                <a:schemeClr val="tx1"/>
                              </a:solidFill>
                            </a:rPr>
                            <a:t>を基盤側パラメータについて微分</a:t>
                          </a:r>
                          <a:endParaRPr lang="en-US" altLang="ja-JP" b="0">
                            <a:solidFill>
                              <a:schemeClr val="tx1"/>
                            </a:solidFill>
                          </a:endParaRPr>
                        </a:p>
                        <a:p>
                          <a:pPr algn="l"/>
                          <a:r>
                            <a:rPr lang="ja-JP" altLang="en-US" sz="1800">
                              <a:solidFill>
                                <a:schemeClr val="tx1"/>
                              </a:solidFill>
                            </a:rPr>
                            <a:t>出力：</a:t>
                          </a:r>
                          <a:r>
                            <a:rPr lang="ja-JP" altLang="en-US" b="0">
                              <a:solidFill>
                                <a:schemeClr val="tx1"/>
                              </a:solidFill>
                            </a:rPr>
                            <a:t>基盤</a:t>
                          </a:r>
                          <a:r>
                            <a:rPr lang="en-US" altLang="ja-JP" b="0" err="1">
                              <a:solidFill>
                                <a:schemeClr val="tx1"/>
                              </a:solidFill>
                            </a:rPr>
                            <a:t>LoRA</a:t>
                          </a:r>
                          <a:r>
                            <a:rPr lang="ja-JP" altLang="en-US" b="0">
                              <a:solidFill>
                                <a:schemeClr val="tx1"/>
                              </a:solidFill>
                            </a:rPr>
                            <a:t>・分類ヘッドの勾配</a:t>
                          </a:r>
                          <a:endParaRPr lang="en-US" altLang="ja-JP" sz="1800" b="0">
                            <a:solidFill>
                              <a:schemeClr val="tx1"/>
                            </a:solidFill>
                          </a:endParaRPr>
                        </a:p>
                        <a:p>
                          <a:pPr algn="l"/>
                          <a:r>
                            <a:rPr lang="ja-JP" altLang="ja-JP" b="1">
                              <a:solidFill>
                                <a:schemeClr val="tx1"/>
                              </a:solidFill>
                            </a:rPr>
                            <a:t>凍結対象</a:t>
                          </a:r>
                          <a:r>
                            <a:rPr lang="ja-JP" altLang="en-US" b="1">
                              <a:solidFill>
                                <a:schemeClr val="tx1"/>
                              </a:solidFill>
                            </a:rPr>
                            <a:t>：</a:t>
                          </a:r>
                          <a:endParaRPr lang="ja-JP" altLang="ja-JP">
                            <a:solidFill>
                              <a:schemeClr val="tx1"/>
                            </a:solidFill>
                          </a:endParaRPr>
                        </a:p>
                        <a:p>
                          <a:r>
                            <a:rPr lang="ja-JP" altLang="en-US" b="0">
                              <a:solidFill>
                                <a:schemeClr val="tx1"/>
                              </a:solidFill>
                            </a:rPr>
                            <a:t>・</a:t>
                          </a:r>
                          <a:r>
                            <a:rPr lang="ja-JP" altLang="ja-JP" b="0">
                              <a:solidFill>
                                <a:schemeClr val="tx1"/>
                              </a:solidFill>
                            </a:rPr>
                            <a:t>基盤モデル本体 </a:t>
                          </a:r>
                        </a:p>
                        <a:p>
                          <a:r>
                            <a:rPr lang="ja-JP" altLang="en-US" b="0">
                              <a:solidFill>
                                <a:schemeClr val="tx1"/>
                              </a:solidFill>
                            </a:rPr>
                            <a:t>・</a:t>
                          </a:r>
                          <a:r>
                            <a:rPr lang="ja-JP" altLang="ja-JP" b="0">
                              <a:solidFill>
                                <a:schemeClr val="tx1"/>
                              </a:solidFill>
                            </a:rPr>
                            <a:t>集約teacher／参照情報 </a:t>
                          </a:r>
                          <a:endParaRPr lang="en-US" altLang="ja-JP" sz="18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Choice>
        <mc:Fallback>
          <p:graphicFrame>
            <p:nvGraphicFramePr>
              <p:cNvPr id="12" name="表 11">
                <a:extLst>
                  <a:ext uri="{FF2B5EF4-FFF2-40B4-BE49-F238E27FC236}">
                    <a16:creationId xmlns:a16="http://schemas.microsoft.com/office/drawing/2014/main" id="{47317EFC-1B9A-4B19-037E-9AB1DB3A7752}"/>
                  </a:ext>
                </a:extLst>
              </p:cNvPr>
              <p:cNvGraphicFramePr>
                <a:graphicFrameLocks noGrp="1"/>
              </p:cNvGraphicFramePr>
              <p:nvPr>
                <p:extLst>
                  <p:ext uri="{D42A27DB-BD31-4B8C-83A1-F6EECF244321}">
                    <p14:modId xmlns:p14="http://schemas.microsoft.com/office/powerpoint/2010/main" val="2778282801"/>
                  </p:ext>
                </p:extLst>
              </p:nvPr>
            </p:nvGraphicFramePr>
            <p:xfrm>
              <a:off x="4167051" y="3724318"/>
              <a:ext cx="3857894" cy="2883535"/>
            </p:xfrm>
            <a:graphic>
              <a:graphicData uri="http://schemas.openxmlformats.org/drawingml/2006/table">
                <a:tbl>
                  <a:tblPr firstRow="1" bandRow="1">
                    <a:tableStyleId>{5C22544A-7EE6-4342-B048-85BDC9FD1C3A}</a:tableStyleId>
                  </a:tblPr>
                  <a:tblGrid>
                    <a:gridCol w="3857894">
                      <a:extLst>
                        <a:ext uri="{9D8B030D-6E8A-4147-A177-3AD203B41FA5}">
                          <a16:colId xmlns:a16="http://schemas.microsoft.com/office/drawing/2014/main" val="2151416950"/>
                        </a:ext>
                      </a:extLst>
                    </a:gridCol>
                  </a:tblGrid>
                  <a:tr h="2883535">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8" t="-1688" r="-315" b="-3586"/>
                          </a:stretch>
                        </a:blipFill>
                      </a:tcPr>
                    </a:tc>
                    <a:extLst>
                      <a:ext uri="{0D108BD9-81ED-4DB2-BD59-A6C34878D82A}">
                        <a16:rowId xmlns:a16="http://schemas.microsoft.com/office/drawing/2014/main" val="56968783"/>
                      </a:ext>
                    </a:extLst>
                  </a:tr>
                </a:tbl>
              </a:graphicData>
            </a:graphic>
          </p:graphicFrame>
        </mc:Fallback>
      </mc:AlternateContent>
      <p:graphicFrame>
        <p:nvGraphicFramePr>
          <p:cNvPr id="14" name="表 13">
            <a:extLst>
              <a:ext uri="{FF2B5EF4-FFF2-40B4-BE49-F238E27FC236}">
                <a16:creationId xmlns:a16="http://schemas.microsoft.com/office/drawing/2014/main" id="{9AD777B8-70D4-5740-476E-4DC6996FEE38}"/>
              </a:ext>
            </a:extLst>
          </p:cNvPr>
          <p:cNvGraphicFramePr>
            <a:graphicFrameLocks noGrp="1"/>
          </p:cNvGraphicFramePr>
          <p:nvPr>
            <p:extLst>
              <p:ext uri="{D42A27DB-BD31-4B8C-83A1-F6EECF244321}">
                <p14:modId xmlns:p14="http://schemas.microsoft.com/office/powerpoint/2010/main" val="2931062508"/>
              </p:ext>
            </p:extLst>
          </p:nvPr>
        </p:nvGraphicFramePr>
        <p:xfrm>
          <a:off x="8263850" y="1067325"/>
          <a:ext cx="3857896" cy="2286000"/>
        </p:xfrm>
        <a:graphic>
          <a:graphicData uri="http://schemas.openxmlformats.org/drawingml/2006/table">
            <a:tbl>
              <a:tblPr firstRow="1" bandRow="1">
                <a:tableStyleId>{5C22544A-7EE6-4342-B048-85BDC9FD1C3A}</a:tableStyleId>
              </a:tblPr>
              <a:tblGrid>
                <a:gridCol w="3857896">
                  <a:extLst>
                    <a:ext uri="{9D8B030D-6E8A-4147-A177-3AD203B41FA5}">
                      <a16:colId xmlns:a16="http://schemas.microsoft.com/office/drawing/2014/main" val="2151416950"/>
                    </a:ext>
                  </a:extLst>
                </a:gridCol>
              </a:tblGrid>
              <a:tr h="370840">
                <a:tc>
                  <a:txBody>
                    <a:bodyPr/>
                    <a:lstStyle/>
                    <a:p>
                      <a:pPr algn="ctr"/>
                      <a:r>
                        <a:rPr lang="en-US" altLang="ja-JP">
                          <a:solidFill>
                            <a:schemeClr val="tx1"/>
                          </a:solidFill>
                        </a:rPr>
                        <a:t>optimizer</a:t>
                      </a:r>
                      <a:r>
                        <a:rPr lang="ja-JP" altLang="en-US">
                          <a:solidFill>
                            <a:schemeClr val="tx1"/>
                          </a:solidFill>
                        </a:rPr>
                        <a:t>で基盤</a:t>
                      </a:r>
                      <a:r>
                        <a:rPr lang="en-US" altLang="ja-JP" err="1">
                          <a:solidFill>
                            <a:schemeClr val="tx1"/>
                          </a:solidFill>
                        </a:rPr>
                        <a:t>LoRA</a:t>
                      </a:r>
                      <a:r>
                        <a:rPr lang="ja-JP" altLang="en-US">
                          <a:solidFill>
                            <a:schemeClr val="tx1"/>
                          </a:solidFill>
                        </a:rPr>
                        <a:t>を更新</a:t>
                      </a:r>
                      <a:endParaRPr lang="en-US" altLang="ja-JP">
                        <a:solidFill>
                          <a:schemeClr val="tx1"/>
                        </a:solidFill>
                      </a:endParaRPr>
                    </a:p>
                    <a:p>
                      <a:pPr algn="l"/>
                      <a:r>
                        <a:rPr lang="ja-JP" altLang="ja-JP" b="1">
                          <a:solidFill>
                            <a:schemeClr val="tx1"/>
                          </a:solidFill>
                        </a:rPr>
                        <a:t>入力</a:t>
                      </a:r>
                      <a:r>
                        <a:rPr lang="ja-JP" altLang="en-US" b="1">
                          <a:solidFill>
                            <a:schemeClr val="tx1"/>
                          </a:solidFill>
                        </a:rPr>
                        <a:t>：</a:t>
                      </a:r>
                      <a:r>
                        <a:rPr lang="ja-JP" altLang="en-US" b="0">
                          <a:solidFill>
                            <a:schemeClr val="tx1"/>
                          </a:solidFill>
                        </a:rPr>
                        <a:t>基盤</a:t>
                      </a:r>
                      <a:r>
                        <a:rPr lang="en-US" altLang="ja-JP" b="0" err="1">
                          <a:solidFill>
                            <a:schemeClr val="tx1"/>
                          </a:solidFill>
                        </a:rPr>
                        <a:t>LoRA</a:t>
                      </a:r>
                      <a:r>
                        <a:rPr lang="ja-JP" altLang="en-US" b="0">
                          <a:solidFill>
                            <a:schemeClr val="tx1"/>
                          </a:solidFill>
                        </a:rPr>
                        <a:t>に対する勾配＋現在の基盤</a:t>
                      </a:r>
                      <a:r>
                        <a:rPr lang="en-US" altLang="ja-JP" b="0" err="1">
                          <a:solidFill>
                            <a:schemeClr val="tx1"/>
                          </a:solidFill>
                        </a:rPr>
                        <a:t>LoRA</a:t>
                      </a:r>
                      <a:endParaRPr lang="en-US" altLang="ja-JP" b="0">
                        <a:solidFill>
                          <a:schemeClr val="tx1"/>
                        </a:solidFill>
                      </a:endParaRPr>
                    </a:p>
                    <a:p>
                      <a:pPr algn="l"/>
                      <a:r>
                        <a:rPr lang="ja-JP" altLang="en-US" b="1">
                          <a:solidFill>
                            <a:schemeClr val="tx1"/>
                          </a:solidFill>
                        </a:rPr>
                        <a:t>処理</a:t>
                      </a:r>
                      <a:r>
                        <a:rPr lang="ja-JP" altLang="en-US" b="0">
                          <a:solidFill>
                            <a:schemeClr val="tx1"/>
                          </a:solidFill>
                        </a:rPr>
                        <a:t>：</a:t>
                      </a:r>
                      <a:r>
                        <a:rPr lang="en-US" altLang="ja-JP" b="0">
                          <a:solidFill>
                            <a:schemeClr val="tx1"/>
                          </a:solidFill>
                        </a:rPr>
                        <a:t>optimizer</a:t>
                      </a:r>
                      <a:r>
                        <a:rPr lang="ja-JP" altLang="en-US" b="0">
                          <a:solidFill>
                            <a:schemeClr val="tx1"/>
                          </a:solidFill>
                        </a:rPr>
                        <a:t>（</a:t>
                      </a:r>
                      <a:r>
                        <a:rPr lang="en-US" altLang="ja-JP" b="0">
                          <a:solidFill>
                            <a:schemeClr val="tx1"/>
                          </a:solidFill>
                        </a:rPr>
                        <a:t>Adam, </a:t>
                      </a:r>
                      <a:r>
                        <a:rPr lang="en-US" altLang="ja-JP" b="0" err="1">
                          <a:solidFill>
                            <a:schemeClr val="tx1"/>
                          </a:solidFill>
                        </a:rPr>
                        <a:t>FedAdam</a:t>
                      </a:r>
                      <a:r>
                        <a:rPr lang="ja-JP" altLang="en-US" b="0">
                          <a:solidFill>
                            <a:schemeClr val="tx1"/>
                          </a:solidFill>
                        </a:rPr>
                        <a:t>など）を用いて基盤</a:t>
                      </a:r>
                      <a:r>
                        <a:rPr lang="en-US" altLang="ja-JP" b="0" err="1">
                          <a:solidFill>
                            <a:schemeClr val="tx1"/>
                          </a:solidFill>
                        </a:rPr>
                        <a:t>LoRA</a:t>
                      </a:r>
                      <a:r>
                        <a:rPr lang="ja-JP" altLang="en-US" b="0">
                          <a:solidFill>
                            <a:schemeClr val="tx1"/>
                          </a:solidFill>
                        </a:rPr>
                        <a:t>を更新する</a:t>
                      </a:r>
                      <a:r>
                        <a:rPr lang="ja-JP" altLang="en-US" sz="1800">
                          <a:solidFill>
                            <a:schemeClr val="tx1"/>
                          </a:solidFill>
                        </a:rPr>
                        <a:t>出力：</a:t>
                      </a:r>
                      <a:r>
                        <a:rPr lang="ja-JP" altLang="en-US" b="0">
                          <a:solidFill>
                            <a:schemeClr val="tx1"/>
                          </a:solidFill>
                        </a:rPr>
                        <a:t>更新済み基盤</a:t>
                      </a:r>
                      <a:r>
                        <a:rPr lang="en-US" altLang="ja-JP" b="0" err="1">
                          <a:solidFill>
                            <a:schemeClr val="tx1"/>
                          </a:solidFill>
                        </a:rPr>
                        <a:t>LoRA</a:t>
                      </a:r>
                      <a:endParaRPr lang="en-US" altLang="ja-JP" sz="1800" b="0">
                        <a:solidFill>
                          <a:schemeClr val="tx1"/>
                        </a:solidFill>
                      </a:endParaRPr>
                    </a:p>
                    <a:p>
                      <a:r>
                        <a:rPr lang="ja-JP" altLang="ja-JP" b="1">
                          <a:solidFill>
                            <a:schemeClr val="tx1"/>
                          </a:solidFill>
                        </a:rPr>
                        <a:t>更新対象</a:t>
                      </a:r>
                      <a:r>
                        <a:rPr lang="ja-JP" altLang="en-US" b="1">
                          <a:solidFill>
                            <a:schemeClr val="tx1"/>
                          </a:solidFill>
                        </a:rPr>
                        <a:t>：</a:t>
                      </a:r>
                      <a:r>
                        <a:rPr lang="ja-JP" altLang="en-US" b="0">
                          <a:solidFill>
                            <a:schemeClr val="tx1"/>
                          </a:solidFill>
                        </a:rPr>
                        <a:t>基盤</a:t>
                      </a:r>
                      <a:r>
                        <a:rPr lang="en-US" altLang="ja-JP" b="0" err="1">
                          <a:solidFill>
                            <a:schemeClr val="tx1"/>
                          </a:solidFill>
                        </a:rPr>
                        <a:t>LoRA</a:t>
                      </a:r>
                      <a:endParaRPr lang="en-US" altLang="ja-JP" b="0">
                        <a:solidFill>
                          <a:schemeClr val="tx1"/>
                        </a:solidFill>
                      </a:endParaRPr>
                    </a:p>
                    <a:p>
                      <a:r>
                        <a:rPr lang="ja-JP" altLang="en-US" b="1">
                          <a:solidFill>
                            <a:schemeClr val="tx1"/>
                          </a:solidFill>
                        </a:rPr>
                        <a:t>凍結対象</a:t>
                      </a:r>
                      <a:r>
                        <a:rPr lang="ja-JP" altLang="en-US" b="0">
                          <a:solidFill>
                            <a:schemeClr val="tx1"/>
                          </a:solidFill>
                        </a:rPr>
                        <a:t>：基盤モデル本体</a:t>
                      </a:r>
                      <a:endParaRPr lang="en-US" altLang="ja-JP"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p:cxnSp>
        <p:nvCxnSpPr>
          <p:cNvPr id="15" name="直線矢印コネクタ 14">
            <a:extLst>
              <a:ext uri="{FF2B5EF4-FFF2-40B4-BE49-F238E27FC236}">
                <a16:creationId xmlns:a16="http://schemas.microsoft.com/office/drawing/2014/main" id="{152C715E-49F1-CCAC-0503-F5D9F0DD9D83}"/>
              </a:ext>
            </a:extLst>
          </p:cNvPr>
          <p:cNvCxnSpPr>
            <a:cxnSpLocks/>
            <a:endCxn id="6" idx="0"/>
          </p:cNvCxnSpPr>
          <p:nvPr/>
        </p:nvCxnSpPr>
        <p:spPr>
          <a:xfrm>
            <a:off x="1999201" y="1372200"/>
            <a:ext cx="0" cy="7081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793BCC4-0261-6ECD-C8EF-F8C5E9D6D76B}"/>
              </a:ext>
            </a:extLst>
          </p:cNvPr>
          <p:cNvSpPr txBox="1"/>
          <p:nvPr/>
        </p:nvSpPr>
        <p:spPr>
          <a:xfrm>
            <a:off x="1470143" y="1543854"/>
            <a:ext cx="1058115" cy="307777"/>
          </a:xfrm>
          <a:prstGeom prst="rect">
            <a:avLst/>
          </a:prstGeom>
          <a:solidFill>
            <a:schemeClr val="bg1"/>
          </a:solidFill>
          <a:ln>
            <a:solidFill>
              <a:schemeClr val="tx1"/>
            </a:solidFill>
          </a:ln>
        </p:spPr>
        <p:txBody>
          <a:bodyPr wrap="square" rtlCol="0">
            <a:spAutoFit/>
          </a:bodyPr>
          <a:lstStyle/>
          <a:p>
            <a:pPr algn="ctr"/>
            <a:r>
              <a:rPr lang="ja-JP" altLang="ja-JP" sz="1400"/>
              <a:t>端末logits</a:t>
            </a:r>
            <a:endParaRPr lang="en-US" altLang="ja-JP" sz="1400"/>
          </a:p>
        </p:txBody>
      </p:sp>
      <p:sp>
        <p:nvSpPr>
          <p:cNvPr id="21" name="テキスト ボックス 20">
            <a:extLst>
              <a:ext uri="{FF2B5EF4-FFF2-40B4-BE49-F238E27FC236}">
                <a16:creationId xmlns:a16="http://schemas.microsoft.com/office/drawing/2014/main" id="{F59A1B0B-A02E-2833-FD38-482763EB79A7}"/>
              </a:ext>
            </a:extLst>
          </p:cNvPr>
          <p:cNvSpPr txBox="1"/>
          <p:nvPr/>
        </p:nvSpPr>
        <p:spPr>
          <a:xfrm>
            <a:off x="1139758" y="1085525"/>
            <a:ext cx="1718884" cy="307777"/>
          </a:xfrm>
          <a:prstGeom prst="rect">
            <a:avLst/>
          </a:prstGeom>
          <a:solidFill>
            <a:schemeClr val="bg1"/>
          </a:solidFill>
          <a:ln>
            <a:solidFill>
              <a:schemeClr val="tx1"/>
            </a:solidFill>
          </a:ln>
        </p:spPr>
        <p:txBody>
          <a:bodyPr wrap="square" rtlCol="0">
            <a:spAutoFit/>
          </a:bodyPr>
          <a:lstStyle/>
          <a:p>
            <a:pPr algn="ctr"/>
            <a:r>
              <a:rPr lang="ja-JP" altLang="en-US" sz="1400"/>
              <a:t>クライアント側</a:t>
            </a:r>
            <a:endParaRPr lang="en-US" altLang="ja-JP" sz="1400"/>
          </a:p>
        </p:txBody>
      </p:sp>
      <p:cxnSp>
        <p:nvCxnSpPr>
          <p:cNvPr id="22" name="直線矢印コネクタ 21">
            <a:extLst>
              <a:ext uri="{FF2B5EF4-FFF2-40B4-BE49-F238E27FC236}">
                <a16:creationId xmlns:a16="http://schemas.microsoft.com/office/drawing/2014/main" id="{9B6F7A7A-AF09-F2D5-B570-9C07C5565D6C}"/>
              </a:ext>
            </a:extLst>
          </p:cNvPr>
          <p:cNvCxnSpPr>
            <a:cxnSpLocks/>
            <a:stCxn id="6" idx="2"/>
            <a:endCxn id="8" idx="0"/>
          </p:cNvCxnSpPr>
          <p:nvPr/>
        </p:nvCxnSpPr>
        <p:spPr>
          <a:xfrm>
            <a:off x="1999201" y="3543425"/>
            <a:ext cx="0" cy="7648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表 25">
            <a:extLst>
              <a:ext uri="{FF2B5EF4-FFF2-40B4-BE49-F238E27FC236}">
                <a16:creationId xmlns:a16="http://schemas.microsoft.com/office/drawing/2014/main" id="{2AC925AC-3454-3501-B6D1-5AE69F11432B}"/>
              </a:ext>
            </a:extLst>
          </p:cNvPr>
          <p:cNvGraphicFramePr>
            <a:graphicFrameLocks noGrp="1"/>
          </p:cNvGraphicFramePr>
          <p:nvPr>
            <p:extLst>
              <p:ext uri="{D42A27DB-BD31-4B8C-83A1-F6EECF244321}">
                <p14:modId xmlns:p14="http://schemas.microsoft.com/office/powerpoint/2010/main" val="3673975190"/>
              </p:ext>
            </p:extLst>
          </p:nvPr>
        </p:nvGraphicFramePr>
        <p:xfrm>
          <a:off x="8263846" y="3675232"/>
          <a:ext cx="3857896" cy="2560320"/>
        </p:xfrm>
        <a:graphic>
          <a:graphicData uri="http://schemas.openxmlformats.org/drawingml/2006/table">
            <a:tbl>
              <a:tblPr firstRow="1" bandRow="1">
                <a:tableStyleId>{5C22544A-7EE6-4342-B048-85BDC9FD1C3A}</a:tableStyleId>
              </a:tblPr>
              <a:tblGrid>
                <a:gridCol w="3857896">
                  <a:extLst>
                    <a:ext uri="{9D8B030D-6E8A-4147-A177-3AD203B41FA5}">
                      <a16:colId xmlns:a16="http://schemas.microsoft.com/office/drawing/2014/main" val="2151416950"/>
                    </a:ext>
                  </a:extLst>
                </a:gridCol>
              </a:tblGrid>
              <a:tr h="370840">
                <a:tc>
                  <a:txBody>
                    <a:bodyPr/>
                    <a:lstStyle/>
                    <a:p>
                      <a:pPr algn="ctr"/>
                      <a:r>
                        <a:rPr lang="ja-JP" altLang="en-US">
                          <a:solidFill>
                            <a:schemeClr val="tx1"/>
                          </a:solidFill>
                        </a:rPr>
                        <a:t>次ラウンド用知識の生成・蒸留更新</a:t>
                      </a:r>
                      <a:endParaRPr lang="en-US" altLang="ja-JP">
                        <a:solidFill>
                          <a:schemeClr val="tx1"/>
                        </a:solidFill>
                      </a:endParaRPr>
                    </a:p>
                    <a:p>
                      <a:pPr algn="l"/>
                      <a:r>
                        <a:rPr lang="ja-JP" altLang="ja-JP" b="1">
                          <a:solidFill>
                            <a:schemeClr val="tx1"/>
                          </a:solidFill>
                        </a:rPr>
                        <a:t>入力</a:t>
                      </a:r>
                      <a:r>
                        <a:rPr lang="ja-JP" altLang="en-US" b="1">
                          <a:solidFill>
                            <a:schemeClr val="tx1"/>
                          </a:solidFill>
                        </a:rPr>
                        <a:t>：</a:t>
                      </a:r>
                      <a:r>
                        <a:rPr lang="ja-JP" altLang="en-US" b="0">
                          <a:solidFill>
                            <a:schemeClr val="tx1"/>
                          </a:solidFill>
                        </a:rPr>
                        <a:t>更新済み基盤モデル，還元用整合データ，クライアントモデル</a:t>
                      </a:r>
                      <a:endParaRPr lang="en-US" altLang="ja-JP" b="0">
                        <a:solidFill>
                          <a:schemeClr val="tx1"/>
                        </a:solidFill>
                      </a:endParaRPr>
                    </a:p>
                    <a:p>
                      <a:pPr algn="l"/>
                      <a:r>
                        <a:rPr lang="ja-JP" altLang="en-US" b="1">
                          <a:solidFill>
                            <a:schemeClr val="tx1"/>
                          </a:solidFill>
                        </a:rPr>
                        <a:t>処理</a:t>
                      </a:r>
                      <a:r>
                        <a:rPr lang="ja-JP" altLang="en-US" b="0">
                          <a:solidFill>
                            <a:schemeClr val="tx1"/>
                          </a:solidFill>
                        </a:rPr>
                        <a:t>：基盤</a:t>
                      </a:r>
                      <a:r>
                        <a:rPr lang="en-US" altLang="ja-JP" b="0">
                          <a:solidFill>
                            <a:schemeClr val="tx1"/>
                          </a:solidFill>
                        </a:rPr>
                        <a:t>teacher logits</a:t>
                      </a:r>
                      <a:r>
                        <a:rPr lang="ja-JP" altLang="en-US" b="0">
                          <a:solidFill>
                            <a:schemeClr val="tx1"/>
                          </a:solidFill>
                        </a:rPr>
                        <a:t>を生成し，クライアントへ蒸留</a:t>
                      </a:r>
                      <a:endParaRPr lang="en-US" altLang="ja-JP" b="0">
                        <a:solidFill>
                          <a:schemeClr val="tx1"/>
                        </a:solidFill>
                      </a:endParaRPr>
                    </a:p>
                    <a:p>
                      <a:pPr algn="l"/>
                      <a:r>
                        <a:rPr lang="ja-JP" altLang="en-US" sz="1800">
                          <a:solidFill>
                            <a:schemeClr val="tx1"/>
                          </a:solidFill>
                        </a:rPr>
                        <a:t>出力：</a:t>
                      </a:r>
                      <a:r>
                        <a:rPr lang="ja-JP" altLang="en-US" b="0">
                          <a:solidFill>
                            <a:schemeClr val="tx1"/>
                          </a:solidFill>
                        </a:rPr>
                        <a:t>更新済み基盤</a:t>
                      </a:r>
                      <a:r>
                        <a:rPr lang="en-US" altLang="ja-JP" b="0" err="1">
                          <a:solidFill>
                            <a:schemeClr val="tx1"/>
                          </a:solidFill>
                        </a:rPr>
                        <a:t>LoRA</a:t>
                      </a:r>
                      <a:endParaRPr lang="en-US" altLang="ja-JP" sz="1800" b="0">
                        <a:solidFill>
                          <a:schemeClr val="tx1"/>
                        </a:solidFill>
                      </a:endParaRPr>
                    </a:p>
                    <a:p>
                      <a:r>
                        <a:rPr lang="ja-JP" altLang="ja-JP" b="1">
                          <a:solidFill>
                            <a:schemeClr val="tx1"/>
                          </a:solidFill>
                        </a:rPr>
                        <a:t>更新対象</a:t>
                      </a:r>
                      <a:r>
                        <a:rPr lang="ja-JP" altLang="en-US" b="1">
                          <a:solidFill>
                            <a:schemeClr val="tx1"/>
                          </a:solidFill>
                        </a:rPr>
                        <a:t>：</a:t>
                      </a:r>
                      <a:r>
                        <a:rPr lang="ja-JP" altLang="en-US" b="0">
                          <a:solidFill>
                            <a:schemeClr val="tx1"/>
                          </a:solidFill>
                        </a:rPr>
                        <a:t>基盤</a:t>
                      </a:r>
                      <a:r>
                        <a:rPr lang="en-US" altLang="ja-JP" b="0" err="1">
                          <a:solidFill>
                            <a:schemeClr val="tx1"/>
                          </a:solidFill>
                        </a:rPr>
                        <a:t>LoRA</a:t>
                      </a:r>
                      <a:endParaRPr lang="en-US" altLang="ja-JP" b="0">
                        <a:solidFill>
                          <a:schemeClr val="tx1"/>
                        </a:solidFill>
                      </a:endParaRPr>
                    </a:p>
                    <a:p>
                      <a:r>
                        <a:rPr lang="ja-JP" altLang="en-US" b="1">
                          <a:solidFill>
                            <a:schemeClr val="tx1"/>
                          </a:solidFill>
                        </a:rPr>
                        <a:t>凍結対象</a:t>
                      </a:r>
                      <a:r>
                        <a:rPr lang="ja-JP" altLang="en-US" b="0">
                          <a:solidFill>
                            <a:schemeClr val="tx1"/>
                          </a:solidFill>
                        </a:rPr>
                        <a:t>：基盤モデル本体</a:t>
                      </a:r>
                      <a:endParaRPr lang="en-US" altLang="ja-JP"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p:cxnSp>
        <p:nvCxnSpPr>
          <p:cNvPr id="31" name="コネクタ: カギ線 30">
            <a:extLst>
              <a:ext uri="{FF2B5EF4-FFF2-40B4-BE49-F238E27FC236}">
                <a16:creationId xmlns:a16="http://schemas.microsoft.com/office/drawing/2014/main" id="{880E47DF-5A52-163B-6F7C-164B566523D2}"/>
              </a:ext>
            </a:extLst>
          </p:cNvPr>
          <p:cNvCxnSpPr>
            <a:cxnSpLocks/>
            <a:stCxn id="8" idx="2"/>
          </p:cNvCxnSpPr>
          <p:nvPr/>
        </p:nvCxnSpPr>
        <p:spPr>
          <a:xfrm rot="5400000" flipH="1" flipV="1">
            <a:off x="294461" y="2600709"/>
            <a:ext cx="5424016" cy="2014537"/>
          </a:xfrm>
          <a:prstGeom prst="bentConnector3">
            <a:avLst>
              <a:gd name="adj1" fmla="val -4215"/>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コネクタ: カギ線 34">
            <a:extLst>
              <a:ext uri="{FF2B5EF4-FFF2-40B4-BE49-F238E27FC236}">
                <a16:creationId xmlns:a16="http://schemas.microsoft.com/office/drawing/2014/main" id="{E9112F3A-6F3E-ED8A-ECAC-D9150A982C2B}"/>
              </a:ext>
            </a:extLst>
          </p:cNvPr>
          <p:cNvCxnSpPr>
            <a:cxnSpLocks/>
            <a:endCxn id="10" idx="0"/>
          </p:cNvCxnSpPr>
          <p:nvPr/>
        </p:nvCxnSpPr>
        <p:spPr>
          <a:xfrm>
            <a:off x="4013738" y="895969"/>
            <a:ext cx="2082261" cy="17135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470F4D0B-26A5-140B-BED4-A31D75A36437}"/>
              </a:ext>
            </a:extLst>
          </p:cNvPr>
          <p:cNvCxnSpPr>
            <a:cxnSpLocks/>
            <a:stCxn id="10" idx="2"/>
            <a:endCxn id="12" idx="0"/>
          </p:cNvCxnSpPr>
          <p:nvPr/>
        </p:nvCxnSpPr>
        <p:spPr>
          <a:xfrm flipH="1">
            <a:off x="6095998" y="3402220"/>
            <a:ext cx="1" cy="3220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2FA8D9E2-2695-876E-6BD8-ABAB1A48567C}"/>
              </a:ext>
            </a:extLst>
          </p:cNvPr>
          <p:cNvCxnSpPr>
            <a:cxnSpLocks/>
            <a:stCxn id="14" idx="2"/>
            <a:endCxn id="26" idx="0"/>
          </p:cNvCxnSpPr>
          <p:nvPr/>
        </p:nvCxnSpPr>
        <p:spPr>
          <a:xfrm flipH="1">
            <a:off x="10192794" y="3353325"/>
            <a:ext cx="4" cy="3219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39FF2AA0-F763-798C-1CA6-18D1818426A9}"/>
              </a:ext>
            </a:extLst>
          </p:cNvPr>
          <p:cNvCxnSpPr>
            <a:cxnSpLocks/>
            <a:stCxn id="12" idx="2"/>
          </p:cNvCxnSpPr>
          <p:nvPr/>
        </p:nvCxnSpPr>
        <p:spPr>
          <a:xfrm rot="5400000" flipH="1" flipV="1">
            <a:off x="4247323" y="2744643"/>
            <a:ext cx="5711884" cy="2014535"/>
          </a:xfrm>
          <a:prstGeom prst="bentConnector3">
            <a:avLst>
              <a:gd name="adj1" fmla="val -200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7AA5C6A3-8DA0-0AC4-C0EA-97AA91814FD8}"/>
              </a:ext>
            </a:extLst>
          </p:cNvPr>
          <p:cNvCxnSpPr>
            <a:cxnSpLocks/>
            <a:endCxn id="14" idx="0"/>
          </p:cNvCxnSpPr>
          <p:nvPr/>
        </p:nvCxnSpPr>
        <p:spPr>
          <a:xfrm>
            <a:off x="8110531" y="924219"/>
            <a:ext cx="2082267" cy="14310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1201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DBC7F4-D58D-DCD6-1A5A-3CC54B029F97}"/>
              </a:ext>
            </a:extLst>
          </p:cNvPr>
          <p:cNvSpPr>
            <a:spLocks noGrp="1"/>
          </p:cNvSpPr>
          <p:nvPr>
            <p:ph type="title"/>
          </p:nvPr>
        </p:nvSpPr>
        <p:spPr/>
        <p:txBody>
          <a:bodyPr>
            <a:normAutofit/>
          </a:bodyPr>
          <a:lstStyle/>
          <a:p>
            <a:r>
              <a:rPr lang="ja-JP" altLang="en-US"/>
              <a:t>④</a:t>
            </a:r>
            <a:r>
              <a:rPr lang="ja-JP" altLang="ja-JP"/>
              <a:t>複数端末情報の集約</a:t>
            </a:r>
            <a:r>
              <a:rPr lang="ja-JP" altLang="en-US"/>
              <a:t>の詳細</a:t>
            </a:r>
            <a:endParaRPr kumimoji="1" lang="ja-JP" altLang="en-US"/>
          </a:p>
        </p:txBody>
      </p:sp>
      <p:sp>
        <p:nvSpPr>
          <p:cNvPr id="3" name="スライド番号プレースホルダー 2">
            <a:extLst>
              <a:ext uri="{FF2B5EF4-FFF2-40B4-BE49-F238E27FC236}">
                <a16:creationId xmlns:a16="http://schemas.microsoft.com/office/drawing/2014/main" id="{9672AAAB-ADFE-9D75-9350-6CF927EA414B}"/>
              </a:ext>
            </a:extLst>
          </p:cNvPr>
          <p:cNvSpPr>
            <a:spLocks noGrp="1"/>
          </p:cNvSpPr>
          <p:nvPr>
            <p:ph type="sldNum" sz="quarter" idx="4"/>
          </p:nvPr>
        </p:nvSpPr>
        <p:spPr/>
        <p:txBody>
          <a:bodyPr/>
          <a:lstStyle/>
          <a:p>
            <a:fld id="{C088C981-6885-4100-82A1-DE7074EC4480}" type="slidenum">
              <a:rPr lang="ja-JP" altLang="en-US" smtClean="0"/>
              <a:pPr/>
              <a:t>5</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9" name="表 8">
                <a:extLst>
                  <a:ext uri="{FF2B5EF4-FFF2-40B4-BE49-F238E27FC236}">
                    <a16:creationId xmlns:a16="http://schemas.microsoft.com/office/drawing/2014/main" id="{2156B1B5-23CA-7AF3-54B7-2825F0D818DB}"/>
                  </a:ext>
                </a:extLst>
              </p:cNvPr>
              <p:cNvGraphicFramePr>
                <a:graphicFrameLocks noGrp="1"/>
              </p:cNvGraphicFramePr>
              <p:nvPr>
                <p:extLst>
                  <p:ext uri="{D42A27DB-BD31-4B8C-83A1-F6EECF244321}">
                    <p14:modId xmlns:p14="http://schemas.microsoft.com/office/powerpoint/2010/main" val="3978255310"/>
                  </p:ext>
                </p:extLst>
              </p:nvPr>
            </p:nvGraphicFramePr>
            <p:xfrm>
              <a:off x="78377" y="745418"/>
              <a:ext cx="5956663" cy="3660013"/>
            </p:xfrm>
            <a:graphic>
              <a:graphicData uri="http://schemas.openxmlformats.org/drawingml/2006/table">
                <a:tbl>
                  <a:tblPr firstRow="1" bandRow="1">
                    <a:tableStyleId>{5C22544A-7EE6-4342-B048-85BDC9FD1C3A}</a:tableStyleId>
                  </a:tblPr>
                  <a:tblGrid>
                    <a:gridCol w="5956663">
                      <a:extLst>
                        <a:ext uri="{9D8B030D-6E8A-4147-A177-3AD203B41FA5}">
                          <a16:colId xmlns:a16="http://schemas.microsoft.com/office/drawing/2014/main" val="2151416950"/>
                        </a:ext>
                      </a:extLst>
                    </a:gridCol>
                  </a:tblGrid>
                  <a:tr h="370840">
                    <a:tc>
                      <a:txBody>
                        <a:bodyPr/>
                        <a:lstStyle/>
                        <a:p>
                          <a:pPr algn="ctr"/>
                          <a:r>
                            <a:rPr lang="ja-JP" altLang="ja-JP" sz="1800">
                              <a:solidFill>
                                <a:schemeClr val="tx1"/>
                              </a:solidFill>
                            </a:rPr>
                            <a:t>各端末のlogitsを確率分布へ変換</a:t>
                          </a:r>
                          <a:endParaRPr lang="en-US" altLang="ja-JP" sz="1800" b="1">
                            <a:solidFill>
                              <a:schemeClr val="tx1"/>
                            </a:solidFill>
                          </a:endParaRPr>
                        </a:p>
                        <a:p>
                          <a:r>
                            <a:rPr lang="ja-JP" altLang="ja-JP" sz="1800">
                              <a:solidFill>
                                <a:schemeClr val="tx1"/>
                              </a:solidFill>
                            </a:rPr>
                            <a:t>各端末のlogitsを、共通温度 </a:t>
                          </a:r>
                          <a14:m>
                            <m:oMath xmlns:m="http://schemas.openxmlformats.org/officeDocument/2006/math">
                              <m:r>
                                <a:rPr lang="ja-JP" altLang="en-US" i="1">
                                  <a:solidFill>
                                    <a:schemeClr val="tx1"/>
                                  </a:solidFill>
                                  <a:latin typeface="Cambria Math" panose="02040503050406030204" pitchFamily="18" charset="0"/>
                                </a:rPr>
                                <m:t>𝑇</m:t>
                              </m:r>
                            </m:oMath>
                          </a14:m>
                          <a:r>
                            <a:rPr lang="ja-JP" altLang="ja-JP" sz="1800">
                              <a:solidFill>
                                <a:schemeClr val="tx1"/>
                              </a:solidFill>
                            </a:rPr>
                            <a:t>のsoftmaxで確率分布に変換する。</a:t>
                          </a:r>
                          <a:endParaRPr lang="en-US" altLang="ja-JP" sz="1800">
                            <a:solidFill>
                              <a:schemeClr val="tx1"/>
                            </a:solidFill>
                          </a:endParaRPr>
                        </a:p>
                        <a:p>
                          <a:pPr/>
                          <a14:m>
                            <m:oMathPara xmlns:m="http://schemas.openxmlformats.org/officeDocument/2006/math">
                              <m:oMathParaPr>
                                <m:jc m:val="centerGroup"/>
                              </m:oMathParaPr>
                              <m:oMath xmlns:m="http://schemas.openxmlformats.org/officeDocument/2006/math">
                                <m:sSubSup>
                                  <m:sSubSupPr>
                                    <m:ctrlPr>
                                      <a:rPr lang="en-US" altLang="ja-JP" sz="1800" i="1" dirty="0" smtClean="0">
                                        <a:solidFill>
                                          <a:schemeClr val="tx1"/>
                                        </a:solidFill>
                                        <a:latin typeface="Cambria Math" panose="02040503050406030204" pitchFamily="18" charset="0"/>
                                      </a:rPr>
                                    </m:ctrlPr>
                                  </m:sSubSupPr>
                                  <m:e>
                                    <m:r>
                                      <a:rPr lang="en-US" altLang="ja-JP" sz="1800" i="1" dirty="0" smtClean="0">
                                        <a:solidFill>
                                          <a:schemeClr val="tx1"/>
                                        </a:solidFill>
                                        <a:latin typeface="Cambria Math" panose="02040503050406030204" pitchFamily="18" charset="0"/>
                                      </a:rPr>
                                      <m:t>𝑞</m:t>
                                    </m:r>
                                  </m:e>
                                  <m:sub>
                                    <m:r>
                                      <a:rPr lang="en-US" altLang="ja-JP" sz="1800" i="1" dirty="0" smtClean="0">
                                        <a:solidFill>
                                          <a:schemeClr val="tx1"/>
                                        </a:solidFill>
                                        <a:latin typeface="Cambria Math" panose="02040503050406030204" pitchFamily="18" charset="0"/>
                                      </a:rPr>
                                      <m:t>𝑐</m:t>
                                    </m:r>
                                  </m:sub>
                                  <m:sup>
                                    <m:r>
                                      <a:rPr lang="en-US" altLang="ja-JP" sz="1800" b="0" i="1" dirty="0" smtClean="0">
                                        <a:solidFill>
                                          <a:schemeClr val="tx1"/>
                                        </a:solidFill>
                                        <a:latin typeface="Cambria Math" panose="02040503050406030204" pitchFamily="18" charset="0"/>
                                      </a:rPr>
                                      <m:t>(</m:t>
                                    </m:r>
                                    <m:r>
                                      <a:rPr lang="en-US" altLang="ja-JP" sz="1800" b="0" i="1" dirty="0" smtClean="0">
                                        <a:solidFill>
                                          <a:schemeClr val="tx1"/>
                                        </a:solidFill>
                                        <a:latin typeface="Cambria Math" panose="02040503050406030204" pitchFamily="18" charset="0"/>
                                      </a:rPr>
                                      <m:t>𝑘</m:t>
                                    </m:r>
                                    <m:r>
                                      <a:rPr lang="en-US" altLang="ja-JP" sz="1800" b="0" i="1" dirty="0" smtClean="0">
                                        <a:solidFill>
                                          <a:schemeClr val="tx1"/>
                                        </a:solidFill>
                                        <a:latin typeface="Cambria Math" panose="02040503050406030204" pitchFamily="18" charset="0"/>
                                      </a:rPr>
                                      <m:t>,</m:t>
                                    </m:r>
                                    <m:r>
                                      <a:rPr lang="en-US" altLang="ja-JP" sz="1800" b="0" i="1" dirty="0" smtClean="0">
                                        <a:solidFill>
                                          <a:schemeClr val="tx1"/>
                                        </a:solidFill>
                                        <a:latin typeface="Cambria Math" panose="02040503050406030204" pitchFamily="18" charset="0"/>
                                      </a:rPr>
                                      <m:t>𝑟</m:t>
                                    </m:r>
                                    <m:r>
                                      <a:rPr lang="en-US" altLang="ja-JP" sz="1800" b="0" i="1" dirty="0" smtClean="0">
                                        <a:solidFill>
                                          <a:schemeClr val="tx1"/>
                                        </a:solidFill>
                                        <a:latin typeface="Cambria Math" panose="02040503050406030204" pitchFamily="18" charset="0"/>
                                      </a:rPr>
                                      <m:t>)</m:t>
                                    </m:r>
                                  </m:sup>
                                </m:sSubSup>
                                <m:d>
                                  <m:dPr>
                                    <m:ctrlPr>
                                      <a:rPr lang="en-US" altLang="ja-JP" sz="1800" i="1" dirty="0" smtClean="0">
                                        <a:solidFill>
                                          <a:schemeClr val="tx1"/>
                                        </a:solidFill>
                                        <a:latin typeface="Cambria Math" panose="02040503050406030204" pitchFamily="18" charset="0"/>
                                      </a:rPr>
                                    </m:ctrlPr>
                                  </m:dPr>
                                  <m:e>
                                    <m:r>
                                      <a:rPr lang="en-US" altLang="ja-JP" sz="1800" i="1" dirty="0" smtClean="0">
                                        <a:solidFill>
                                          <a:schemeClr val="tx1"/>
                                        </a:solidFill>
                                        <a:latin typeface="Cambria Math" panose="02040503050406030204" pitchFamily="18" charset="0"/>
                                      </a:rPr>
                                      <m:t>𝑥</m:t>
                                    </m:r>
                                  </m:e>
                                </m:d>
                                <m:r>
                                  <a:rPr lang="en-US" altLang="ja-JP" sz="1800" i="0" dirty="0" smtClean="0">
                                    <a:solidFill>
                                      <a:schemeClr val="tx1"/>
                                    </a:solidFill>
                                    <a:latin typeface="Cambria Math" panose="02040503050406030204" pitchFamily="18" charset="0"/>
                                  </a:rPr>
                                  <m:t>=</m:t>
                                </m:r>
                                <m:r>
                                  <m:rPr>
                                    <m:sty m:val="p"/>
                                  </m:rPr>
                                  <a:rPr lang="en-US" altLang="ja-JP" sz="1800" i="0" dirty="0" smtClean="0">
                                    <a:solidFill>
                                      <a:schemeClr val="tx1"/>
                                    </a:solidFill>
                                    <a:latin typeface="Cambria Math" panose="02040503050406030204" pitchFamily="18" charset="0"/>
                                  </a:rPr>
                                  <m:t>softmax</m:t>
                                </m:r>
                                <m:d>
                                  <m:dPr>
                                    <m:ctrlPr>
                                      <a:rPr lang="en-US" altLang="ja-JP" sz="1800" i="1" dirty="0" smtClean="0">
                                        <a:solidFill>
                                          <a:schemeClr val="tx1"/>
                                        </a:solidFill>
                                        <a:latin typeface="Cambria Math" panose="02040503050406030204" pitchFamily="18" charset="0"/>
                                      </a:rPr>
                                    </m:ctrlPr>
                                  </m:dPr>
                                  <m:e>
                                    <m:f>
                                      <m:fPr>
                                        <m:ctrlPr>
                                          <a:rPr lang="en-US" altLang="ja-JP" sz="1800" i="1" dirty="0" smtClean="0">
                                            <a:solidFill>
                                              <a:schemeClr val="tx1"/>
                                            </a:solidFill>
                                            <a:latin typeface="Cambria Math" panose="02040503050406030204" pitchFamily="18" charset="0"/>
                                          </a:rPr>
                                        </m:ctrlPr>
                                      </m:fPr>
                                      <m:num>
                                        <m:sSubSup>
                                          <m:sSubSupPr>
                                            <m:ctrlPr>
                                              <a:rPr lang="en-US" altLang="ja-JP" sz="1800" i="1" dirty="0" smtClean="0">
                                                <a:solidFill>
                                                  <a:schemeClr val="tx1"/>
                                                </a:solidFill>
                                                <a:latin typeface="Cambria Math" panose="02040503050406030204" pitchFamily="18" charset="0"/>
                                              </a:rPr>
                                            </m:ctrlPr>
                                          </m:sSubSupPr>
                                          <m:e>
                                            <m:r>
                                              <a:rPr lang="en-US" altLang="ja-JP" sz="1800" i="1" dirty="0" smtClean="0">
                                                <a:solidFill>
                                                  <a:schemeClr val="tx1"/>
                                                </a:solidFill>
                                                <a:latin typeface="Cambria Math" panose="02040503050406030204" pitchFamily="18" charset="0"/>
                                              </a:rPr>
                                              <m:t>𝑧</m:t>
                                            </m:r>
                                          </m:e>
                                          <m:sub>
                                            <m:r>
                                              <a:rPr lang="en-US" altLang="ja-JP" sz="1800" i="1" dirty="0" smtClean="0">
                                                <a:solidFill>
                                                  <a:schemeClr val="tx1"/>
                                                </a:solidFill>
                                                <a:latin typeface="Cambria Math" panose="02040503050406030204" pitchFamily="18" charset="0"/>
                                              </a:rPr>
                                              <m:t>𝑐</m:t>
                                            </m:r>
                                          </m:sub>
                                          <m:sup>
                                            <m:r>
                                              <a:rPr lang="en-US" altLang="ja-JP" sz="1800" b="0" i="1" dirty="0" smtClean="0">
                                                <a:solidFill>
                                                  <a:schemeClr val="tx1"/>
                                                </a:solidFill>
                                                <a:latin typeface="Cambria Math" panose="02040503050406030204" pitchFamily="18" charset="0"/>
                                              </a:rPr>
                                              <m:t>(</m:t>
                                            </m:r>
                                            <m:r>
                                              <a:rPr lang="en-US" altLang="ja-JP" sz="1800" b="0" i="1" dirty="0" smtClean="0">
                                                <a:solidFill>
                                                  <a:schemeClr val="tx1"/>
                                                </a:solidFill>
                                                <a:latin typeface="Cambria Math" panose="02040503050406030204" pitchFamily="18" charset="0"/>
                                              </a:rPr>
                                              <m:t>𝑘</m:t>
                                            </m:r>
                                            <m:r>
                                              <a:rPr lang="en-US" altLang="ja-JP" sz="1800" b="0" i="1" dirty="0" smtClean="0">
                                                <a:solidFill>
                                                  <a:schemeClr val="tx1"/>
                                                </a:solidFill>
                                                <a:latin typeface="Cambria Math" panose="02040503050406030204" pitchFamily="18" charset="0"/>
                                              </a:rPr>
                                              <m:t>,</m:t>
                                            </m:r>
                                            <m:r>
                                              <a:rPr lang="en-US" altLang="ja-JP" sz="1800" b="0" i="1" dirty="0" smtClean="0">
                                                <a:solidFill>
                                                  <a:schemeClr val="tx1"/>
                                                </a:solidFill>
                                                <a:latin typeface="Cambria Math" panose="02040503050406030204" pitchFamily="18" charset="0"/>
                                              </a:rPr>
                                              <m:t>𝑟</m:t>
                                            </m:r>
                                            <m:r>
                                              <a:rPr lang="en-US" altLang="ja-JP" sz="1800" b="0" i="1" dirty="0" smtClean="0">
                                                <a:solidFill>
                                                  <a:schemeClr val="tx1"/>
                                                </a:solidFill>
                                                <a:latin typeface="Cambria Math" panose="02040503050406030204" pitchFamily="18" charset="0"/>
                                              </a:rPr>
                                              <m:t>)</m:t>
                                            </m:r>
                                          </m:sup>
                                        </m:sSubSup>
                                        <m:d>
                                          <m:dPr>
                                            <m:ctrlPr>
                                              <a:rPr lang="en-US" altLang="ja-JP" sz="1800" i="1" dirty="0" smtClean="0">
                                                <a:solidFill>
                                                  <a:schemeClr val="tx1"/>
                                                </a:solidFill>
                                                <a:latin typeface="Cambria Math" panose="02040503050406030204" pitchFamily="18" charset="0"/>
                                              </a:rPr>
                                            </m:ctrlPr>
                                          </m:dPr>
                                          <m:e>
                                            <m:r>
                                              <a:rPr lang="en-US" altLang="ja-JP" sz="1800" i="1" dirty="0" smtClean="0">
                                                <a:solidFill>
                                                  <a:schemeClr val="tx1"/>
                                                </a:solidFill>
                                                <a:latin typeface="Cambria Math" panose="02040503050406030204" pitchFamily="18" charset="0"/>
                                              </a:rPr>
                                              <m:t>𝑥</m:t>
                                            </m:r>
                                          </m:e>
                                        </m:d>
                                      </m:num>
                                      <m:den>
                                        <m:r>
                                          <a:rPr lang="en-US" altLang="ja-JP" sz="1800" i="1" dirty="0" smtClean="0">
                                            <a:solidFill>
                                              <a:schemeClr val="tx1"/>
                                            </a:solidFill>
                                            <a:latin typeface="Cambria Math" panose="02040503050406030204" pitchFamily="18" charset="0"/>
                                          </a:rPr>
                                          <m:t>𝑇</m:t>
                                        </m:r>
                                      </m:den>
                                    </m:f>
                                  </m:e>
                                </m:d>
                              </m:oMath>
                            </m:oMathPara>
                          </a14:m>
                          <a:endParaRPr lang="en-US" altLang="ja-JP" sz="1800">
                            <a:solidFill>
                              <a:schemeClr val="tx1"/>
                            </a:solidFill>
                          </a:endParaRPr>
                        </a:p>
                        <a:p>
                          <a:r>
                            <a:rPr lang="ja-JP" altLang="ja-JP" sz="1800">
                              <a:solidFill>
                                <a:schemeClr val="tx1"/>
                              </a:solidFill>
                            </a:rPr>
                            <a:t>入力：</a:t>
                          </a:r>
                          <a:r>
                            <a:rPr lang="en-US" altLang="ja-JP" sz="1800">
                              <a:solidFill>
                                <a:schemeClr val="tx1"/>
                              </a:solidFill>
                            </a:rPr>
                            <a:t> </a:t>
                          </a:r>
                          <a14:m>
                            <m:oMath xmlns:m="http://schemas.openxmlformats.org/officeDocument/2006/math">
                              <m:sSubSup>
                                <m:sSubSupPr>
                                  <m:ctrlPr>
                                    <a:rPr lang="en-US" altLang="ja-JP" sz="1800" i="1" dirty="0">
                                      <a:solidFill>
                                        <a:schemeClr val="tx1"/>
                                      </a:solidFill>
                                      <a:latin typeface="Cambria Math" panose="02040503050406030204" pitchFamily="18" charset="0"/>
                                    </a:rPr>
                                  </m:ctrlPr>
                                </m:sSubSupPr>
                                <m:e>
                                  <m:r>
                                    <a:rPr lang="en-US" altLang="ja-JP" sz="1800" i="1" dirty="0">
                                      <a:solidFill>
                                        <a:schemeClr val="tx1"/>
                                      </a:solidFill>
                                      <a:latin typeface="Cambria Math" panose="02040503050406030204" pitchFamily="18" charset="0"/>
                                    </a:rPr>
                                    <m:t>𝑧</m:t>
                                  </m:r>
                                </m:e>
                                <m:sub>
                                  <m:r>
                                    <a:rPr lang="en-US" altLang="ja-JP" sz="1800" i="1" dirty="0">
                                      <a:solidFill>
                                        <a:schemeClr val="tx1"/>
                                      </a:solidFill>
                                      <a:latin typeface="Cambria Math" panose="02040503050406030204" pitchFamily="18" charset="0"/>
                                    </a:rPr>
                                    <m:t>𝑐</m:t>
                                  </m:r>
                                </m:sub>
                                <m:sup>
                                  <m:r>
                                    <a:rPr lang="en-US" altLang="ja-JP" sz="1800" i="1" dirty="0">
                                      <a:solidFill>
                                        <a:schemeClr val="tx1"/>
                                      </a:solidFill>
                                      <a:latin typeface="Cambria Math" panose="02040503050406030204" pitchFamily="18" charset="0"/>
                                    </a:rPr>
                                    <m:t>(</m:t>
                                  </m:r>
                                  <m:r>
                                    <a:rPr lang="en-US" altLang="ja-JP" sz="1800" i="1" dirty="0">
                                      <a:solidFill>
                                        <a:schemeClr val="tx1"/>
                                      </a:solidFill>
                                      <a:latin typeface="Cambria Math" panose="02040503050406030204" pitchFamily="18" charset="0"/>
                                    </a:rPr>
                                    <m:t>𝑘</m:t>
                                  </m:r>
                                  <m:r>
                                    <a:rPr lang="en-US" altLang="ja-JP" sz="1800" i="1" dirty="0">
                                      <a:solidFill>
                                        <a:schemeClr val="tx1"/>
                                      </a:solidFill>
                                      <a:latin typeface="Cambria Math" panose="02040503050406030204" pitchFamily="18" charset="0"/>
                                    </a:rPr>
                                    <m:t>,</m:t>
                                  </m:r>
                                  <m:r>
                                    <a:rPr lang="en-US" altLang="ja-JP" sz="1800" i="1" dirty="0">
                                      <a:solidFill>
                                        <a:schemeClr val="tx1"/>
                                      </a:solidFill>
                                      <a:latin typeface="Cambria Math" panose="02040503050406030204" pitchFamily="18" charset="0"/>
                                    </a:rPr>
                                    <m:t>𝑟</m:t>
                                  </m:r>
                                  <m:r>
                                    <a:rPr lang="en-US" altLang="ja-JP" sz="1800" i="1" dirty="0">
                                      <a:solidFill>
                                        <a:schemeClr val="tx1"/>
                                      </a:solidFill>
                                      <a:latin typeface="Cambria Math" panose="02040503050406030204" pitchFamily="18" charset="0"/>
                                    </a:rPr>
                                    <m:t>)</m:t>
                                  </m:r>
                                </m:sup>
                              </m:sSubSup>
                              <m:d>
                                <m:dPr>
                                  <m:ctrlPr>
                                    <a:rPr lang="en-US" altLang="ja-JP" sz="1800" i="1" dirty="0">
                                      <a:solidFill>
                                        <a:schemeClr val="tx1"/>
                                      </a:solidFill>
                                      <a:latin typeface="Cambria Math" panose="02040503050406030204" pitchFamily="18" charset="0"/>
                                    </a:rPr>
                                  </m:ctrlPr>
                                </m:dPr>
                                <m:e>
                                  <m:r>
                                    <a:rPr lang="en-US" altLang="ja-JP" sz="1800" i="1" dirty="0">
                                      <a:solidFill>
                                        <a:schemeClr val="tx1"/>
                                      </a:solidFill>
                                      <a:latin typeface="Cambria Math" panose="02040503050406030204" pitchFamily="18" charset="0"/>
                                    </a:rPr>
                                    <m:t>𝑥</m:t>
                                  </m:r>
                                </m:e>
                              </m:d>
                            </m:oMath>
                          </a14:m>
                          <a:r>
                            <a:rPr lang="ja-JP" altLang="en-US" sz="1800">
                              <a:solidFill>
                                <a:schemeClr val="tx1"/>
                              </a:solidFill>
                            </a:rPr>
                            <a:t>）</a:t>
                          </a:r>
                          <a:br>
                            <a:rPr lang="ja-JP" altLang="ja-JP" sz="1800">
                              <a:solidFill>
                                <a:schemeClr val="tx1"/>
                              </a:solidFill>
                            </a:rPr>
                          </a:br>
                          <a:r>
                            <a:rPr lang="ja-JP" altLang="ja-JP" sz="1800">
                              <a:solidFill>
                                <a:schemeClr val="tx1"/>
                              </a:solidFill>
                            </a:rPr>
                            <a:t>出力：</a:t>
                          </a:r>
                          <a:r>
                            <a:rPr lang="en-US" altLang="ja-JP" sz="1800">
                              <a:solidFill>
                                <a:schemeClr val="tx1"/>
                              </a:solidFill>
                            </a:rPr>
                            <a:t> </a:t>
                          </a:r>
                          <a14:m>
                            <m:oMath xmlns:m="http://schemas.openxmlformats.org/officeDocument/2006/math">
                              <m:sSubSup>
                                <m:sSubSupPr>
                                  <m:ctrlPr>
                                    <a:rPr lang="en-US" altLang="ja-JP" sz="1800" i="1" dirty="0">
                                      <a:solidFill>
                                        <a:schemeClr val="tx1"/>
                                      </a:solidFill>
                                      <a:latin typeface="Cambria Math" panose="02040503050406030204" pitchFamily="18" charset="0"/>
                                    </a:rPr>
                                  </m:ctrlPr>
                                </m:sSubSupPr>
                                <m:e>
                                  <m:r>
                                    <a:rPr lang="en-US" altLang="ja-JP" sz="1800" i="1" dirty="0">
                                      <a:solidFill>
                                        <a:schemeClr val="tx1"/>
                                      </a:solidFill>
                                      <a:latin typeface="Cambria Math" panose="02040503050406030204" pitchFamily="18" charset="0"/>
                                    </a:rPr>
                                    <m:t>𝑞</m:t>
                                  </m:r>
                                </m:e>
                                <m:sub>
                                  <m:r>
                                    <a:rPr lang="en-US" altLang="ja-JP" sz="1800" i="1" dirty="0">
                                      <a:solidFill>
                                        <a:schemeClr val="tx1"/>
                                      </a:solidFill>
                                      <a:latin typeface="Cambria Math" panose="02040503050406030204" pitchFamily="18" charset="0"/>
                                    </a:rPr>
                                    <m:t>𝑐</m:t>
                                  </m:r>
                                </m:sub>
                                <m:sup>
                                  <m:r>
                                    <a:rPr lang="en-US" altLang="ja-JP" sz="1800" i="1" dirty="0">
                                      <a:solidFill>
                                        <a:schemeClr val="tx1"/>
                                      </a:solidFill>
                                      <a:latin typeface="Cambria Math" panose="02040503050406030204" pitchFamily="18" charset="0"/>
                                    </a:rPr>
                                    <m:t>(</m:t>
                                  </m:r>
                                  <m:r>
                                    <a:rPr lang="en-US" altLang="ja-JP" sz="1800" i="1" dirty="0">
                                      <a:solidFill>
                                        <a:schemeClr val="tx1"/>
                                      </a:solidFill>
                                      <a:latin typeface="Cambria Math" panose="02040503050406030204" pitchFamily="18" charset="0"/>
                                    </a:rPr>
                                    <m:t>𝑘</m:t>
                                  </m:r>
                                  <m:r>
                                    <a:rPr lang="en-US" altLang="ja-JP" sz="1800" i="1" dirty="0">
                                      <a:solidFill>
                                        <a:schemeClr val="tx1"/>
                                      </a:solidFill>
                                      <a:latin typeface="Cambria Math" panose="02040503050406030204" pitchFamily="18" charset="0"/>
                                    </a:rPr>
                                    <m:t>,</m:t>
                                  </m:r>
                                  <m:r>
                                    <a:rPr lang="en-US" altLang="ja-JP" sz="1800" i="1" dirty="0">
                                      <a:solidFill>
                                        <a:schemeClr val="tx1"/>
                                      </a:solidFill>
                                      <a:latin typeface="Cambria Math" panose="02040503050406030204" pitchFamily="18" charset="0"/>
                                    </a:rPr>
                                    <m:t>𝑟</m:t>
                                  </m:r>
                                  <m:r>
                                    <a:rPr lang="en-US" altLang="ja-JP" sz="1800" i="1" dirty="0">
                                      <a:solidFill>
                                        <a:schemeClr val="tx1"/>
                                      </a:solidFill>
                                      <a:latin typeface="Cambria Math" panose="02040503050406030204" pitchFamily="18" charset="0"/>
                                    </a:rPr>
                                    <m:t>)</m:t>
                                  </m:r>
                                </m:sup>
                              </m:sSubSup>
                              <m:d>
                                <m:dPr>
                                  <m:ctrlPr>
                                    <a:rPr lang="en-US" altLang="ja-JP" sz="1800" i="1" dirty="0">
                                      <a:solidFill>
                                        <a:schemeClr val="tx1"/>
                                      </a:solidFill>
                                      <a:latin typeface="Cambria Math" panose="02040503050406030204" pitchFamily="18" charset="0"/>
                                    </a:rPr>
                                  </m:ctrlPr>
                                </m:dPr>
                                <m:e>
                                  <m:r>
                                    <a:rPr lang="en-US" altLang="ja-JP" sz="1800" i="1" dirty="0">
                                      <a:solidFill>
                                        <a:schemeClr val="tx1"/>
                                      </a:solidFill>
                                      <a:latin typeface="Cambria Math" panose="02040503050406030204" pitchFamily="18" charset="0"/>
                                    </a:rPr>
                                    <m:t>𝑥</m:t>
                                  </m:r>
                                </m:e>
                              </m:d>
                            </m:oMath>
                          </a14:m>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r h="370840">
                    <a:tc>
                      <a:txBody>
                        <a:bodyPr/>
                        <a:lstStyle/>
                        <a:p>
                          <a:r>
                            <a:rPr lang="ja-JP" altLang="ja-JP" sz="1800" b="1"/>
                            <a:t>この処理の妥当性</a:t>
                          </a:r>
                          <a:endParaRPr lang="ja-JP" altLang="ja-JP" sz="1800"/>
                        </a:p>
                        <a:p>
                          <a:r>
                            <a:rPr lang="ja-JP" altLang="ja-JP" sz="1800"/>
                            <a:t>端末ごとのlogit尺度の違いを弱められる </a:t>
                          </a:r>
                        </a:p>
                        <a:p>
                          <a:r>
                            <a:rPr lang="ja-JP" altLang="ja-JP" sz="1800"/>
                            <a:t>3B surrogateと7B基盤モデルを共通のクラス確率空間で比較できる </a:t>
                          </a:r>
                        </a:p>
                        <a:p>
                          <a:r>
                            <a:rPr lang="ja-JP" altLang="ja-JP" sz="1800"/>
                            <a:t>soft labelとしてクラス間の関係を保持できる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2258897"/>
                      </a:ext>
                    </a:extLst>
                  </a:tr>
                </a:tbl>
              </a:graphicData>
            </a:graphic>
          </p:graphicFrame>
        </mc:Choice>
        <mc:Fallback>
          <p:graphicFrame>
            <p:nvGraphicFramePr>
              <p:cNvPr id="9" name="表 8">
                <a:extLst>
                  <a:ext uri="{FF2B5EF4-FFF2-40B4-BE49-F238E27FC236}">
                    <a16:creationId xmlns:a16="http://schemas.microsoft.com/office/drawing/2014/main" id="{2156B1B5-23CA-7AF3-54B7-2825F0D818DB}"/>
                  </a:ext>
                </a:extLst>
              </p:cNvPr>
              <p:cNvGraphicFramePr>
                <a:graphicFrameLocks noGrp="1"/>
              </p:cNvGraphicFramePr>
              <p:nvPr>
                <p:extLst>
                  <p:ext uri="{D42A27DB-BD31-4B8C-83A1-F6EECF244321}">
                    <p14:modId xmlns:p14="http://schemas.microsoft.com/office/powerpoint/2010/main" val="3978255310"/>
                  </p:ext>
                </p:extLst>
              </p:nvPr>
            </p:nvGraphicFramePr>
            <p:xfrm>
              <a:off x="78377" y="745418"/>
              <a:ext cx="5956663" cy="3660013"/>
            </p:xfrm>
            <a:graphic>
              <a:graphicData uri="http://schemas.openxmlformats.org/drawingml/2006/table">
                <a:tbl>
                  <a:tblPr firstRow="1" bandRow="1">
                    <a:tableStyleId>{5C22544A-7EE6-4342-B048-85BDC9FD1C3A}</a:tableStyleId>
                  </a:tblPr>
                  <a:tblGrid>
                    <a:gridCol w="5956663">
                      <a:extLst>
                        <a:ext uri="{9D8B030D-6E8A-4147-A177-3AD203B41FA5}">
                          <a16:colId xmlns:a16="http://schemas.microsoft.com/office/drawing/2014/main" val="2151416950"/>
                        </a:ext>
                      </a:extLst>
                    </a:gridCol>
                  </a:tblGrid>
                  <a:tr h="2196973">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2" t="-2216" r="-307" b="-71191"/>
                          </a:stretch>
                        </a:blipFill>
                      </a:tcPr>
                    </a:tc>
                    <a:extLst>
                      <a:ext uri="{0D108BD9-81ED-4DB2-BD59-A6C34878D82A}">
                        <a16:rowId xmlns:a16="http://schemas.microsoft.com/office/drawing/2014/main" val="56968783"/>
                      </a:ext>
                    </a:extLst>
                  </a:tr>
                  <a:tr h="1463040">
                    <a:tc>
                      <a:txBody>
                        <a:bodyPr/>
                        <a:lstStyle/>
                        <a:p>
                          <a:r>
                            <a:rPr lang="ja-JP" altLang="ja-JP" sz="1800" b="1"/>
                            <a:t>この処理の妥当性</a:t>
                          </a:r>
                          <a:endParaRPr lang="ja-JP" altLang="ja-JP" sz="1800"/>
                        </a:p>
                        <a:p>
                          <a:r>
                            <a:rPr lang="ja-JP" altLang="ja-JP" sz="1800"/>
                            <a:t>端末ごとのlogit尺度の違いを弱められる </a:t>
                          </a:r>
                        </a:p>
                        <a:p>
                          <a:r>
                            <a:rPr lang="ja-JP" altLang="ja-JP" sz="1800"/>
                            <a:t>3B surrogateと7B基盤モデルを共通のクラス確率空間で比較できる </a:t>
                          </a:r>
                        </a:p>
                        <a:p>
                          <a:r>
                            <a:rPr lang="ja-JP" altLang="ja-JP" sz="1800"/>
                            <a:t>soft labelとしてクラス間の関係を保持できる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2258897"/>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1" name="表 10">
                <a:extLst>
                  <a:ext uri="{FF2B5EF4-FFF2-40B4-BE49-F238E27FC236}">
                    <a16:creationId xmlns:a16="http://schemas.microsoft.com/office/drawing/2014/main" id="{3719D92D-434F-F7A2-B5FF-12869880995D}"/>
                  </a:ext>
                </a:extLst>
              </p:cNvPr>
              <p:cNvGraphicFramePr>
                <a:graphicFrameLocks noGrp="1"/>
              </p:cNvGraphicFramePr>
              <p:nvPr>
                <p:extLst>
                  <p:ext uri="{D42A27DB-BD31-4B8C-83A1-F6EECF244321}">
                    <p14:modId xmlns:p14="http://schemas.microsoft.com/office/powerpoint/2010/main" val="48544900"/>
                  </p:ext>
                </p:extLst>
              </p:nvPr>
            </p:nvGraphicFramePr>
            <p:xfrm>
              <a:off x="6156962" y="745418"/>
              <a:ext cx="5964784" cy="6110161"/>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複数端末の確率分布を集約</a:t>
                          </a:r>
                          <a:endParaRPr lang="en-US" altLang="ja-JP" sz="1800" b="1">
                            <a:solidFill>
                              <a:schemeClr val="tx1"/>
                            </a:solidFill>
                          </a:endParaRPr>
                        </a:p>
                        <a:p>
                          <a:r>
                            <a:rPr lang="ja-JP" altLang="en-US" sz="1800">
                              <a:solidFill>
                                <a:schemeClr val="tx1"/>
                              </a:solidFill>
                            </a:rPr>
                            <a:t>対応するサンプル </a:t>
                          </a:r>
                          <a:r>
                            <a:rPr lang="en-US" altLang="ja-JP" sz="1800">
                              <a:solidFill>
                                <a:schemeClr val="tx1"/>
                              </a:solidFill>
                            </a:rPr>
                            <a:t>x </a:t>
                          </a:r>
                          <a:r>
                            <a:rPr lang="ja-JP" altLang="en-US" sz="1800">
                              <a:solidFill>
                                <a:schemeClr val="tx1"/>
                              </a:solidFill>
                            </a:rPr>
                            <a:t>ごとに、端末の確率分布を集約し、クラウド更新用の</a:t>
                          </a:r>
                          <a:r>
                            <a:rPr lang="en-US" altLang="ja-JP" sz="1800">
                              <a:solidFill>
                                <a:schemeClr val="tx1"/>
                              </a:solidFill>
                            </a:rPr>
                            <a:t>teacher</a:t>
                          </a:r>
                          <a:r>
                            <a:rPr lang="ja-JP" altLang="en-US" sz="1800">
                              <a:solidFill>
                                <a:schemeClr val="tx1"/>
                              </a:solidFill>
                            </a:rPr>
                            <a:t>分布を生成する。</a:t>
                          </a:r>
                          <a:endParaRPr lang="en-US" altLang="ja-JP" sz="18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ja-JP" sz="1800" b="1" i="1" smtClean="0">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𝑞</m:t>
                                    </m:r>
                                  </m:e>
                                  <m:sub>
                                    <m:r>
                                      <a:rPr lang="ja-JP" altLang="en-US" sz="1800" i="1">
                                        <a:solidFill>
                                          <a:schemeClr val="tx1"/>
                                        </a:solidFill>
                                        <a:latin typeface="Cambria Math" panose="02040503050406030204" pitchFamily="18" charset="0"/>
                                      </a:rPr>
                                      <m:t>𝑎𝑔𝑔</m:t>
                                    </m:r>
                                  </m:sub>
                                  <m:sup>
                                    <m:r>
                                      <a:rPr lang="en-US" altLang="ja-JP" sz="1800" b="1"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𝑟</m:t>
                                    </m:r>
                                    <m:r>
                                      <a:rPr lang="en-US" altLang="ja-JP" sz="1800" b="1" i="1" smtClean="0">
                                        <a:solidFill>
                                          <a:schemeClr val="tx1"/>
                                        </a:solidFill>
                                        <a:latin typeface="Cambria Math" panose="02040503050406030204" pitchFamily="18" charset="0"/>
                                      </a:rPr>
                                      <m:t>)</m:t>
                                    </m:r>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e>
                                </m:d>
                                <m:r>
                                  <a:rPr lang="ja-JP" altLang="en-US" sz="1800">
                                    <a:solidFill>
                                      <a:schemeClr val="tx1"/>
                                    </a:solidFill>
                                    <a:latin typeface="Cambria Math" panose="02040503050406030204" pitchFamily="18" charset="0"/>
                                  </a:rPr>
                                  <m:t>=</m:t>
                                </m:r>
                                <m:nary>
                                  <m:naryPr>
                                    <m:chr m:val="∑"/>
                                    <m:limLoc m:val="undOvr"/>
                                    <m:grow m:val="on"/>
                                    <m:ctrlPr>
                                      <a:rPr lang="ja-JP" altLang="en-US" sz="1800" i="1">
                                        <a:solidFill>
                                          <a:schemeClr val="tx1"/>
                                        </a:solidFill>
                                        <a:latin typeface="Cambria Math" panose="02040503050406030204" pitchFamily="18" charset="0"/>
                                      </a:rPr>
                                    </m:ctrlPr>
                                  </m:naryPr>
                                  <m:sub>
                                    <m:r>
                                      <a:rPr lang="ja-JP" altLang="en-US" sz="1800" i="1">
                                        <a:solidFill>
                                          <a:schemeClr val="tx1"/>
                                        </a:solidFill>
                                        <a:latin typeface="Cambria Math" panose="02040503050406030204" pitchFamily="18" charset="0"/>
                                      </a:rPr>
                                      <m:t>𝑘</m:t>
                                    </m:r>
                                    <m:r>
                                      <a:rPr lang="ja-JP" altLang="en-US" sz="1800">
                                        <a:solidFill>
                                          <a:schemeClr val="tx1"/>
                                        </a:solidFill>
                                        <a:latin typeface="Cambria Math" panose="02040503050406030204" pitchFamily="18" charset="0"/>
                                      </a:rPr>
                                      <m:t>=1</m:t>
                                    </m:r>
                                  </m:sub>
                                  <m:sup>
                                    <m:r>
                                      <a:rPr lang="ja-JP" altLang="en-US" sz="1800" i="1">
                                        <a:solidFill>
                                          <a:schemeClr val="tx1"/>
                                        </a:solidFill>
                                        <a:latin typeface="Cambria Math" panose="02040503050406030204" pitchFamily="18" charset="0"/>
                                      </a:rPr>
                                      <m:t>𝐾</m:t>
                                    </m:r>
                                  </m:sup>
                                  <m:e>
                                    <m:r>
                                      <a:rPr lang="ja-JP" altLang="en-US" sz="1800">
                                        <a:solidFill>
                                          <a:schemeClr val="tx1"/>
                                        </a:solidFill>
                                        <a:latin typeface="Cambria Math" panose="02040503050406030204" pitchFamily="18" charset="0"/>
                                      </a:rPr>
                                      <m:t> </m:t>
                                    </m:r>
                                  </m:e>
                                </m:nary>
                                <m:sSub>
                                  <m:sSubPr>
                                    <m:ctrlPr>
                                      <a:rPr lang="ja-JP" altLang="en-US" sz="1800" i="1">
                                        <a:solidFill>
                                          <a:schemeClr val="tx1"/>
                                        </a:solidFill>
                                        <a:latin typeface="Cambria Math" panose="02040503050406030204" pitchFamily="18" charset="0"/>
                                      </a:rPr>
                                    </m:ctrlPr>
                                  </m:sSubPr>
                                  <m:e>
                                    <m:r>
                                      <a:rPr lang="ja-JP" altLang="en-US" sz="1800" i="1">
                                        <a:solidFill>
                                          <a:schemeClr val="tx1"/>
                                        </a:solidFill>
                                        <a:latin typeface="Cambria Math" panose="02040503050406030204" pitchFamily="18" charset="0"/>
                                      </a:rPr>
                                      <m:t>𝛼</m:t>
                                    </m:r>
                                  </m:e>
                                  <m:sub>
                                    <m:r>
                                      <a:rPr lang="ja-JP" altLang="en-US" sz="1800" i="1">
                                        <a:solidFill>
                                          <a:schemeClr val="tx1"/>
                                        </a:solidFill>
                                        <a:latin typeface="Cambria Math" panose="02040503050406030204" pitchFamily="18" charset="0"/>
                                      </a:rPr>
                                      <m:t>𝑘</m:t>
                                    </m:r>
                                  </m:sub>
                                </m:sSub>
                                <m:sSubSup>
                                  <m:sSubSupPr>
                                    <m:ctrlPr>
                                      <a:rPr lang="en-US" altLang="ja-JP" sz="1800" i="1">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𝑞</m:t>
                                    </m:r>
                                  </m:e>
                                  <m:sub>
                                    <m:r>
                                      <a:rPr lang="en-US" altLang="ja-JP" sz="1800" i="1">
                                        <a:solidFill>
                                          <a:schemeClr val="tx1"/>
                                        </a:solidFill>
                                        <a:latin typeface="Cambria Math" panose="02040503050406030204" pitchFamily="18" charset="0"/>
                                      </a:rPr>
                                      <m:t>𝑐</m:t>
                                    </m:r>
                                  </m:sub>
                                  <m:sup>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𝑘</m:t>
                                    </m:r>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𝑟</m:t>
                                    </m:r>
                                    <m:r>
                                      <a:rPr lang="en-US" altLang="ja-JP" sz="1800" i="1">
                                        <a:solidFill>
                                          <a:schemeClr val="tx1"/>
                                        </a:solidFill>
                                        <a:latin typeface="Cambria Math" panose="02040503050406030204" pitchFamily="18" charset="0"/>
                                      </a:rPr>
                                      <m:t>)</m:t>
                                    </m:r>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e>
                                </m:d>
                              </m:oMath>
                            </m:oMathPara>
                          </a14:m>
                          <a:endParaRPr lang="en-US" altLang="ja-JP" sz="180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US" altLang="ja-JP" sz="1800" i="1" dirty="0" smtClean="0">
                                        <a:solidFill>
                                          <a:schemeClr val="tx1"/>
                                        </a:solidFill>
                                        <a:latin typeface="Cambria Math" panose="02040503050406030204" pitchFamily="18" charset="0"/>
                                        <a:ea typeface="+mn-ea"/>
                                      </a:rPr>
                                    </m:ctrlPr>
                                  </m:sSubPr>
                                  <m:e>
                                    <m:r>
                                      <a:rPr lang="en-US" altLang="ja-JP" sz="1800" i="1" dirty="0" smtClean="0">
                                        <a:solidFill>
                                          <a:schemeClr val="tx1"/>
                                        </a:solidFill>
                                        <a:latin typeface="Cambria Math" panose="02040503050406030204" pitchFamily="18" charset="0"/>
                                        <a:ea typeface="+mn-ea"/>
                                      </a:rPr>
                                      <m:t>𝛼</m:t>
                                    </m:r>
                                  </m:e>
                                  <m:sub>
                                    <m:r>
                                      <a:rPr lang="en-US" altLang="ja-JP" sz="1800" i="1" dirty="0" smtClean="0">
                                        <a:solidFill>
                                          <a:schemeClr val="tx1"/>
                                        </a:solidFill>
                                        <a:latin typeface="Cambria Math" panose="02040503050406030204" pitchFamily="18" charset="0"/>
                                        <a:ea typeface="+mn-ea"/>
                                      </a:rPr>
                                      <m:t>𝑘</m:t>
                                    </m:r>
                                  </m:sub>
                                </m:sSub>
                                <m:r>
                                  <a:rPr lang="en-US" altLang="ja-JP" sz="1800" i="0" dirty="0" smtClean="0">
                                    <a:solidFill>
                                      <a:schemeClr val="tx1"/>
                                    </a:solidFill>
                                    <a:latin typeface="Cambria Math" panose="02040503050406030204" pitchFamily="18" charset="0"/>
                                    <a:ea typeface="+mn-ea"/>
                                  </a:rPr>
                                  <m:t>=</m:t>
                                </m:r>
                                <m:f>
                                  <m:fPr>
                                    <m:ctrlPr>
                                      <a:rPr lang="en-US" altLang="ja-JP" sz="1800" i="1" dirty="0" smtClean="0">
                                        <a:solidFill>
                                          <a:schemeClr val="tx1"/>
                                        </a:solidFill>
                                        <a:latin typeface="Cambria Math" panose="02040503050406030204" pitchFamily="18" charset="0"/>
                                        <a:ea typeface="+mn-ea"/>
                                      </a:rPr>
                                    </m:ctrlPr>
                                  </m:fPr>
                                  <m:num>
                                    <m:sSub>
                                      <m:sSubPr>
                                        <m:ctrlPr>
                                          <a:rPr lang="en-US" altLang="ja-JP" sz="1800" i="1" dirty="0" smtClean="0">
                                            <a:solidFill>
                                              <a:schemeClr val="tx1"/>
                                            </a:solidFill>
                                            <a:latin typeface="Cambria Math" panose="02040503050406030204" pitchFamily="18" charset="0"/>
                                            <a:ea typeface="+mn-ea"/>
                                          </a:rPr>
                                        </m:ctrlPr>
                                      </m:sSubPr>
                                      <m:e>
                                        <m:r>
                                          <a:rPr lang="en-US" altLang="ja-JP" sz="1800" i="1" dirty="0" smtClean="0">
                                            <a:solidFill>
                                              <a:schemeClr val="tx1"/>
                                            </a:solidFill>
                                            <a:latin typeface="Cambria Math" panose="02040503050406030204" pitchFamily="18" charset="0"/>
                                            <a:ea typeface="+mn-ea"/>
                                          </a:rPr>
                                          <m:t>𝑛</m:t>
                                        </m:r>
                                      </m:e>
                                      <m:sub>
                                        <m:r>
                                          <a:rPr lang="en-US" altLang="ja-JP" sz="1800" i="1" dirty="0" smtClean="0">
                                            <a:solidFill>
                                              <a:schemeClr val="tx1"/>
                                            </a:solidFill>
                                            <a:latin typeface="Cambria Math" panose="02040503050406030204" pitchFamily="18" charset="0"/>
                                            <a:ea typeface="+mn-ea"/>
                                          </a:rPr>
                                          <m:t>𝑘</m:t>
                                        </m:r>
                                      </m:sub>
                                    </m:sSub>
                                  </m:num>
                                  <m:den>
                                    <m:nary>
                                      <m:naryPr>
                                        <m:chr m:val="∑"/>
                                        <m:ctrlPr>
                                          <a:rPr lang="en-US" altLang="ja-JP" sz="1800" i="1" dirty="0" smtClean="0">
                                            <a:solidFill>
                                              <a:schemeClr val="tx1"/>
                                            </a:solidFill>
                                            <a:latin typeface="Cambria Math" panose="02040503050406030204" pitchFamily="18" charset="0"/>
                                            <a:ea typeface="+mn-ea"/>
                                          </a:rPr>
                                        </m:ctrlPr>
                                      </m:naryPr>
                                      <m:sub>
                                        <m:r>
                                          <m:rPr>
                                            <m:brk m:alnAt="23"/>
                                          </m:rPr>
                                          <a:rPr lang="en-US" altLang="ja-JP" sz="1800" b="0" i="1" dirty="0" smtClean="0">
                                            <a:solidFill>
                                              <a:schemeClr val="tx1"/>
                                            </a:solidFill>
                                            <a:latin typeface="Cambria Math" panose="02040503050406030204" pitchFamily="18" charset="0"/>
                                            <a:ea typeface="+mn-ea"/>
                                          </a:rPr>
                                          <m:t>𝑗</m:t>
                                        </m:r>
                                        <m:r>
                                          <a:rPr lang="en-US" altLang="ja-JP" sz="1800" b="0" i="1" dirty="0" smtClean="0">
                                            <a:solidFill>
                                              <a:schemeClr val="tx1"/>
                                            </a:solidFill>
                                            <a:latin typeface="Cambria Math" panose="02040503050406030204" pitchFamily="18" charset="0"/>
                                            <a:ea typeface="+mn-ea"/>
                                          </a:rPr>
                                          <m:t>=1</m:t>
                                        </m:r>
                                      </m:sub>
                                      <m:sup>
                                        <m:r>
                                          <a:rPr lang="en-US" altLang="ja-JP" sz="1800" b="0" i="1" dirty="0" smtClean="0">
                                            <a:solidFill>
                                              <a:schemeClr val="tx1"/>
                                            </a:solidFill>
                                            <a:latin typeface="Cambria Math" panose="02040503050406030204" pitchFamily="18" charset="0"/>
                                            <a:ea typeface="+mn-ea"/>
                                          </a:rPr>
                                          <m:t>𝐾</m:t>
                                        </m:r>
                                      </m:sup>
                                      <m:e>
                                        <m:sSub>
                                          <m:sSubPr>
                                            <m:ctrlPr>
                                              <a:rPr lang="en-US" altLang="ja-JP" sz="1800" b="0" i="1" dirty="0" smtClean="0">
                                                <a:solidFill>
                                                  <a:schemeClr val="tx1"/>
                                                </a:solidFill>
                                                <a:latin typeface="Cambria Math" panose="02040503050406030204" pitchFamily="18" charset="0"/>
                                                <a:ea typeface="+mn-ea"/>
                                              </a:rPr>
                                            </m:ctrlPr>
                                          </m:sSubPr>
                                          <m:e>
                                            <m:r>
                                              <a:rPr lang="en-US" altLang="ja-JP" sz="1800" b="0" i="1" dirty="0" smtClean="0">
                                                <a:solidFill>
                                                  <a:schemeClr val="tx1"/>
                                                </a:solidFill>
                                                <a:latin typeface="Cambria Math" panose="02040503050406030204" pitchFamily="18" charset="0"/>
                                                <a:ea typeface="+mn-ea"/>
                                              </a:rPr>
                                              <m:t>𝑛</m:t>
                                            </m:r>
                                          </m:e>
                                          <m:sub>
                                            <m:r>
                                              <a:rPr lang="en-US" altLang="ja-JP" sz="1800" b="0" i="1" dirty="0" smtClean="0">
                                                <a:solidFill>
                                                  <a:schemeClr val="tx1"/>
                                                </a:solidFill>
                                                <a:latin typeface="Cambria Math" panose="02040503050406030204" pitchFamily="18" charset="0"/>
                                                <a:ea typeface="+mn-ea"/>
                                              </a:rPr>
                                              <m:t>𝑗</m:t>
                                            </m:r>
                                          </m:sub>
                                        </m:sSub>
                                      </m:e>
                                    </m:nary>
                                    <m:r>
                                      <a:rPr lang="en-US" altLang="ja-JP" sz="1800" i="0" dirty="0" smtClean="0">
                                        <a:solidFill>
                                          <a:schemeClr val="tx1"/>
                                        </a:solidFill>
                                        <a:latin typeface="Cambria Math" panose="02040503050406030204" pitchFamily="18" charset="0"/>
                                        <a:ea typeface="+mn-ea"/>
                                      </a:rPr>
                                      <m:t> </m:t>
                                    </m:r>
                                  </m:den>
                                </m:f>
                              </m:oMath>
                            </m:oMathPara>
                          </a14:m>
                          <a:endParaRPr lang="en-US" altLang="ja-JP" sz="1800">
                            <a:solidFill>
                              <a:schemeClr val="tx1"/>
                            </a:solidFill>
                          </a:endParaRPr>
                        </a:p>
                        <a:p>
                          <a:r>
                            <a:rPr lang="ja-JP" altLang="ja-JP" sz="1800">
                              <a:solidFill>
                                <a:schemeClr val="tx1"/>
                              </a:solidFill>
                            </a:rPr>
                            <a:t>入力：</a:t>
                          </a:r>
                          <a:r>
                            <a:rPr lang="en-US" altLang="ja-JP" sz="1800">
                              <a:solidFill>
                                <a:schemeClr val="tx1"/>
                              </a:solidFill>
                            </a:rPr>
                            <a:t> </a:t>
                          </a:r>
                          <a14:m>
                            <m:oMath xmlns:m="http://schemas.openxmlformats.org/officeDocument/2006/math">
                              <m:sSubSup>
                                <m:sSubSupPr>
                                  <m:ctrlPr>
                                    <a:rPr lang="en-US" altLang="ja-JP" sz="1800" b="0" i="1" dirty="0" smtClean="0">
                                      <a:solidFill>
                                        <a:schemeClr val="tx1"/>
                                      </a:solidFill>
                                      <a:latin typeface="Cambria Math" panose="02040503050406030204" pitchFamily="18" charset="0"/>
                                    </a:rPr>
                                  </m:ctrlPr>
                                </m:sSubSupPr>
                                <m:e>
                                  <m:d>
                                    <m:dPr>
                                      <m:begChr m:val="{"/>
                                      <m:endChr m:val="}"/>
                                      <m:ctrlPr>
                                        <a:rPr lang="en-US" altLang="ja-JP" sz="1800" b="1" i="1" dirty="0" smtClean="0">
                                          <a:solidFill>
                                            <a:schemeClr val="tx1"/>
                                          </a:solidFill>
                                          <a:latin typeface="Cambria Math" panose="02040503050406030204" pitchFamily="18" charset="0"/>
                                        </a:rPr>
                                      </m:ctrlPr>
                                    </m:dPr>
                                    <m:e>
                                      <m:sSubSup>
                                        <m:sSubSupPr>
                                          <m:ctrlPr>
                                            <a:rPr lang="en-US" altLang="ja-JP" sz="1800" i="1" smtClean="0">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𝑞</m:t>
                                          </m:r>
                                        </m:e>
                                        <m:sub>
                                          <m:r>
                                            <a:rPr lang="en-US" altLang="ja-JP" sz="1800" i="1">
                                              <a:solidFill>
                                                <a:schemeClr val="tx1"/>
                                              </a:solidFill>
                                              <a:latin typeface="Cambria Math" panose="02040503050406030204" pitchFamily="18" charset="0"/>
                                            </a:rPr>
                                            <m:t>𝑐</m:t>
                                          </m:r>
                                        </m:sub>
                                        <m:sup>
                                          <m:d>
                                            <m:dPr>
                                              <m:ctrlPr>
                                                <a:rPr lang="en-US"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𝑘</m:t>
                                              </m:r>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𝑟</m:t>
                                              </m:r>
                                            </m:e>
                                          </m:d>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e>
                                      </m:d>
                                    </m:e>
                                  </m:d>
                                </m:e>
                                <m:sub>
                                  <m:r>
                                    <a:rPr lang="en-US" altLang="ja-JP" sz="1800" b="0" i="1" dirty="0" smtClean="0">
                                      <a:solidFill>
                                        <a:schemeClr val="tx1"/>
                                      </a:solidFill>
                                      <a:latin typeface="Cambria Math" panose="02040503050406030204" pitchFamily="18" charset="0"/>
                                    </a:rPr>
                                    <m:t>𝑘</m:t>
                                  </m:r>
                                  <m:r>
                                    <a:rPr lang="en-US" altLang="ja-JP" sz="1800" b="0" i="1" dirty="0" smtClean="0">
                                      <a:solidFill>
                                        <a:schemeClr val="tx1"/>
                                      </a:solidFill>
                                      <a:latin typeface="Cambria Math" panose="02040503050406030204" pitchFamily="18" charset="0"/>
                                    </a:rPr>
                                    <m:t>−1</m:t>
                                  </m:r>
                                </m:sub>
                                <m:sup>
                                  <m:r>
                                    <a:rPr lang="en-US" altLang="ja-JP" sz="1800" b="0" i="1" dirty="0" smtClean="0">
                                      <a:solidFill>
                                        <a:schemeClr val="tx1"/>
                                      </a:solidFill>
                                      <a:latin typeface="Cambria Math" panose="02040503050406030204" pitchFamily="18" charset="0"/>
                                    </a:rPr>
                                    <m:t>𝐾</m:t>
                                  </m:r>
                                </m:sup>
                              </m:sSubSup>
                            </m:oMath>
                          </a14:m>
                          <a:br>
                            <a:rPr lang="ja-JP" altLang="ja-JP" sz="1800">
                              <a:solidFill>
                                <a:schemeClr val="tx1"/>
                              </a:solidFill>
                            </a:rPr>
                          </a:br>
                          <a:r>
                            <a:rPr lang="ja-JP" altLang="ja-JP" sz="1800">
                              <a:solidFill>
                                <a:schemeClr val="tx1"/>
                              </a:solidFill>
                            </a:rPr>
                            <a:t>出力：</a:t>
                          </a:r>
                          <a14:m>
                            <m:oMath xmlns:m="http://schemas.openxmlformats.org/officeDocument/2006/math">
                              <m:sSubSup>
                                <m:sSubSupPr>
                                  <m:ctrlPr>
                                    <a:rPr lang="en-US" altLang="ja-JP" sz="1800" b="1" i="1" smtClean="0">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𝑞</m:t>
                                  </m:r>
                                </m:e>
                                <m:sub>
                                  <m:r>
                                    <a:rPr lang="ja-JP" altLang="en-US" sz="1800" i="1">
                                      <a:solidFill>
                                        <a:schemeClr val="tx1"/>
                                      </a:solidFill>
                                      <a:latin typeface="Cambria Math" panose="02040503050406030204" pitchFamily="18" charset="0"/>
                                    </a:rPr>
                                    <m:t>𝑎𝑔𝑔</m:t>
                                  </m:r>
                                </m:sub>
                                <m:sup>
                                  <m:r>
                                    <a:rPr lang="en-US" altLang="ja-JP" sz="1800" b="1"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𝑟</m:t>
                                  </m:r>
                                  <m:r>
                                    <a:rPr lang="en-US" altLang="ja-JP" sz="1800" b="1" i="1" smtClean="0">
                                      <a:solidFill>
                                        <a:schemeClr val="tx1"/>
                                      </a:solidFill>
                                      <a:latin typeface="Cambria Math" panose="02040503050406030204" pitchFamily="18" charset="0"/>
                                    </a:rPr>
                                    <m:t>)</m:t>
                                  </m:r>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e>
                              </m:d>
                            </m:oMath>
                          </a14:m>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r h="370840">
                    <a:tc>
                      <a:txBody>
                        <a:bodyPr/>
                        <a:lstStyle/>
                        <a:p>
                          <a:pPr algn="ctr"/>
                          <a:r>
                            <a:rPr kumimoji="1" lang="ja-JP" altLang="en-US" b="1">
                              <a:solidFill>
                                <a:schemeClr val="tx1"/>
                              </a:solidFill>
                            </a:rPr>
                            <a:t>従来の場合（</a:t>
                          </a:r>
                          <a:r>
                            <a:rPr kumimoji="1" lang="en-US" altLang="ja-JP" b="1" err="1">
                              <a:solidFill>
                                <a:schemeClr val="tx1"/>
                              </a:solidFill>
                            </a:rPr>
                            <a:t>FedAvg</a:t>
                          </a:r>
                          <a:r>
                            <a:rPr kumimoji="1" lang="ja-JP" altLang="en-US" b="1">
                              <a:solidFill>
                                <a:schemeClr val="tx1"/>
                              </a:solidFill>
                            </a:rPr>
                            <a:t>）</a:t>
                          </a:r>
                          <a:endParaRPr kumimoji="1" lang="en-US" altLang="ja-JP" b="1">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800" b="1"/>
                            <a:t>クライアントの</a:t>
                          </a:r>
                          <a:r>
                            <a:rPr lang="ja-JP" altLang="en-US" sz="1800" b="1"/>
                            <a:t>更新後</a:t>
                          </a:r>
                          <a:r>
                            <a:rPr lang="ja-JP" altLang="ja-JP" sz="1800" b="1"/>
                            <a:t>パラメータ</a:t>
                          </a:r>
                          <a14:m>
                            <m:oMath xmlns:m="http://schemas.openxmlformats.org/officeDocument/2006/math">
                              <m:sSubSup>
                                <m:sSubSupPr>
                                  <m:ctrlPr>
                                    <a:rPr lang="en-US" altLang="ja-JP" sz="1800" b="1" i="1">
                                      <a:latin typeface="Cambria Math" panose="02040503050406030204" pitchFamily="18" charset="0"/>
                                    </a:rPr>
                                  </m:ctrlPr>
                                </m:sSubSupPr>
                                <m:e>
                                  <m:r>
                                    <a:rPr lang="ja-JP" altLang="en-US" sz="1800" b="1" i="1" smtClean="0">
                                      <a:latin typeface="Cambria Math" panose="02040503050406030204" pitchFamily="18" charset="0"/>
                                    </a:rPr>
                                    <m:t>𝜽</m:t>
                                  </m:r>
                                </m:e>
                                <m:sub>
                                  <m:r>
                                    <a:rPr lang="en-US" altLang="ja-JP" sz="1800" b="1" i="1" smtClean="0">
                                      <a:latin typeface="Cambria Math" panose="02040503050406030204" pitchFamily="18" charset="0"/>
                                    </a:rPr>
                                    <m:t>𝒄</m:t>
                                  </m:r>
                                </m:sub>
                                <m:sup>
                                  <m:r>
                                    <a:rPr lang="en-US" altLang="ja-JP" sz="1800" b="1" i="1" smtClean="0">
                                      <a:latin typeface="Cambria Math" panose="02040503050406030204" pitchFamily="18" charset="0"/>
                                    </a:rPr>
                                    <m:t>′</m:t>
                                  </m:r>
                                  <m:r>
                                    <a:rPr lang="en-US" altLang="ja-JP" sz="1800" b="1" smtClean="0">
                                      <a:latin typeface="Cambria Math" panose="02040503050406030204" pitchFamily="18" charset="0"/>
                                    </a:rPr>
                                    <m:t>(</m:t>
                                  </m:r>
                                  <m:r>
                                    <a:rPr lang="ja-JP" altLang="en-US" sz="1800" b="1" i="1" smtClean="0">
                                      <a:latin typeface="Cambria Math" panose="02040503050406030204" pitchFamily="18" charset="0"/>
                                    </a:rPr>
                                    <m:t>𝒌</m:t>
                                  </m:r>
                                  <m:r>
                                    <a:rPr lang="en-US" altLang="ja-JP" sz="1800" b="1" smtClean="0">
                                      <a:latin typeface="Cambria Math" panose="02040503050406030204" pitchFamily="18" charset="0"/>
                                    </a:rPr>
                                    <m:t>,</m:t>
                                  </m:r>
                                  <m:r>
                                    <a:rPr lang="en-US" altLang="ja-JP" sz="1800" b="1" i="1" smtClean="0">
                                      <a:latin typeface="Cambria Math" panose="02040503050406030204" pitchFamily="18" charset="0"/>
                                    </a:rPr>
                                    <m:t>𝒓</m:t>
                                  </m:r>
                                  <m:r>
                                    <a:rPr lang="en-US" altLang="ja-JP" sz="1800" b="1" smtClean="0">
                                      <a:latin typeface="Cambria Math" panose="02040503050406030204" pitchFamily="18" charset="0"/>
                                    </a:rPr>
                                    <m:t>)</m:t>
                                  </m:r>
                                </m:sup>
                              </m:sSubSup>
                            </m:oMath>
                          </a14:m>
                          <a:r>
                            <a:rPr lang="ja-JP" altLang="ja-JP" sz="1800" b="1"/>
                            <a:t>をそのまま加重平均し、それを新しいグローバルモデル</a:t>
                          </a:r>
                          <a14:m>
                            <m:oMath xmlns:m="http://schemas.openxmlformats.org/officeDocument/2006/math">
                              <m:sSubSup>
                                <m:sSubSupPr>
                                  <m:ctrlPr>
                                    <a:rPr lang="en-US" altLang="ja-JP" sz="1800" b="1" i="1">
                                      <a:latin typeface="Cambria Math" panose="02040503050406030204" pitchFamily="18" charset="0"/>
                                    </a:rPr>
                                  </m:ctrlPr>
                                </m:sSubSupPr>
                                <m:e>
                                  <m:r>
                                    <a:rPr lang="ja-JP" altLang="en-US" sz="1800" b="1" i="1" smtClean="0">
                                      <a:latin typeface="Cambria Math" panose="02040503050406030204" pitchFamily="18" charset="0"/>
                                    </a:rPr>
                                    <m:t>𝜽</m:t>
                                  </m:r>
                                </m:e>
                                <m:sub>
                                  <m:r>
                                    <a:rPr lang="en-US" altLang="ja-JP" sz="1800" b="1" i="1" smtClean="0">
                                      <a:latin typeface="Cambria Math" panose="02040503050406030204" pitchFamily="18" charset="0"/>
                                    </a:rPr>
                                    <m:t>𝒄</m:t>
                                  </m:r>
                                </m:sub>
                                <m:sup>
                                  <m:d>
                                    <m:dPr>
                                      <m:ctrlPr>
                                        <a:rPr lang="ja-JP" altLang="en-US" sz="1800" b="1" i="1">
                                          <a:latin typeface="Cambria Math" panose="02040503050406030204" pitchFamily="18" charset="0"/>
                                        </a:rPr>
                                      </m:ctrlPr>
                                    </m:dPr>
                                    <m:e>
                                      <m:r>
                                        <a:rPr lang="en-US" altLang="ja-JP" sz="1800" b="1" i="1" smtClean="0">
                                          <a:latin typeface="Cambria Math" panose="02040503050406030204" pitchFamily="18" charset="0"/>
                                        </a:rPr>
                                        <m:t>𝒌</m:t>
                                      </m:r>
                                      <m:r>
                                        <a:rPr lang="en-US" altLang="ja-JP" sz="1800" b="1" i="1" smtClean="0">
                                          <a:latin typeface="Cambria Math" panose="02040503050406030204" pitchFamily="18" charset="0"/>
                                        </a:rPr>
                                        <m:t>,</m:t>
                                      </m:r>
                                      <m:r>
                                        <a:rPr lang="ja-JP" altLang="en-US" sz="1800" b="1" i="1" smtClean="0">
                                          <a:latin typeface="Cambria Math" panose="02040503050406030204" pitchFamily="18" charset="0"/>
                                        </a:rPr>
                                        <m:t>𝒓</m:t>
                                      </m:r>
                                      <m:r>
                                        <a:rPr lang="en-US" altLang="ja-JP" sz="1800" b="1" i="1" smtClean="0">
                                          <a:latin typeface="Cambria Math" panose="02040503050406030204" pitchFamily="18" charset="0"/>
                                        </a:rPr>
                                        <m:t>+</m:t>
                                      </m:r>
                                      <m:r>
                                        <a:rPr lang="en-US" altLang="ja-JP" sz="1800" b="1" i="1" smtClean="0">
                                          <a:latin typeface="Cambria Math" panose="02040503050406030204" pitchFamily="18" charset="0"/>
                                        </a:rPr>
                                        <m:t>𝟏</m:t>
                                      </m:r>
                                    </m:e>
                                  </m:d>
                                </m:sup>
                              </m:sSubSup>
                            </m:oMath>
                          </a14:m>
                          <a:r>
                            <a:rPr lang="ja-JP" altLang="ja-JP" sz="1800" b="1"/>
                            <a:t>とする。</a:t>
                          </a:r>
                          <a:endParaRPr kumimoji="1" lang="ja-JP" altLang="en-US" b="1">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𝜃</m:t>
                                    </m:r>
                                  </m:e>
                                  <m:sub>
                                    <m:r>
                                      <a:rPr lang="en-US" altLang="ja-JP" b="0" i="1" smtClean="0">
                                        <a:latin typeface="Cambria Math" panose="02040503050406030204" pitchFamily="18" charset="0"/>
                                      </a:rPr>
                                      <m:t>𝑐</m:t>
                                    </m:r>
                                  </m:sub>
                                  <m:sup>
                                    <m:d>
                                      <m:dPr>
                                        <m:ctrlPr>
                                          <a:rPr lang="ja-JP" altLang="en-US" i="1">
                                            <a:latin typeface="Cambria Math" panose="02040503050406030204" pitchFamily="18" charset="0"/>
                                          </a:rPr>
                                        </m:ctrlPr>
                                      </m:dPr>
                                      <m:e>
                                        <m:r>
                                          <a:rPr lang="en-US" altLang="ja-JP" b="0" i="1" smtClean="0">
                                            <a:latin typeface="Cambria Math" panose="02040503050406030204" pitchFamily="18" charset="0"/>
                                          </a:rPr>
                                          <m:t>𝑘</m:t>
                                        </m:r>
                                        <m:r>
                                          <a:rPr lang="en-US" altLang="ja-JP" b="0" i="1" smtClean="0">
                                            <a:latin typeface="Cambria Math" panose="02040503050406030204" pitchFamily="18" charset="0"/>
                                          </a:rPr>
                                          <m:t>,</m:t>
                                        </m:r>
                                        <m:r>
                                          <a:rPr lang="ja-JP" altLang="en-US" i="1">
                                            <a:latin typeface="Cambria Math" panose="02040503050406030204" pitchFamily="18" charset="0"/>
                                          </a:rPr>
                                          <m:t>𝑟</m:t>
                                        </m:r>
                                        <m:r>
                                          <a:rPr lang="en-US" altLang="ja-JP" b="0" i="1" smtClean="0">
                                            <a:latin typeface="Cambria Math" panose="02040503050406030204" pitchFamily="18" charset="0"/>
                                          </a:rPr>
                                          <m:t>+1</m:t>
                                        </m:r>
                                      </m:e>
                                    </m:d>
                                  </m:sup>
                                </m:sSubSup>
                                <m:r>
                                  <a:rPr lang="en-US" altLang="ja-JP" i="1">
                                    <a:latin typeface="Cambria Math" panose="02040503050406030204" pitchFamily="18" charset="0"/>
                                  </a:rPr>
                                  <m:t>=</m:t>
                                </m:r>
                                <m:nary>
                                  <m:naryPr>
                                    <m:chr m:val="∑"/>
                                    <m:limLoc m:val="undOvr"/>
                                    <m:grow m:val="on"/>
                                    <m:ctrlPr>
                                      <a:rPr lang="ja-JP" altLang="en-US" i="1">
                                        <a:latin typeface="Cambria Math" panose="02040503050406030204" pitchFamily="18" charset="0"/>
                                      </a:rPr>
                                    </m:ctrlPr>
                                  </m:naryPr>
                                  <m:sub>
                                    <m:r>
                                      <a:rPr lang="ja-JP" altLang="en-US" i="1">
                                        <a:latin typeface="Cambria Math" panose="02040503050406030204" pitchFamily="18" charset="0"/>
                                      </a:rPr>
                                      <m:t>𝑘</m:t>
                                    </m:r>
                                    <m:r>
                                      <a:rPr lang="en-US" altLang="ja-JP" i="1">
                                        <a:latin typeface="Cambria Math" panose="02040503050406030204" pitchFamily="18" charset="0"/>
                                      </a:rPr>
                                      <m:t>=1</m:t>
                                    </m:r>
                                  </m:sub>
                                  <m:sup>
                                    <m:r>
                                      <a:rPr lang="ja-JP" altLang="en-US" i="1">
                                        <a:latin typeface="Cambria Math" panose="02040503050406030204" pitchFamily="18" charset="0"/>
                                      </a:rPr>
                                      <m:t>𝐾</m:t>
                                    </m:r>
                                  </m:sup>
                                  <m:e>
                                    <m:r>
                                      <a:rPr lang="ja-JP" altLang="en-US" i="1">
                                        <a:latin typeface="Cambria Math" panose="02040503050406030204" pitchFamily="18" charset="0"/>
                                      </a:rPr>
                                      <m:t> </m:t>
                                    </m:r>
                                  </m:e>
                                </m:nary>
                                <m:f>
                                  <m:fPr>
                                    <m:ctrlPr>
                                      <a:rPr lang="ja-JP" altLang="en-US" i="1">
                                        <a:latin typeface="Cambria Math" panose="02040503050406030204" pitchFamily="18" charset="0"/>
                                      </a:rPr>
                                    </m:ctrlPr>
                                  </m:fPr>
                                  <m:num>
                                    <m:d>
                                      <m:dPr>
                                        <m:begChr m:val="|"/>
                                        <m:endChr m:val="|"/>
                                        <m:ctrlPr>
                                          <a:rPr lang="ja-JP" altLang="en-US" i="1">
                                            <a:latin typeface="Cambria Math" panose="02040503050406030204" pitchFamily="18" charset="0"/>
                                          </a:rPr>
                                        </m:ctrlPr>
                                      </m:dPr>
                                      <m:e>
                                        <m:sSup>
                                          <m:sSupPr>
                                            <m:ctrlPr>
                                              <a:rPr lang="en-US" altLang="ja-JP" b="0" i="1" smtClean="0">
                                                <a:latin typeface="Cambria Math" panose="02040503050406030204" pitchFamily="18" charset="0"/>
                                              </a:rPr>
                                            </m:ctrlPr>
                                          </m:sSupPr>
                                          <m:e>
                                            <m:r>
                                              <a:rPr lang="ja-JP" altLang="en-US" i="1">
                                                <a:latin typeface="Cambria Math" panose="02040503050406030204" pitchFamily="18" charset="0"/>
                                              </a:rPr>
                                              <m:t>𝐷</m:t>
                                            </m:r>
                                          </m:e>
                                          <m:sup>
                                            <m:r>
                                              <a:rPr lang="en-US" altLang="ja-JP" b="0" i="1" smtClean="0">
                                                <a:latin typeface="Cambria Math" panose="02040503050406030204" pitchFamily="18" charset="0"/>
                                              </a:rPr>
                                              <m:t>𝑘</m:t>
                                            </m:r>
                                          </m:sup>
                                        </m:sSup>
                                      </m:e>
                                    </m:d>
                                  </m:num>
                                  <m:den>
                                    <m:r>
                                      <a:rPr lang="ja-JP" altLang="en-US" i="1">
                                        <a:latin typeface="Cambria Math" panose="02040503050406030204" pitchFamily="18" charset="0"/>
                                      </a:rPr>
                                      <m:t>𝑁</m:t>
                                    </m:r>
                                  </m:den>
                                </m:f>
                                <m:sSubSup>
                                  <m:sSubSupPr>
                                    <m:ctrlPr>
                                      <a:rPr lang="en-US" altLang="ja-JP" i="1">
                                        <a:latin typeface="Cambria Math" panose="02040503050406030204" pitchFamily="18" charset="0"/>
                                      </a:rPr>
                                    </m:ctrlPr>
                                  </m:sSubSupPr>
                                  <m:e>
                                    <m:r>
                                      <a:rPr lang="ja-JP" altLang="en-US" i="1">
                                        <a:latin typeface="Cambria Math" panose="02040503050406030204" pitchFamily="18" charset="0"/>
                                      </a:rPr>
                                      <m:t>𝜃</m:t>
                                    </m:r>
                                  </m:e>
                                  <m:sub>
                                    <m:r>
                                      <a:rPr lang="en-US" altLang="ja-JP" i="1">
                                        <a:latin typeface="Cambria Math" panose="02040503050406030204" pitchFamily="18" charset="0"/>
                                      </a:rPr>
                                      <m:t>𝑐</m:t>
                                    </m:r>
                                  </m:sub>
                                  <m:sup>
                                    <m:r>
                                      <a:rPr lang="en-US" altLang="ja-JP" b="0" i="1" smtClean="0">
                                        <a:latin typeface="Cambria Math" panose="02040503050406030204" pitchFamily="18" charset="0"/>
                                      </a:rPr>
                                      <m:t>′</m:t>
                                    </m:r>
                                    <m:r>
                                      <a:rPr lang="en-US" altLang="ja-JP">
                                        <a:latin typeface="Cambria Math" panose="02040503050406030204" pitchFamily="18" charset="0"/>
                                      </a:rPr>
                                      <m:t>(</m:t>
                                    </m:r>
                                    <m:r>
                                      <a:rPr lang="ja-JP" altLang="en-US" i="1">
                                        <a:latin typeface="Cambria Math" panose="02040503050406030204" pitchFamily="18" charset="0"/>
                                      </a:rPr>
                                      <m:t>𝑘</m:t>
                                    </m:r>
                                    <m:r>
                                      <a:rPr lang="en-US" altLang="ja-JP">
                                        <a:latin typeface="Cambria Math" panose="02040503050406030204" pitchFamily="18" charset="0"/>
                                      </a:rPr>
                                      <m:t>,</m:t>
                                    </m:r>
                                    <m:r>
                                      <a:rPr lang="en-US" altLang="ja-JP" i="1">
                                        <a:latin typeface="Cambria Math" panose="02040503050406030204" pitchFamily="18" charset="0"/>
                                      </a:rPr>
                                      <m:t>𝑟</m:t>
                                    </m:r>
                                    <m:r>
                                      <a:rPr lang="en-US" altLang="ja-JP">
                                        <a:latin typeface="Cambria Math" panose="02040503050406030204" pitchFamily="18" charset="0"/>
                                      </a:rPr>
                                      <m:t>)</m:t>
                                    </m:r>
                                  </m:sup>
                                </m:sSubSup>
                              </m:oMath>
                            </m:oMathPara>
                          </a14:m>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4262526"/>
                      </a:ext>
                    </a:extLst>
                  </a:tr>
                  <a:tr h="370840">
                    <a:tc>
                      <a:txBody>
                        <a:bodyPr/>
                        <a:lstStyle/>
                        <a:p>
                          <a:pPr marL="342900" indent="-342900">
                            <a:buFont typeface="Arial" panose="020B0604020202020204" pitchFamily="34" charset="0"/>
                            <a:buChar char="•"/>
                          </a:pPr>
                          <a:r>
                            <a:rPr lang="ja-JP" altLang="ja-JP" sz="1800"/>
                            <a:t>異種</a:t>
                          </a:r>
                          <a:r>
                            <a:rPr lang="ja-JP" altLang="en-US" sz="1800"/>
                            <a:t>モデル</a:t>
                          </a:r>
                          <a:r>
                            <a:rPr lang="ja-JP" altLang="ja-JP" sz="1800"/>
                            <a:t>でも共通のクラス出力空間で端末適応をクラウド更新へつなげる</a:t>
                          </a:r>
                        </a:p>
                        <a:p>
                          <a:pPr marL="342900" indent="-342900">
                            <a:buFont typeface="Arial" panose="020B0604020202020204" pitchFamily="34" charset="0"/>
                            <a:buChar char="•"/>
                          </a:pPr>
                          <a:r>
                            <a:rPr lang="ja-JP" altLang="ja-JP" sz="1800"/>
                            <a:t>平均して終わりではなく、目的関数と勾配による更新ができる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77191100"/>
                      </a:ext>
                    </a:extLst>
                  </a:tr>
                </a:tbl>
              </a:graphicData>
            </a:graphic>
          </p:graphicFrame>
        </mc:Choice>
        <mc:Fallback>
          <p:graphicFrame>
            <p:nvGraphicFramePr>
              <p:cNvPr id="11" name="表 10">
                <a:extLst>
                  <a:ext uri="{FF2B5EF4-FFF2-40B4-BE49-F238E27FC236}">
                    <a16:creationId xmlns:a16="http://schemas.microsoft.com/office/drawing/2014/main" id="{3719D92D-434F-F7A2-B5FF-12869880995D}"/>
                  </a:ext>
                </a:extLst>
              </p:cNvPr>
              <p:cNvGraphicFramePr>
                <a:graphicFrameLocks noGrp="1"/>
              </p:cNvGraphicFramePr>
              <p:nvPr>
                <p:extLst>
                  <p:ext uri="{D42A27DB-BD31-4B8C-83A1-F6EECF244321}">
                    <p14:modId xmlns:p14="http://schemas.microsoft.com/office/powerpoint/2010/main" val="48544900"/>
                  </p:ext>
                </p:extLst>
              </p:nvPr>
            </p:nvGraphicFramePr>
            <p:xfrm>
              <a:off x="6156962" y="745418"/>
              <a:ext cx="5964784" cy="6110161"/>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122930">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04" t="-1559" r="-204" b="-98051"/>
                          </a:stretch>
                        </a:blipFill>
                      </a:tcPr>
                    </a:tc>
                    <a:extLst>
                      <a:ext uri="{0D108BD9-81ED-4DB2-BD59-A6C34878D82A}">
                        <a16:rowId xmlns:a16="http://schemas.microsoft.com/office/drawing/2014/main" val="56968783"/>
                      </a:ext>
                    </a:extLst>
                  </a:tr>
                  <a:tr h="1798511">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04" t="-176610" r="-204" b="-70508"/>
                          </a:stretch>
                        </a:blipFill>
                      </a:tcPr>
                    </a:tc>
                    <a:extLst>
                      <a:ext uri="{0D108BD9-81ED-4DB2-BD59-A6C34878D82A}">
                        <a16:rowId xmlns:a16="http://schemas.microsoft.com/office/drawing/2014/main" val="1574262526"/>
                      </a:ext>
                    </a:extLst>
                  </a:tr>
                  <a:tr h="1188720">
                    <a:tc>
                      <a:txBody>
                        <a:bodyPr/>
                        <a:lstStyle/>
                        <a:p>
                          <a:pPr marL="342900" indent="-342900">
                            <a:buFont typeface="Arial" panose="020B0604020202020204" pitchFamily="34" charset="0"/>
                            <a:buChar char="•"/>
                          </a:pPr>
                          <a:r>
                            <a:rPr lang="ja-JP" altLang="ja-JP" sz="1800"/>
                            <a:t>異種</a:t>
                          </a:r>
                          <a:r>
                            <a:rPr lang="ja-JP" altLang="en-US" sz="1800"/>
                            <a:t>モデル</a:t>
                          </a:r>
                          <a:r>
                            <a:rPr lang="ja-JP" altLang="ja-JP" sz="1800"/>
                            <a:t>でも共通のクラス出力空間で端末適応をクラウド更新へつなげる</a:t>
                          </a:r>
                        </a:p>
                        <a:p>
                          <a:pPr marL="342900" indent="-342900">
                            <a:buFont typeface="Arial" panose="020B0604020202020204" pitchFamily="34" charset="0"/>
                            <a:buChar char="•"/>
                          </a:pPr>
                          <a:r>
                            <a:rPr lang="ja-JP" altLang="ja-JP" sz="1800"/>
                            <a:t>平均して終わりではなく、目的関数と勾配による更新ができる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77191100"/>
                      </a:ext>
                    </a:extLst>
                  </a:tr>
                </a:tbl>
              </a:graphicData>
            </a:graphic>
          </p:graphicFrame>
        </mc:Fallback>
      </mc:AlternateContent>
    </p:spTree>
    <p:extLst>
      <p:ext uri="{BB962C8B-B14F-4D97-AF65-F5344CB8AC3E}">
        <p14:creationId xmlns:p14="http://schemas.microsoft.com/office/powerpoint/2010/main" val="2936052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89CE7-163C-CBDA-3BA4-76083838901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3D16A0-2620-642D-70EC-88C6718F967B}"/>
              </a:ext>
            </a:extLst>
          </p:cNvPr>
          <p:cNvSpPr>
            <a:spLocks noGrp="1"/>
          </p:cNvSpPr>
          <p:nvPr>
            <p:ph type="title"/>
          </p:nvPr>
        </p:nvSpPr>
        <p:spPr/>
        <p:txBody>
          <a:bodyPr/>
          <a:lstStyle/>
          <a:p>
            <a:r>
              <a:rPr lang="ja-JP" altLang="en-US"/>
              <a:t>⑤集約情報による基盤</a:t>
            </a:r>
            <a:r>
              <a:rPr lang="en-US" altLang="ja-JP" err="1"/>
              <a:t>LoRA</a:t>
            </a:r>
            <a:r>
              <a:rPr lang="ja-JP" altLang="en-US"/>
              <a:t>更新の詳細（</a:t>
            </a:r>
            <a:r>
              <a:rPr lang="en-US" altLang="ja-JP"/>
              <a:t>1/2</a:t>
            </a:r>
            <a:r>
              <a:rPr lang="ja-JP" altLang="en-US"/>
              <a:t>）</a:t>
            </a:r>
          </a:p>
        </p:txBody>
      </p:sp>
      <p:sp>
        <p:nvSpPr>
          <p:cNvPr id="3" name="スライド番号プレースホルダー 2">
            <a:extLst>
              <a:ext uri="{FF2B5EF4-FFF2-40B4-BE49-F238E27FC236}">
                <a16:creationId xmlns:a16="http://schemas.microsoft.com/office/drawing/2014/main" id="{86772AAA-E51A-A310-3CA8-48C6F060B918}"/>
              </a:ext>
            </a:extLst>
          </p:cNvPr>
          <p:cNvSpPr>
            <a:spLocks noGrp="1"/>
          </p:cNvSpPr>
          <p:nvPr>
            <p:ph type="sldNum" sz="quarter" idx="4"/>
          </p:nvPr>
        </p:nvSpPr>
        <p:spPr>
          <a:xfrm>
            <a:off x="7576407" y="1282"/>
            <a:ext cx="4158343" cy="354013"/>
          </a:xfrm>
        </p:spPr>
        <p:txBody>
          <a:bodyPr/>
          <a:lstStyle/>
          <a:p>
            <a:fld id="{C088C981-6885-4100-82A1-DE7074EC4480}" type="slidenum">
              <a:rPr lang="ja-JP" altLang="en-US" smtClean="0"/>
              <a:pPr/>
              <a:t>6</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9" name="表 8">
                <a:extLst>
                  <a:ext uri="{FF2B5EF4-FFF2-40B4-BE49-F238E27FC236}">
                    <a16:creationId xmlns:a16="http://schemas.microsoft.com/office/drawing/2014/main" id="{0E9714A7-2B3E-806C-E8D9-7191F4F1F772}"/>
                  </a:ext>
                </a:extLst>
              </p:cNvPr>
              <p:cNvGraphicFramePr>
                <a:graphicFrameLocks noGrp="1"/>
              </p:cNvGraphicFramePr>
              <p:nvPr>
                <p:extLst>
                  <p:ext uri="{D42A27DB-BD31-4B8C-83A1-F6EECF244321}">
                    <p14:modId xmlns:p14="http://schemas.microsoft.com/office/powerpoint/2010/main" val="3145300478"/>
                  </p:ext>
                </p:extLst>
              </p:nvPr>
            </p:nvGraphicFramePr>
            <p:xfrm>
              <a:off x="70256" y="745418"/>
              <a:ext cx="5964784" cy="5591366"/>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基盤モデルが同じ整合用入力を前向き推論</a:t>
                          </a:r>
                          <a:endParaRPr lang="en-US" altLang="ja-JP" sz="1800">
                            <a:solidFill>
                              <a:schemeClr val="tx1"/>
                            </a:solidFill>
                          </a:endParaRPr>
                        </a:p>
                        <a:p>
                          <a:pPr algn="ctr"/>
                          <a:r>
                            <a:rPr lang="ja-JP" altLang="en-US" sz="1800">
                              <a:solidFill>
                                <a:schemeClr val="tx1"/>
                              </a:solidFill>
                            </a:rPr>
                            <a:t>クラウド側の現在の基盤モデル＋基盤</a:t>
                          </a:r>
                          <a:r>
                            <a:rPr lang="en-US" altLang="ja-JP" sz="1800">
                              <a:solidFill>
                                <a:schemeClr val="tx1"/>
                              </a:solidFill>
                            </a:rPr>
                            <a:t>LoRA</a:t>
                          </a:r>
                          <a:r>
                            <a:rPr lang="ja-JP" altLang="en-US" sz="1800">
                              <a:solidFill>
                                <a:schemeClr val="tx1"/>
                              </a:solidFill>
                            </a:rPr>
                            <a:t>に、同じ整合用入力 </a:t>
                          </a:r>
                          <a:r>
                            <a:rPr lang="en-US" altLang="ja-JP" sz="1800">
                              <a:solidFill>
                                <a:schemeClr val="tx1"/>
                              </a:solidFill>
                            </a:rPr>
                            <a:t>x </a:t>
                          </a:r>
                          <a:r>
                            <a:rPr lang="ja-JP" altLang="en-US" sz="1800">
                              <a:solidFill>
                                <a:schemeClr val="tx1"/>
                              </a:solidFill>
                            </a:rPr>
                            <a:t>を入力する。</a:t>
                          </a:r>
                          <a:endParaRPr lang="en-US" altLang="ja-JP" sz="1800">
                            <a:solidFill>
                              <a:schemeClr val="tx1"/>
                            </a:solidFill>
                          </a:endParaRPr>
                        </a:p>
                        <a:p>
                          <a:pPr algn="ctr"/>
                          <a14:m>
                            <m:oMathPara xmlns:m="http://schemas.openxmlformats.org/officeDocument/2006/math">
                              <m:oMathParaPr>
                                <m:jc m:val="centerGroup"/>
                              </m:oMathParaPr>
                              <m:oMath xmlns:m="http://schemas.openxmlformats.org/officeDocument/2006/math">
                                <m:sSubSup>
                                  <m:sSubSupPr>
                                    <m:ctrlPr>
                                      <a:rPr lang="en-US" altLang="ja-JP" sz="1800" i="1" dirty="0" smtClean="0">
                                        <a:solidFill>
                                          <a:schemeClr val="tx1"/>
                                        </a:solidFill>
                                        <a:latin typeface="Cambria Math" panose="02040503050406030204" pitchFamily="18" charset="0"/>
                                      </a:rPr>
                                    </m:ctrlPr>
                                  </m:sSubSupPr>
                                  <m:e>
                                    <m:r>
                                      <a:rPr lang="en-US" altLang="ja-JP" sz="1800" i="1" dirty="0" smtClean="0">
                                        <a:solidFill>
                                          <a:schemeClr val="tx1"/>
                                        </a:solidFill>
                                        <a:latin typeface="Cambria Math" panose="02040503050406030204" pitchFamily="18" charset="0"/>
                                      </a:rPr>
                                      <m:t>𝑧</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up>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𝑟</m:t>
                                        </m:r>
                                      </m:e>
                                    </m:d>
                                  </m:sup>
                                </m:sSubSup>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𝑥</m:t>
                                    </m:r>
                                  </m:e>
                                </m:d>
                                <m:r>
                                  <a:rPr lang="en-US" altLang="ja-JP" sz="1800" b="0" i="1" dirty="0" smtClean="0">
                                    <a:solidFill>
                                      <a:schemeClr val="tx1"/>
                                    </a:solidFill>
                                    <a:latin typeface="Cambria Math" panose="02040503050406030204" pitchFamily="18" charset="0"/>
                                  </a:rPr>
                                  <m:t>=</m:t>
                                </m:r>
                                <m:sSub>
                                  <m:sSubPr>
                                    <m:ctrlPr>
                                      <a:rPr lang="en-US" altLang="ja-JP" sz="1800" b="0" i="1" dirty="0" smtClean="0">
                                        <a:solidFill>
                                          <a:schemeClr val="tx1"/>
                                        </a:solidFill>
                                        <a:latin typeface="Cambria Math" panose="02040503050406030204" pitchFamily="18" charset="0"/>
                                      </a:rPr>
                                    </m:ctrlPr>
                                  </m:sSubPr>
                                  <m:e>
                                    <m:r>
                                      <a:rPr lang="en-US" altLang="ja-JP" sz="1800" b="0" i="1" dirty="0" smtClean="0">
                                        <a:solidFill>
                                          <a:schemeClr val="tx1"/>
                                        </a:solidFill>
                                        <a:latin typeface="Cambria Math" panose="02040503050406030204" pitchFamily="18" charset="0"/>
                                      </a:rPr>
                                      <m:t>𝑓</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Sub>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𝑥</m:t>
                                    </m:r>
                                    <m:r>
                                      <a:rPr lang="en-US" altLang="ja-JP" sz="1800" b="0" i="1" dirty="0" smtClean="0">
                                        <a:solidFill>
                                          <a:schemeClr val="tx1"/>
                                        </a:solidFill>
                                        <a:latin typeface="Cambria Math" panose="02040503050406030204" pitchFamily="18" charset="0"/>
                                      </a:rPr>
                                      <m:t>;</m:t>
                                    </m:r>
                                    <m:sSub>
                                      <m:sSubPr>
                                        <m:ctrlPr>
                                          <a:rPr lang="en-US" altLang="ja-JP" sz="1800" b="0" i="1" dirty="0" smtClean="0">
                                            <a:solidFill>
                                              <a:schemeClr val="tx1"/>
                                            </a:solidFill>
                                            <a:latin typeface="Cambria Math" panose="02040503050406030204" pitchFamily="18" charset="0"/>
                                          </a:rPr>
                                        </m:ctrlPr>
                                      </m:sSubPr>
                                      <m:e>
                                        <m:r>
                                          <a:rPr lang="en-US" altLang="ja-JP" sz="1800" b="0" i="1" dirty="0" smtClean="0">
                                            <a:solidFill>
                                              <a:schemeClr val="tx1"/>
                                            </a:solidFill>
                                            <a:latin typeface="Cambria Math" panose="02040503050406030204" pitchFamily="18" charset="0"/>
                                          </a:rPr>
                                          <m:t>𝐹</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Sub>
                                    <m:r>
                                      <a:rPr lang="en-US" altLang="ja-JP" sz="1800" b="0" i="1" dirty="0" smtClean="0">
                                        <a:solidFill>
                                          <a:schemeClr val="tx1"/>
                                        </a:solidFill>
                                        <a:latin typeface="Cambria Math" panose="02040503050406030204" pitchFamily="18" charset="0"/>
                                      </a:rPr>
                                      <m:t>,</m:t>
                                    </m:r>
                                    <m:sSubSup>
                                      <m:sSubSupPr>
                                        <m:ctrlPr>
                                          <a:rPr lang="en-US" altLang="ja-JP" sz="1800" i="1" smtClean="0">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𝜃</m:t>
                                        </m:r>
                                      </m:e>
                                      <m:sub>
                                        <m:r>
                                          <a:rPr lang="en-US" altLang="ja-JP" sz="1800" b="0" i="1" smtClean="0">
                                            <a:solidFill>
                                              <a:schemeClr val="tx1"/>
                                            </a:solidFill>
                                            <a:latin typeface="Cambria Math" panose="02040503050406030204" pitchFamily="18" charset="0"/>
                                          </a:rPr>
                                          <m:t>𝑏𝑎𝑠𝑒</m:t>
                                        </m:r>
                                      </m:sub>
                                      <m:sup>
                                        <m:d>
                                          <m:dPr>
                                            <m:ctrlPr>
                                              <a:rPr lang="en-US"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𝑟</m:t>
                                            </m:r>
                                          </m:e>
                                        </m:d>
                                      </m:sup>
                                    </m:sSubSup>
                                  </m:e>
                                </m:d>
                              </m:oMath>
                            </m:oMathPara>
                          </a14:m>
                          <a:endParaRPr lang="en-US" altLang="ja-JP" sz="1800">
                            <a:solidFill>
                              <a:schemeClr val="tx1"/>
                            </a:solidFill>
                          </a:endParaRPr>
                        </a:p>
                        <a:p>
                          <a:pPr algn="ctr"/>
                          <a14:m>
                            <m:oMathPara xmlns:m="http://schemas.openxmlformats.org/officeDocument/2006/math">
                              <m:oMathParaPr>
                                <m:jc m:val="centerGroup"/>
                              </m:oMathParaPr>
                              <m:oMath xmlns:m="http://schemas.openxmlformats.org/officeDocument/2006/math">
                                <m:sSubSup>
                                  <m:sSubSupPr>
                                    <m:ctrlPr>
                                      <a:rPr kumimoji="1" lang="ja-JP" altLang="en-US" sz="1800" i="1" kern="1200" smtClean="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base</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e>
                                    </m:d>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r>
                                      <a:rPr lang="ja-JP" altLang="en-US" sz="1800" i="1" smtClean="0">
                                        <a:solidFill>
                                          <a:schemeClr val="tx1"/>
                                        </a:solidFill>
                                        <a:latin typeface="Cambria Math" panose="02040503050406030204" pitchFamily="18" charset="0"/>
                                      </a:rPr>
                                      <m:t> </m:t>
                                    </m:r>
                                  </m:e>
                                </m:d>
                                <m:r>
                                  <a:rPr lang="en-US" altLang="ja-JP" sz="1800" i="1">
                                    <a:solidFill>
                                      <a:schemeClr val="tx1"/>
                                    </a:solidFill>
                                    <a:latin typeface="Cambria Math" panose="02040503050406030204" pitchFamily="18" charset="0"/>
                                  </a:rPr>
                                  <m:t>=</m:t>
                                </m:r>
                                <m:r>
                                  <m:rPr>
                                    <m:sty m:val="p"/>
                                  </m:rPr>
                                  <a:rPr lang="en-US" altLang="ja-JP" sz="1800">
                                    <a:solidFill>
                                      <a:schemeClr val="tx1"/>
                                    </a:solidFill>
                                    <a:latin typeface="Cambria Math" panose="02040503050406030204" pitchFamily="18" charset="0"/>
                                  </a:rPr>
                                  <m:t>softmax</m:t>
                                </m:r>
                                <m:d>
                                  <m:dPr>
                                    <m:ctrlPr>
                                      <a:rPr lang="ja-JP" altLang="en-US" sz="1800" i="1">
                                        <a:solidFill>
                                          <a:schemeClr val="tx1"/>
                                        </a:solidFill>
                                        <a:latin typeface="Cambria Math" panose="02040503050406030204" pitchFamily="18" charset="0"/>
                                      </a:rPr>
                                    </m:ctrlPr>
                                  </m:dPr>
                                  <m:e>
                                    <m:f>
                                      <m:fPr>
                                        <m:ctrlPr>
                                          <a:rPr lang="ja-JP" altLang="en-US" sz="1800" i="1">
                                            <a:solidFill>
                                              <a:schemeClr val="tx1"/>
                                            </a:solidFill>
                                            <a:latin typeface="Cambria Math" panose="02040503050406030204" pitchFamily="18" charset="0"/>
                                          </a:rPr>
                                        </m:ctrlPr>
                                      </m:fPr>
                                      <m:num>
                                        <m:sSubSup>
                                          <m:sSubSupPr>
                                            <m:ctrlPr>
                                              <a:rPr lang="en-US" altLang="ja-JP" sz="1800" i="1" dirty="0" smtClean="0">
                                                <a:solidFill>
                                                  <a:schemeClr val="tx1"/>
                                                </a:solidFill>
                                                <a:latin typeface="Cambria Math" panose="02040503050406030204" pitchFamily="18" charset="0"/>
                                              </a:rPr>
                                            </m:ctrlPr>
                                          </m:sSubSupPr>
                                          <m:e>
                                            <m:r>
                                              <a:rPr lang="en-US" altLang="ja-JP" sz="1800" i="1" dirty="0" smtClean="0">
                                                <a:solidFill>
                                                  <a:schemeClr val="tx1"/>
                                                </a:solidFill>
                                                <a:latin typeface="Cambria Math" panose="02040503050406030204" pitchFamily="18" charset="0"/>
                                              </a:rPr>
                                              <m:t>𝑧</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up>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𝑟</m:t>
                                                </m:r>
                                              </m:e>
                                            </m:d>
                                          </m:sup>
                                        </m:sSubSup>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𝑥</m:t>
                                            </m:r>
                                          </m:e>
                                        </m:d>
                                      </m:num>
                                      <m:den>
                                        <m:r>
                                          <a:rPr lang="ja-JP" altLang="en-US" sz="1800" i="1">
                                            <a:solidFill>
                                              <a:schemeClr val="tx1"/>
                                            </a:solidFill>
                                            <a:latin typeface="Cambria Math" panose="02040503050406030204" pitchFamily="18" charset="0"/>
                                          </a:rPr>
                                          <m:t>𝑇</m:t>
                                        </m:r>
                                      </m:den>
                                    </m:f>
                                  </m:e>
                                </m:d>
                              </m:oMath>
                            </m:oMathPara>
                          </a14:m>
                          <a:endParaRPr lang="en-US" altLang="ja-JP" sz="1800">
                            <a:solidFill>
                              <a:schemeClr val="tx1"/>
                            </a:solidFill>
                          </a:endParaRPr>
                        </a:p>
                        <a:p>
                          <a:r>
                            <a:rPr lang="ja-JP" altLang="ja-JP" sz="1800">
                              <a:solidFill>
                                <a:schemeClr val="tx1"/>
                              </a:solidFill>
                            </a:rPr>
                            <a:t>入力：</a:t>
                          </a:r>
                          <a:r>
                            <a:rPr lang="en-US" altLang="ja-JP" sz="1800">
                              <a:solidFill>
                                <a:schemeClr val="tx1"/>
                              </a:solidFill>
                            </a:rPr>
                            <a:t> </a:t>
                          </a:r>
                        </a:p>
                        <a:p>
                          <a:pPr marL="285750" indent="-285750">
                            <a:buFont typeface="Arial" panose="020B0604020202020204" pitchFamily="34" charset="0"/>
                            <a:buChar char="•"/>
                          </a:pPr>
                          <a:r>
                            <a:rPr lang="ja-JP" altLang="ja-JP" b="0">
                              <a:solidFill>
                                <a:schemeClr val="tx1"/>
                              </a:solidFill>
                            </a:rPr>
                            <a:t>整合用データ </a:t>
                          </a: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𝐷</m:t>
                                  </m:r>
                                </m:e>
                                <m:sub>
                                  <m:r>
                                    <m:rPr>
                                      <m:sty m:val="p"/>
                                    </m:rPr>
                                    <a:rPr kumimoji="1" lang="en-US" altLang="ja-JP" sz="1800" b="0" i="0" kern="1200">
                                      <a:solidFill>
                                        <a:schemeClr val="tx1"/>
                                      </a:solidFill>
                                      <a:latin typeface="Cambria Math" panose="02040503050406030204" pitchFamily="18" charset="0"/>
                                      <a:ea typeface="+mn-ea"/>
                                      <a:cs typeface="+mn-cs"/>
                                    </a:rPr>
                                    <m:t>align</m:t>
                                  </m:r>
                                </m:sub>
                              </m:sSub>
                            </m:oMath>
                          </a14:m>
                          <a:endParaRPr kumimoji="1" lang="en-US" altLang="ja-JP" sz="1800" b="0" kern="1200">
                            <a:solidFill>
                              <a:schemeClr val="tx1"/>
                            </a:solidFill>
                            <a:ea typeface="+mn-ea"/>
                            <a:cs typeface="+mn-cs"/>
                          </a:endParaRPr>
                        </a:p>
                        <a:p>
                          <a:pPr marL="285750" indent="-285750">
                            <a:buFont typeface="Arial" panose="020B0604020202020204" pitchFamily="34" charset="0"/>
                            <a:buChar char="•"/>
                          </a:pPr>
                          <a:r>
                            <a:rPr lang="ja-JP" altLang="ja-JP" b="0">
                              <a:solidFill>
                                <a:schemeClr val="tx1"/>
                              </a:solidFill>
                            </a:rPr>
                            <a:t>凍結基盤モデル </a:t>
                          </a: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𝐹</m:t>
                                  </m:r>
                                </m:e>
                                <m:sub>
                                  <m:r>
                                    <m:rPr>
                                      <m:sty m:val="p"/>
                                    </m:rPr>
                                    <a:rPr kumimoji="1" lang="en-US" altLang="ja-JP" sz="1800" b="0" i="0" kern="1200">
                                      <a:solidFill>
                                        <a:schemeClr val="tx1"/>
                                      </a:solidFill>
                                      <a:latin typeface="Cambria Math" panose="02040503050406030204" pitchFamily="18" charset="0"/>
                                      <a:ea typeface="+mn-ea"/>
                                      <a:cs typeface="+mn-cs"/>
                                    </a:rPr>
                                    <m:t>base</m:t>
                                  </m:r>
                                </m:sub>
                              </m:sSub>
                            </m:oMath>
                          </a14:m>
                          <a:endParaRPr lang="en-US" altLang="ja-JP" b="0">
                            <a:solidFill>
                              <a:schemeClr val="tx1"/>
                            </a:solidFill>
                          </a:endParaRPr>
                        </a:p>
                        <a:p>
                          <a:pPr marL="285750" indent="-285750">
                            <a:buFont typeface="Arial" panose="020B0604020202020204" pitchFamily="34" charset="0"/>
                            <a:buChar char="•"/>
                          </a:pPr>
                          <a14:m>
                            <m:oMath xmlns:m="http://schemas.openxmlformats.org/officeDocument/2006/math">
                              <m:sSubSup>
                                <m:sSubSupPr>
                                  <m:ctrlPr>
                                    <a:rPr lang="en-US" altLang="ja-JP" sz="1800" i="1" smtClean="0">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𝜃</m:t>
                                  </m:r>
                                </m:e>
                                <m:sub>
                                  <m:r>
                                    <a:rPr lang="en-US" altLang="ja-JP" sz="1800" b="0" i="1" smtClean="0">
                                      <a:solidFill>
                                        <a:schemeClr val="tx1"/>
                                      </a:solidFill>
                                      <a:latin typeface="Cambria Math" panose="02040503050406030204" pitchFamily="18" charset="0"/>
                                    </a:rPr>
                                    <m:t>𝑏𝑎𝑠𝑒</m:t>
                                  </m:r>
                                </m:sub>
                                <m:sup>
                                  <m:d>
                                    <m:dPr>
                                      <m:ctrlPr>
                                        <a:rPr lang="en-US"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𝑟</m:t>
                                      </m:r>
                                    </m:e>
                                  </m:d>
                                </m:sup>
                              </m:sSubSup>
                              <m:r>
                                <a:rPr lang="ja-JP" altLang="en-US" sz="1800">
                                  <a:solidFill>
                                    <a:schemeClr val="tx1"/>
                                  </a:solidFill>
                                  <a:latin typeface="Cambria Math" panose="02040503050406030204" pitchFamily="18" charset="0"/>
                                </a:rPr>
                                <m:t>=</m:t>
                              </m:r>
                              <m:d>
                                <m:dPr>
                                  <m:begChr m:val="{"/>
                                  <m:endChr m:val="}"/>
                                  <m:ctrlPr>
                                    <a:rPr lang="ja-JP" altLang="en-US" sz="1800" i="1">
                                      <a:solidFill>
                                        <a:schemeClr val="tx1"/>
                                      </a:solidFill>
                                      <a:latin typeface="Cambria Math" panose="02040503050406030204" pitchFamily="18" charset="0"/>
                                    </a:rPr>
                                  </m:ctrlPr>
                                </m:dPr>
                                <m:e>
                                  <m:sSubSup>
                                    <m:sSubSupPr>
                                      <m:ctrlPr>
                                        <a:rPr lang="en-US" altLang="ja-JP" sz="1800" b="0" i="1" smtClean="0">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𝜙</m:t>
                                      </m:r>
                                    </m:e>
                                    <m:sub>
                                      <m:r>
                                        <m:rPr>
                                          <m:sty m:val="p"/>
                                        </m:rPr>
                                        <a:rPr lang="en-US" altLang="ja-JP" sz="1800" b="0" i="0" smtClean="0">
                                          <a:solidFill>
                                            <a:schemeClr val="tx1"/>
                                          </a:solidFill>
                                          <a:latin typeface="Cambria Math" panose="02040503050406030204" pitchFamily="18" charset="0"/>
                                        </a:rPr>
                                        <m:t>base</m:t>
                                      </m:r>
                                    </m:sub>
                                    <m:sup>
                                      <m:d>
                                        <m:dPr>
                                          <m:ctrlPr>
                                            <a:rPr lang="en-US" altLang="ja-JP" sz="1800" i="1">
                                              <a:solidFill>
                                                <a:schemeClr val="tx1"/>
                                              </a:solidFill>
                                              <a:latin typeface="Cambria Math" panose="02040503050406030204" pitchFamily="18" charset="0"/>
                                            </a:rPr>
                                          </m:ctrlPr>
                                        </m:dPr>
                                        <m:e>
                                          <m:r>
                                            <a:rPr lang="en-US" altLang="ja-JP" sz="1800" i="1" smtClean="0">
                                              <a:solidFill>
                                                <a:schemeClr val="tx1"/>
                                              </a:solidFill>
                                              <a:latin typeface="Cambria Math" panose="02040503050406030204" pitchFamily="18" charset="0"/>
                                            </a:rPr>
                                            <m:t>𝑟</m:t>
                                          </m:r>
                                        </m:e>
                                      </m:d>
                                    </m:sup>
                                  </m:sSubSup>
                                  <m:r>
                                    <a:rPr lang="ja-JP" altLang="en-US" sz="1800">
                                      <a:solidFill>
                                        <a:schemeClr val="tx1"/>
                                      </a:solidFill>
                                      <a:latin typeface="Cambria Math" panose="02040503050406030204" pitchFamily="18" charset="0"/>
                                    </a:rPr>
                                    <m:t>,</m:t>
                                  </m:r>
                                  <m:sSubSup>
                                    <m:sSubSupPr>
                                      <m:ctrlPr>
                                        <a:rPr lang="ja-JP" altLang="en-US" sz="1800" i="1">
                                          <a:solidFill>
                                            <a:schemeClr val="tx1"/>
                                          </a:solidFill>
                                          <a:latin typeface="Cambria Math" panose="02040503050406030204" pitchFamily="18" charset="0"/>
                                        </a:rPr>
                                      </m:ctrlPr>
                                    </m:sSubSupPr>
                                    <m:e>
                                      <m:r>
                                        <a:rPr lang="en-US" altLang="ja-JP" sz="1800" i="1">
                                          <a:solidFill>
                                            <a:schemeClr val="tx1"/>
                                          </a:solidFill>
                                          <a:latin typeface="Cambria Math" panose="02040503050406030204" pitchFamily="18" charset="0"/>
                                        </a:rPr>
                                        <m:t>𝑤</m:t>
                                      </m:r>
                                    </m:e>
                                    <m:sub>
                                      <m:r>
                                        <m:rPr>
                                          <m:sty m:val="p"/>
                                        </m:rPr>
                                        <a:rPr lang="en-US" altLang="ja-JP" sz="1800" b="0" i="0" smtClean="0">
                                          <a:solidFill>
                                            <a:schemeClr val="tx1"/>
                                          </a:solidFill>
                                          <a:latin typeface="Cambria Math" panose="02040503050406030204" pitchFamily="18" charset="0"/>
                                        </a:rPr>
                                        <m:t>base</m:t>
                                      </m:r>
                                    </m:sub>
                                    <m:sup>
                                      <m:d>
                                        <m:dPr>
                                          <m:ctrlPr>
                                            <a:rPr lang="en-US"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𝑟</m:t>
                                          </m:r>
                                        </m:e>
                                      </m:d>
                                    </m:sup>
                                  </m:sSubSup>
                                </m:e>
                              </m:d>
                            </m:oMath>
                          </a14:m>
                          <a:endParaRPr lang="en-US" altLang="ja-JP" b="0">
                            <a:solidFill>
                              <a:schemeClr val="tx1"/>
                            </a:solidFill>
                          </a:endParaRPr>
                        </a:p>
                        <a:p>
                          <a:pPr marL="285750" indent="-285750">
                            <a:buFont typeface="Arial" panose="020B0604020202020204" pitchFamily="34" charset="0"/>
                            <a:buChar char="•"/>
                          </a:pPr>
                          <a:r>
                            <a:rPr lang="ja-JP" altLang="ja-JP" b="0">
                              <a:solidFill>
                                <a:schemeClr val="tx1"/>
                              </a:solidFill>
                            </a:rPr>
                            <a:t>更新前基盤LoRA </a:t>
                          </a:r>
                          <a14:m>
                            <m:oMath xmlns:m="http://schemas.openxmlformats.org/officeDocument/2006/math">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𝜙</m:t>
                                  </m:r>
                                </m:e>
                                <m:sub>
                                  <m:r>
                                    <m:rPr>
                                      <m:sty m:val="p"/>
                                    </m:rPr>
                                    <a:rPr kumimoji="1" lang="en-US" altLang="ja-JP" sz="1800" b="0" i="0" kern="1200">
                                      <a:solidFill>
                                        <a:schemeClr val="tx1"/>
                                      </a:solidFill>
                                      <a:latin typeface="Cambria Math" panose="02040503050406030204" pitchFamily="18" charset="0"/>
                                      <a:ea typeface="+mn-ea"/>
                                      <a:cs typeface="+mn-cs"/>
                                    </a:rPr>
                                    <m:t>base</m:t>
                                  </m:r>
                                </m:sub>
                                <m:sup>
                                  <m:d>
                                    <m:dPr>
                                      <m:ctrlPr>
                                        <a:rPr kumimoji="1" lang="ja-JP" altLang="en-US" sz="1800" b="0" i="1" kern="1200">
                                          <a:solidFill>
                                            <a:schemeClr val="tx1"/>
                                          </a:solidFill>
                                          <a:latin typeface="Cambria Math" panose="02040503050406030204" pitchFamily="18" charset="0"/>
                                          <a:ea typeface="+mn-ea"/>
                                          <a:cs typeface="+mn-cs"/>
                                        </a:rPr>
                                      </m:ctrlPr>
                                    </m:dPr>
                                    <m:e>
                                      <m:r>
                                        <a:rPr kumimoji="1" lang="ja-JP" altLang="en-US" sz="1800" b="0" i="1" kern="1200">
                                          <a:solidFill>
                                            <a:schemeClr val="tx1"/>
                                          </a:solidFill>
                                          <a:latin typeface="Cambria Math" panose="02040503050406030204" pitchFamily="18" charset="0"/>
                                          <a:ea typeface="+mn-ea"/>
                                          <a:cs typeface="+mn-cs"/>
                                        </a:rPr>
                                        <m:t>𝑟</m:t>
                                      </m:r>
                                    </m:e>
                                  </m:d>
                                </m:sup>
                              </m:sSubSup>
                            </m:oMath>
                          </a14:m>
                          <a:endParaRPr lang="en-US" altLang="ja-JP" b="0">
                            <a:solidFill>
                              <a:schemeClr val="tx1"/>
                            </a:solidFill>
                          </a:endParaRPr>
                        </a:p>
                        <a:p>
                          <a:pPr marL="285750" indent="-285750">
                            <a:buFont typeface="Arial" panose="020B0604020202020204" pitchFamily="34" charset="0"/>
                            <a:buChar char="•"/>
                          </a:pPr>
                          <a:r>
                            <a:rPr lang="ja-JP" altLang="ja-JP" b="0">
                              <a:solidFill>
                                <a:schemeClr val="tx1"/>
                              </a:solidFill>
                            </a:rPr>
                            <a:t>分類ヘッド</a:t>
                          </a:r>
                          <a14:m>
                            <m:oMath xmlns:m="http://schemas.openxmlformats.org/officeDocument/2006/math">
                              <m:sSubSup>
                                <m:sSubSupPr>
                                  <m:ctrlPr>
                                    <a:rPr lang="ja-JP" altLang="en-US" sz="1800" i="1" smtClean="0">
                                      <a:solidFill>
                                        <a:schemeClr val="tx1"/>
                                      </a:solidFill>
                                      <a:latin typeface="Cambria Math" panose="02040503050406030204" pitchFamily="18" charset="0"/>
                                    </a:rPr>
                                  </m:ctrlPr>
                                </m:sSubSupPr>
                                <m:e>
                                  <m:r>
                                    <a:rPr lang="en-US" altLang="ja-JP" sz="1800" i="1">
                                      <a:solidFill>
                                        <a:schemeClr val="tx1"/>
                                      </a:solidFill>
                                      <a:latin typeface="Cambria Math" panose="02040503050406030204" pitchFamily="18" charset="0"/>
                                    </a:rPr>
                                    <m:t>𝑤</m:t>
                                  </m:r>
                                </m:e>
                                <m:sub>
                                  <m:r>
                                    <m:rPr>
                                      <m:sty m:val="p"/>
                                    </m:rPr>
                                    <a:rPr lang="en-US" altLang="ja-JP" sz="1800" b="0" i="0" smtClean="0">
                                      <a:solidFill>
                                        <a:schemeClr val="tx1"/>
                                      </a:solidFill>
                                      <a:latin typeface="Cambria Math" panose="02040503050406030204" pitchFamily="18" charset="0"/>
                                    </a:rPr>
                                    <m:t>base</m:t>
                                  </m:r>
                                </m:sub>
                                <m:sup>
                                  <m:d>
                                    <m:dPr>
                                      <m:ctrlPr>
                                        <a:rPr lang="en-US"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𝑟</m:t>
                                      </m:r>
                                    </m:e>
                                  </m:d>
                                </m:sup>
                              </m:sSubSup>
                            </m:oMath>
                          </a14:m>
                          <a:endParaRPr lang="en-US" altLang="ja-JP" sz="1800" b="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a:solidFill>
                                <a:schemeClr val="tx1"/>
                              </a:solidFill>
                            </a:rPr>
                            <a:t>出力：</a:t>
                          </a:r>
                          <a14:m>
                            <m:oMath xmlns:m="http://schemas.openxmlformats.org/officeDocument/2006/math">
                              <m:sSubSup>
                                <m:sSubSupPr>
                                  <m:ctrlPr>
                                    <a:rPr kumimoji="1" lang="ja-JP" altLang="en-US" sz="1800" i="1" kern="1200" smtClean="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base</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e>
                                  </m:d>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r>
                                    <a:rPr lang="ja-JP" altLang="en-US" sz="1800" i="1" smtClean="0">
                                      <a:solidFill>
                                        <a:schemeClr val="tx1"/>
                                      </a:solidFill>
                                      <a:latin typeface="Cambria Math" panose="02040503050406030204" pitchFamily="18" charset="0"/>
                                    </a:rPr>
                                    <m:t> </m:t>
                                  </m:r>
                                </m:e>
                              </m:d>
                            </m:oMath>
                          </a14:m>
                          <a:endParaRPr lang="en-US" altLang="ja-JP"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r h="370840">
                    <a:tc>
                      <a:txBody>
                        <a:bodyPr/>
                        <a:lstStyle/>
                        <a:p>
                          <a:r>
                            <a:rPr lang="ja-JP" altLang="ja-JP"/>
                            <a:t>ここで、</a:t>
                          </a:r>
                        </a:p>
                        <a:p>
                          <a14:m>
                            <m:oMath xmlns:m="http://schemas.openxmlformats.org/officeDocument/2006/math">
                              <m:sSubSup>
                                <m:sSubSupPr>
                                  <m:ctrlPr>
                                    <a:rPr kumimoji="1" lang="ja-JP" altLang="en-US" sz="1800" i="1" kern="120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agg</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e>
                                  </m:d>
                                </m:sup>
                              </m:sSubSup>
                            </m:oMath>
                          </a14:m>
                          <a:r>
                            <a:rPr lang="ja-JP" altLang="ja-JP"/>
                            <a:t>：端末群から構成したteacher </a:t>
                          </a:r>
                        </a:p>
                        <a:p>
                          <a14:m>
                            <m:oMath xmlns:m="http://schemas.openxmlformats.org/officeDocument/2006/math">
                              <m:sSubSup>
                                <m:sSubSupPr>
                                  <m:ctrlPr>
                                    <a:rPr kumimoji="1" lang="ja-JP" altLang="en-US" sz="1800" i="1" kern="120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base</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r>
                                        <a:rPr kumimoji="1" lang="ja-JP" altLang="en-US" sz="1800" i="0" kern="1200">
                                          <a:solidFill>
                                            <a:schemeClr val="dk1"/>
                                          </a:solidFill>
                                          <a:latin typeface="Cambria Math" panose="02040503050406030204" pitchFamily="18" charset="0"/>
                                          <a:ea typeface="+mn-ea"/>
                                          <a:cs typeface="+mn-cs"/>
                                        </a:rPr>
                                        <m:t>−</m:t>
                                      </m:r>
                                      <m:r>
                                        <a:rPr kumimoji="1" lang="en-US" altLang="ja-JP" sz="1800" i="0" kern="1200">
                                          <a:solidFill>
                                            <a:schemeClr val="dk1"/>
                                          </a:solidFill>
                                          <a:latin typeface="Cambria Math" panose="02040503050406030204" pitchFamily="18" charset="0"/>
                                          <a:ea typeface="+mn-ea"/>
                                          <a:cs typeface="+mn-cs"/>
                                        </a:rPr>
                                        <m:t>1</m:t>
                                      </m:r>
                                    </m:e>
                                  </m:d>
                                </m:sup>
                              </m:sSubSup>
                            </m:oMath>
                          </a14:m>
                          <a:r>
                            <a:rPr lang="ja-JP" altLang="ja-JP"/>
                            <a:t>：更新対象となるstudent </a:t>
                          </a:r>
                        </a:p>
                        <a:p>
                          <a:r>
                            <a:rPr lang="ja-JP" altLang="ja-JP"/>
                            <a:t>です。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2258897"/>
                      </a:ext>
                    </a:extLst>
                  </a:tr>
                </a:tbl>
              </a:graphicData>
            </a:graphic>
          </p:graphicFrame>
        </mc:Choice>
        <mc:Fallback>
          <p:graphicFrame>
            <p:nvGraphicFramePr>
              <p:cNvPr id="9" name="表 8">
                <a:extLst>
                  <a:ext uri="{FF2B5EF4-FFF2-40B4-BE49-F238E27FC236}">
                    <a16:creationId xmlns:a16="http://schemas.microsoft.com/office/drawing/2014/main" id="{0E9714A7-2B3E-806C-E8D9-7191F4F1F772}"/>
                  </a:ext>
                </a:extLst>
              </p:cNvPr>
              <p:cNvGraphicFramePr>
                <a:graphicFrameLocks noGrp="1"/>
              </p:cNvGraphicFramePr>
              <p:nvPr>
                <p:extLst>
                  <p:ext uri="{D42A27DB-BD31-4B8C-83A1-F6EECF244321}">
                    <p14:modId xmlns:p14="http://schemas.microsoft.com/office/powerpoint/2010/main" val="3145300478"/>
                  </p:ext>
                </p:extLst>
              </p:nvPr>
            </p:nvGraphicFramePr>
            <p:xfrm>
              <a:off x="70256" y="745418"/>
              <a:ext cx="5964784" cy="5591366"/>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4239641">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2" t="-1149" r="-306" b="-33764"/>
                          </a:stretch>
                        </a:blipFill>
                      </a:tcPr>
                    </a:tc>
                    <a:extLst>
                      <a:ext uri="{0D108BD9-81ED-4DB2-BD59-A6C34878D82A}">
                        <a16:rowId xmlns:a16="http://schemas.microsoft.com/office/drawing/2014/main" val="56968783"/>
                      </a:ext>
                    </a:extLst>
                  </a:tr>
                  <a:tr h="1351725">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2" t="-317117" r="-306" b="-5856"/>
                          </a:stretch>
                        </a:blipFill>
                      </a:tcPr>
                    </a:tc>
                    <a:extLst>
                      <a:ext uri="{0D108BD9-81ED-4DB2-BD59-A6C34878D82A}">
                        <a16:rowId xmlns:a16="http://schemas.microsoft.com/office/drawing/2014/main" val="2102258897"/>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1" name="表 10">
                <a:extLst>
                  <a:ext uri="{FF2B5EF4-FFF2-40B4-BE49-F238E27FC236}">
                    <a16:creationId xmlns:a16="http://schemas.microsoft.com/office/drawing/2014/main" id="{7542EBF3-D8F1-4175-63C4-E39A0BB0FA7A}"/>
                  </a:ext>
                </a:extLst>
              </p:cNvPr>
              <p:cNvGraphicFramePr>
                <a:graphicFrameLocks noGrp="1"/>
              </p:cNvGraphicFramePr>
              <p:nvPr>
                <p:extLst>
                  <p:ext uri="{D42A27DB-BD31-4B8C-83A1-F6EECF244321}">
                    <p14:modId xmlns:p14="http://schemas.microsoft.com/office/powerpoint/2010/main" val="4237004926"/>
                  </p:ext>
                </p:extLst>
              </p:nvPr>
            </p:nvGraphicFramePr>
            <p:xfrm>
              <a:off x="6156962" y="745418"/>
              <a:ext cx="5964784" cy="5349177"/>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集約</a:t>
                          </a:r>
                          <a:r>
                            <a:rPr lang="en-US" altLang="ja-JP" sz="1800">
                              <a:solidFill>
                                <a:schemeClr val="tx1"/>
                              </a:solidFill>
                            </a:rPr>
                            <a:t>teacher</a:t>
                          </a:r>
                          <a:r>
                            <a:rPr lang="ja-JP" altLang="en-US" sz="1800">
                              <a:solidFill>
                                <a:schemeClr val="tx1"/>
                              </a:solidFill>
                            </a:rPr>
                            <a:t>との整合損失を計算</a:t>
                          </a:r>
                          <a:endParaRPr lang="en-US" altLang="ja-JP" sz="1800">
                            <a:solidFill>
                              <a:schemeClr val="tx1"/>
                            </a:solidFill>
                          </a:endParaRPr>
                        </a:p>
                        <a:p>
                          <a:pPr algn="ctr"/>
                          <a:r>
                            <a:rPr lang="ja-JP" altLang="en-US" sz="1800">
                              <a:solidFill>
                                <a:schemeClr val="tx1"/>
                              </a:solidFill>
                            </a:rPr>
                            <a:t>集約分布を固定</a:t>
                          </a:r>
                          <a:r>
                            <a:rPr lang="en-US" altLang="ja-JP" sz="1800">
                              <a:solidFill>
                                <a:schemeClr val="tx1"/>
                              </a:solidFill>
                            </a:rPr>
                            <a:t>teacher</a:t>
                          </a:r>
                          <a:r>
                            <a:rPr lang="ja-JP" altLang="en-US" sz="1800">
                              <a:solidFill>
                                <a:schemeClr val="tx1"/>
                              </a:solidFill>
                            </a:rPr>
                            <a:t>として、基盤側の予測分布を近づける。</a:t>
                          </a:r>
                          <a:endParaRPr lang="en-US" altLang="ja-JP" sz="1800">
                            <a:solidFill>
                              <a:schemeClr val="tx1"/>
                            </a:solidFill>
                          </a:endParaRPr>
                        </a:p>
                        <a:p>
                          <a:pPr algn="ctr"/>
                          <a14:m>
                            <m:oMathPara xmlns:m="http://schemas.openxmlformats.org/officeDocument/2006/math">
                              <m:oMathParaPr>
                                <m:jc m:val="centerGroup"/>
                              </m:oMathParaPr>
                              <m:oMath xmlns:m="http://schemas.openxmlformats.org/officeDocument/2006/math">
                                <m:sSubSup>
                                  <m:sSubSupPr>
                                    <m:ctrlPr>
                                      <a:rPr lang="ja-JP" altLang="en-US" sz="1800" i="1" smtClean="0">
                                        <a:solidFill>
                                          <a:schemeClr val="tx1"/>
                                        </a:solidFill>
                                        <a:latin typeface="Cambria Math" panose="02040503050406030204" pitchFamily="18" charset="0"/>
                                      </a:rPr>
                                    </m:ctrlPr>
                                  </m:sSubSupPr>
                                  <m:e>
                                    <m:r>
                                      <a:rPr lang="en-US" altLang="ja-JP" sz="1800" i="1">
                                        <a:solidFill>
                                          <a:schemeClr val="tx1"/>
                                        </a:solidFill>
                                        <a:latin typeface="Cambria Math" panose="02040503050406030204" pitchFamily="18" charset="0"/>
                                      </a:rPr>
                                      <m:t>ℒ</m:t>
                                    </m:r>
                                  </m:e>
                                  <m:sub>
                                    <m:r>
                                      <a:rPr lang="en-US" altLang="ja-JP" sz="1800" b="0" i="1" smtClean="0">
                                        <a:solidFill>
                                          <a:schemeClr val="tx1"/>
                                        </a:solidFill>
                                        <a:latin typeface="Cambria Math" panose="02040503050406030204" pitchFamily="18" charset="0"/>
                                      </a:rPr>
                                      <m:t>𝑝𝑟𝑒𝑑</m:t>
                                    </m:r>
                                  </m:sub>
                                  <m: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𝑟</m:t>
                                        </m:r>
                                      </m:e>
                                    </m:d>
                                  </m:sup>
                                </m:sSubSup>
                                <m:r>
                                  <a:rPr lang="en-US" altLang="ja-JP" sz="1800" i="1">
                                    <a:solidFill>
                                      <a:schemeClr val="tx1"/>
                                    </a:solidFill>
                                    <a:latin typeface="Cambria Math" panose="02040503050406030204" pitchFamily="18" charset="0"/>
                                  </a:rPr>
                                  <m:t>=</m:t>
                                </m:r>
                                <m:f>
                                  <m:fPr>
                                    <m:ctrlPr>
                                      <a:rPr lang="ja-JP" altLang="en-US" sz="1800" i="1">
                                        <a:solidFill>
                                          <a:schemeClr val="tx1"/>
                                        </a:solidFill>
                                        <a:latin typeface="Cambria Math" panose="02040503050406030204" pitchFamily="18" charset="0"/>
                                      </a:rPr>
                                    </m:ctrlPr>
                                  </m:fPr>
                                  <m:num>
                                    <m:sSup>
                                      <m:sSupPr>
                                        <m:ctrlPr>
                                          <a:rPr lang="ja-JP" altLang="en-US" sz="1800" i="1">
                                            <a:solidFill>
                                              <a:schemeClr val="tx1"/>
                                            </a:solidFill>
                                            <a:latin typeface="Cambria Math" panose="02040503050406030204" pitchFamily="18" charset="0"/>
                                          </a:rPr>
                                        </m:ctrlPr>
                                      </m:sSupPr>
                                      <m:e>
                                        <m:r>
                                          <a:rPr lang="ja-JP" altLang="en-US" sz="1800" i="1">
                                            <a:solidFill>
                                              <a:schemeClr val="tx1"/>
                                            </a:solidFill>
                                            <a:latin typeface="Cambria Math" panose="02040503050406030204" pitchFamily="18" charset="0"/>
                                          </a:rPr>
                                          <m:t>𝑇</m:t>
                                        </m:r>
                                      </m:e>
                                      <m:sup>
                                        <m:r>
                                          <a:rPr lang="en-US" altLang="ja-JP" sz="1800" i="1">
                                            <a:solidFill>
                                              <a:schemeClr val="tx1"/>
                                            </a:solidFill>
                                            <a:latin typeface="Cambria Math" panose="02040503050406030204" pitchFamily="18" charset="0"/>
                                          </a:rPr>
                                          <m:t>2</m:t>
                                        </m:r>
                                      </m:sup>
                                    </m:sSup>
                                  </m:num>
                                  <m:den>
                                    <m:d>
                                      <m:dPr>
                                        <m:begChr m:val="|"/>
                                        <m:endChr m:val="|"/>
                                        <m:ctrlPr>
                                          <a:rPr lang="ja-JP" altLang="en-US" sz="1800" i="1">
                                            <a:solidFill>
                                              <a:schemeClr val="tx1"/>
                                            </a:solidFill>
                                            <a:latin typeface="Cambria Math" panose="02040503050406030204" pitchFamily="18" charset="0"/>
                                          </a:rPr>
                                        </m:ctrlPr>
                                      </m:dPr>
                                      <m:e>
                                        <m:sSub>
                                          <m:sSubPr>
                                            <m:ctrlPr>
                                              <a:rPr lang="ja-JP" altLang="en-US" sz="1800" i="1">
                                                <a:solidFill>
                                                  <a:schemeClr val="tx1"/>
                                                </a:solidFill>
                                                <a:latin typeface="Cambria Math" panose="02040503050406030204" pitchFamily="18" charset="0"/>
                                              </a:rPr>
                                            </m:ctrlPr>
                                          </m:sSubPr>
                                          <m:e>
                                            <m:r>
                                              <a:rPr lang="ja-JP" altLang="en-US" sz="1800" i="1">
                                                <a:solidFill>
                                                  <a:schemeClr val="tx1"/>
                                                </a:solidFill>
                                                <a:latin typeface="Cambria Math" panose="02040503050406030204" pitchFamily="18" charset="0"/>
                                              </a:rPr>
                                              <m:t>𝒟</m:t>
                                            </m:r>
                                          </m:e>
                                          <m:sub>
                                            <m:r>
                                              <a:rPr lang="en-US" altLang="ja-JP" sz="1800" b="0" i="1" smtClean="0">
                                                <a:solidFill>
                                                  <a:schemeClr val="tx1"/>
                                                </a:solidFill>
                                                <a:latin typeface="Cambria Math" panose="02040503050406030204" pitchFamily="18" charset="0"/>
                                              </a:rPr>
                                              <m:t>𝑎𝑙𝑖𝑔𝑛</m:t>
                                            </m:r>
                                          </m:sub>
                                        </m:sSub>
                                      </m:e>
                                    </m:d>
                                  </m:den>
                                </m:f>
                                <m:nary>
                                  <m:naryPr>
                                    <m:chr m:val="∑"/>
                                    <m:limLoc m:val="undOvr"/>
                                    <m:grow m:val="on"/>
                                    <m:supHide m:val="on"/>
                                    <m:ctrlPr>
                                      <a:rPr lang="ja-JP" altLang="en-US" sz="1800" i="1">
                                        <a:solidFill>
                                          <a:schemeClr val="tx1"/>
                                        </a:solidFill>
                                        <a:latin typeface="Cambria Math" panose="02040503050406030204" pitchFamily="18" charset="0"/>
                                      </a:rPr>
                                    </m:ctrlPr>
                                  </m:naryPr>
                                  <m:sub>
                                    <m:r>
                                      <a:rPr lang="ja-JP" altLang="en-US" sz="1800" i="1">
                                        <a:solidFill>
                                          <a:schemeClr val="tx1"/>
                                        </a:solidFill>
                                        <a:latin typeface="Cambria Math" panose="02040503050406030204" pitchFamily="18" charset="0"/>
                                      </a:rPr>
                                      <m:t>𝑥</m:t>
                                    </m:r>
                                    <m:r>
                                      <a:rPr lang="ja-JP" altLang="en-US" sz="1800" i="1">
                                        <a:solidFill>
                                          <a:schemeClr val="tx1"/>
                                        </a:solidFill>
                                        <a:latin typeface="Cambria Math" panose="02040503050406030204" pitchFamily="18" charset="0"/>
                                      </a:rPr>
                                      <m:t>∈</m:t>
                                    </m:r>
                                    <m:sSub>
                                      <m:sSubPr>
                                        <m:ctrlPr>
                                          <a:rPr lang="ja-JP" altLang="en-US" sz="1800" i="1">
                                            <a:solidFill>
                                              <a:schemeClr val="tx1"/>
                                            </a:solidFill>
                                            <a:latin typeface="Cambria Math" panose="02040503050406030204" pitchFamily="18" charset="0"/>
                                          </a:rPr>
                                        </m:ctrlPr>
                                      </m:sSubPr>
                                      <m:e>
                                        <m:r>
                                          <a:rPr lang="ja-JP" altLang="en-US" sz="1800" i="1">
                                            <a:solidFill>
                                              <a:schemeClr val="tx1"/>
                                            </a:solidFill>
                                            <a:latin typeface="Cambria Math" panose="02040503050406030204" pitchFamily="18" charset="0"/>
                                          </a:rPr>
                                          <m:t>𝒟</m:t>
                                        </m:r>
                                      </m:e>
                                      <m:sub>
                                        <m:r>
                                          <a:rPr lang="en-US" altLang="ja-JP" sz="1800" b="0" i="1" smtClean="0">
                                            <a:solidFill>
                                              <a:schemeClr val="tx1"/>
                                            </a:solidFill>
                                            <a:latin typeface="Cambria Math" panose="02040503050406030204" pitchFamily="18" charset="0"/>
                                          </a:rPr>
                                          <m:t>𝑎𝑙𝑖𝑔𝑛</m:t>
                                        </m:r>
                                      </m:sub>
                                    </m:sSub>
                                  </m:sub>
                                  <m:sup/>
                                  <m:e>
                                    <m:r>
                                      <a:rPr lang="ja-JP" altLang="en-US" sz="1800" i="1">
                                        <a:solidFill>
                                          <a:schemeClr val="tx1"/>
                                        </a:solidFill>
                                        <a:latin typeface="Cambria Math" panose="02040503050406030204" pitchFamily="18" charset="0"/>
                                      </a:rPr>
                                      <m:t> </m:t>
                                    </m:r>
                                  </m:e>
                                </m:nary>
                                <m:r>
                                  <m:rPr>
                                    <m:sty m:val="p"/>
                                  </m:rPr>
                                  <a:rPr lang="en-US" altLang="ja-JP" sz="1800">
                                    <a:solidFill>
                                      <a:schemeClr val="tx1"/>
                                    </a:solidFill>
                                    <a:latin typeface="Cambria Math" panose="02040503050406030204" pitchFamily="18" charset="0"/>
                                  </a:rPr>
                                  <m:t>KL</m:t>
                                </m:r>
                                <m:d>
                                  <m:dPr>
                                    <m:ctrlPr>
                                      <a:rPr lang="ja-JP" altLang="en-US" sz="1800" i="1">
                                        <a:solidFill>
                                          <a:schemeClr val="tx1"/>
                                        </a:solidFill>
                                        <a:latin typeface="Cambria Math" panose="02040503050406030204" pitchFamily="18" charset="0"/>
                                      </a:rPr>
                                    </m:ctrlPr>
                                  </m:dPr>
                                  <m:e>
                                    <m:sSubSup>
                                      <m:sSubSupPr>
                                        <m:ctrlPr>
                                          <a:rPr lang="ja-JP" altLang="en-US" sz="1800" i="1">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𝑞</m:t>
                                        </m:r>
                                      </m:e>
                                      <m:sub>
                                        <m:r>
                                          <a:rPr lang="en-US" altLang="ja-JP" sz="1800" b="0" i="1" smtClean="0">
                                            <a:solidFill>
                                              <a:schemeClr val="tx1"/>
                                            </a:solidFill>
                                            <a:latin typeface="Cambria Math" panose="02040503050406030204" pitchFamily="18" charset="0"/>
                                          </a:rPr>
                                          <m:t>𝑎𝑔𝑔</m:t>
                                        </m:r>
                                      </m:sub>
                                      <m: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𝑟</m:t>
                                            </m:r>
                                          </m:e>
                                        </m:d>
                                      </m:sup>
                                    </m:sSubSup>
                                    <m:r>
                                      <a:rPr lang="en-US" altLang="ja-JP" sz="1800" i="1">
                                        <a:solidFill>
                                          <a:schemeClr val="tx1"/>
                                        </a:solidFill>
                                        <a:latin typeface="Cambria Math" panose="02040503050406030204" pitchFamily="18" charset="0"/>
                                      </a:rPr>
                                      <m:t>(</m:t>
                                    </m:r>
                                    <m:r>
                                      <a:rPr lang="ja-JP" altLang="en-US" sz="1800" i="1">
                                        <a:solidFill>
                                          <a:schemeClr val="tx1"/>
                                        </a:solidFill>
                                        <a:latin typeface="Cambria Math" panose="02040503050406030204" pitchFamily="18" charset="0"/>
                                      </a:rPr>
                                      <m:t>𝑥</m:t>
                                    </m:r>
                                    <m:r>
                                      <a:rPr lang="en-US" altLang="ja-JP" sz="1800" i="1">
                                        <a:solidFill>
                                          <a:schemeClr val="tx1"/>
                                        </a:solidFill>
                                        <a:latin typeface="Cambria Math" panose="02040503050406030204" pitchFamily="18" charset="0"/>
                                      </a:rPr>
                                      <m:t>)‖</m:t>
                                    </m:r>
                                    <m:sSubSup>
                                      <m:sSubSupPr>
                                        <m:ctrlPr>
                                          <a:rPr kumimoji="1" lang="ja-JP" altLang="en-US" sz="1800" i="1" kern="1200" smtClean="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base</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e>
                                        </m:d>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r>
                                          <a:rPr lang="ja-JP" altLang="en-US" sz="1800" i="1" smtClean="0">
                                            <a:solidFill>
                                              <a:schemeClr val="tx1"/>
                                            </a:solidFill>
                                            <a:latin typeface="Cambria Math" panose="02040503050406030204" pitchFamily="18" charset="0"/>
                                          </a:rPr>
                                          <m:t> </m:t>
                                        </m:r>
                                      </m:e>
                                    </m:d>
                                  </m:e>
                                </m:d>
                              </m:oMath>
                            </m:oMathPara>
                          </a14:m>
                          <a:endParaRPr lang="en-US" altLang="ja-JP" sz="1800" i="1">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altLang="ja-JP" sz="1800" i="1" dirty="0" smtClean="0">
                                        <a:solidFill>
                                          <a:schemeClr val="tx1"/>
                                        </a:solidFill>
                                        <a:latin typeface="Cambria Math" panose="02040503050406030204" pitchFamily="18" charset="0"/>
                                        <a:ea typeface="+mn-ea"/>
                                      </a:rPr>
                                    </m:ctrlPr>
                                  </m:sSubPr>
                                  <m:e>
                                    <m:r>
                                      <a:rPr lang="en-US" altLang="ja-JP" sz="1800" i="1" dirty="0" smtClean="0">
                                        <a:solidFill>
                                          <a:schemeClr val="tx1"/>
                                        </a:solidFill>
                                        <a:latin typeface="Cambria Math" panose="02040503050406030204" pitchFamily="18" charset="0"/>
                                        <a:ea typeface="+mn-ea"/>
                                      </a:rPr>
                                      <m:t>𝛼</m:t>
                                    </m:r>
                                  </m:e>
                                  <m:sub>
                                    <m:r>
                                      <a:rPr lang="en-US" altLang="ja-JP" sz="1800" i="1" dirty="0" smtClean="0">
                                        <a:solidFill>
                                          <a:schemeClr val="tx1"/>
                                        </a:solidFill>
                                        <a:latin typeface="Cambria Math" panose="02040503050406030204" pitchFamily="18" charset="0"/>
                                        <a:ea typeface="+mn-ea"/>
                                      </a:rPr>
                                      <m:t>𝑘</m:t>
                                    </m:r>
                                  </m:sub>
                                </m:sSub>
                                <m:r>
                                  <a:rPr lang="en-US" altLang="ja-JP" sz="1800" i="0" dirty="0" smtClean="0">
                                    <a:solidFill>
                                      <a:schemeClr val="tx1"/>
                                    </a:solidFill>
                                    <a:latin typeface="Cambria Math" panose="02040503050406030204" pitchFamily="18" charset="0"/>
                                    <a:ea typeface="+mn-ea"/>
                                  </a:rPr>
                                  <m:t>=</m:t>
                                </m:r>
                                <m:f>
                                  <m:fPr>
                                    <m:ctrlPr>
                                      <a:rPr lang="en-US" altLang="ja-JP" sz="1800" i="1" dirty="0" smtClean="0">
                                        <a:solidFill>
                                          <a:schemeClr val="tx1"/>
                                        </a:solidFill>
                                        <a:latin typeface="Cambria Math" panose="02040503050406030204" pitchFamily="18" charset="0"/>
                                        <a:ea typeface="+mn-ea"/>
                                      </a:rPr>
                                    </m:ctrlPr>
                                  </m:fPr>
                                  <m:num>
                                    <m:sSub>
                                      <m:sSubPr>
                                        <m:ctrlPr>
                                          <a:rPr lang="en-US" altLang="ja-JP" sz="1800" i="1" dirty="0" smtClean="0">
                                            <a:solidFill>
                                              <a:schemeClr val="tx1"/>
                                            </a:solidFill>
                                            <a:latin typeface="Cambria Math" panose="02040503050406030204" pitchFamily="18" charset="0"/>
                                            <a:ea typeface="+mn-ea"/>
                                          </a:rPr>
                                        </m:ctrlPr>
                                      </m:sSubPr>
                                      <m:e>
                                        <m:r>
                                          <a:rPr lang="en-US" altLang="ja-JP" sz="1800" i="1" dirty="0" smtClean="0">
                                            <a:solidFill>
                                              <a:schemeClr val="tx1"/>
                                            </a:solidFill>
                                            <a:latin typeface="Cambria Math" panose="02040503050406030204" pitchFamily="18" charset="0"/>
                                            <a:ea typeface="+mn-ea"/>
                                          </a:rPr>
                                          <m:t>𝑛</m:t>
                                        </m:r>
                                      </m:e>
                                      <m:sub>
                                        <m:r>
                                          <a:rPr lang="en-US" altLang="ja-JP" sz="1800" i="1" dirty="0" smtClean="0">
                                            <a:solidFill>
                                              <a:schemeClr val="tx1"/>
                                            </a:solidFill>
                                            <a:latin typeface="Cambria Math" panose="02040503050406030204" pitchFamily="18" charset="0"/>
                                            <a:ea typeface="+mn-ea"/>
                                          </a:rPr>
                                          <m:t>𝑘</m:t>
                                        </m:r>
                                      </m:sub>
                                    </m:sSub>
                                  </m:num>
                                  <m:den>
                                    <m:nary>
                                      <m:naryPr>
                                        <m:chr m:val="∑"/>
                                        <m:ctrlPr>
                                          <a:rPr lang="en-US" altLang="ja-JP" sz="1800" i="1" dirty="0" smtClean="0">
                                            <a:solidFill>
                                              <a:schemeClr val="tx1"/>
                                            </a:solidFill>
                                            <a:latin typeface="Cambria Math" panose="02040503050406030204" pitchFamily="18" charset="0"/>
                                            <a:ea typeface="+mn-ea"/>
                                          </a:rPr>
                                        </m:ctrlPr>
                                      </m:naryPr>
                                      <m:sub>
                                        <m:r>
                                          <m:rPr>
                                            <m:brk m:alnAt="23"/>
                                          </m:rPr>
                                          <a:rPr lang="en-US" altLang="ja-JP" sz="1800" b="0" i="1" dirty="0" smtClean="0">
                                            <a:solidFill>
                                              <a:schemeClr val="tx1"/>
                                            </a:solidFill>
                                            <a:latin typeface="Cambria Math" panose="02040503050406030204" pitchFamily="18" charset="0"/>
                                            <a:ea typeface="+mn-ea"/>
                                          </a:rPr>
                                          <m:t>𝑗</m:t>
                                        </m:r>
                                        <m:r>
                                          <a:rPr lang="en-US" altLang="ja-JP" sz="1800" b="0" i="1" dirty="0" smtClean="0">
                                            <a:solidFill>
                                              <a:schemeClr val="tx1"/>
                                            </a:solidFill>
                                            <a:latin typeface="Cambria Math" panose="02040503050406030204" pitchFamily="18" charset="0"/>
                                            <a:ea typeface="+mn-ea"/>
                                          </a:rPr>
                                          <m:t>=1</m:t>
                                        </m:r>
                                      </m:sub>
                                      <m:sup>
                                        <m:r>
                                          <a:rPr lang="en-US" altLang="ja-JP" sz="1800" b="0" i="1" dirty="0" smtClean="0">
                                            <a:solidFill>
                                              <a:schemeClr val="tx1"/>
                                            </a:solidFill>
                                            <a:latin typeface="Cambria Math" panose="02040503050406030204" pitchFamily="18" charset="0"/>
                                            <a:ea typeface="+mn-ea"/>
                                          </a:rPr>
                                          <m:t>𝐾</m:t>
                                        </m:r>
                                      </m:sup>
                                      <m:e>
                                        <m:sSub>
                                          <m:sSubPr>
                                            <m:ctrlPr>
                                              <a:rPr lang="en-US" altLang="ja-JP" sz="1800" b="0" i="1" dirty="0" smtClean="0">
                                                <a:solidFill>
                                                  <a:schemeClr val="tx1"/>
                                                </a:solidFill>
                                                <a:latin typeface="Cambria Math" panose="02040503050406030204" pitchFamily="18" charset="0"/>
                                                <a:ea typeface="+mn-ea"/>
                                              </a:rPr>
                                            </m:ctrlPr>
                                          </m:sSubPr>
                                          <m:e>
                                            <m:r>
                                              <a:rPr lang="en-US" altLang="ja-JP" sz="1800" b="0" i="1" dirty="0" smtClean="0">
                                                <a:solidFill>
                                                  <a:schemeClr val="tx1"/>
                                                </a:solidFill>
                                                <a:latin typeface="Cambria Math" panose="02040503050406030204" pitchFamily="18" charset="0"/>
                                                <a:ea typeface="+mn-ea"/>
                                              </a:rPr>
                                              <m:t>𝑛</m:t>
                                            </m:r>
                                          </m:e>
                                          <m:sub>
                                            <m:r>
                                              <a:rPr lang="en-US" altLang="ja-JP" sz="1800" b="0" i="1" dirty="0" smtClean="0">
                                                <a:solidFill>
                                                  <a:schemeClr val="tx1"/>
                                                </a:solidFill>
                                                <a:latin typeface="Cambria Math" panose="02040503050406030204" pitchFamily="18" charset="0"/>
                                                <a:ea typeface="+mn-ea"/>
                                              </a:rPr>
                                              <m:t>𝑗</m:t>
                                            </m:r>
                                          </m:sub>
                                        </m:sSub>
                                      </m:e>
                                    </m:nary>
                                    <m:r>
                                      <a:rPr lang="en-US" altLang="ja-JP" sz="1800" i="0" dirty="0" smtClean="0">
                                        <a:solidFill>
                                          <a:schemeClr val="tx1"/>
                                        </a:solidFill>
                                        <a:latin typeface="Cambria Math" panose="02040503050406030204" pitchFamily="18" charset="0"/>
                                        <a:ea typeface="+mn-ea"/>
                                      </a:rPr>
                                      <m:t> </m:t>
                                    </m:r>
                                  </m:den>
                                </m:f>
                              </m:oMath>
                            </m:oMathPara>
                          </a14:m>
                          <a:endParaRPr lang="en-US" altLang="ja-JP" sz="1800">
                            <a:solidFill>
                              <a:schemeClr val="tx1"/>
                            </a:solidFill>
                          </a:endParaRPr>
                        </a:p>
                        <a:p>
                          <a:pPr algn="ctr"/>
                          <a:endParaRPr lang="en-US" altLang="ja-JP" sz="1800">
                            <a:solidFill>
                              <a:schemeClr val="tx1"/>
                            </a:solidFill>
                          </a:endParaRPr>
                        </a:p>
                        <a:p>
                          <a:pPr algn="l"/>
                          <a:r>
                            <a:rPr lang="ja-JP" altLang="en-US" sz="1800">
                              <a:solidFill>
                                <a:schemeClr val="tx1"/>
                              </a:solidFill>
                            </a:rPr>
                            <a:t>注意すべき点</a:t>
                          </a:r>
                          <a:endParaRPr lang="en-US" altLang="ja-JP" sz="1800">
                            <a:solidFill>
                              <a:schemeClr val="tx1"/>
                            </a:solidFill>
                          </a:endParaRPr>
                        </a:p>
                        <a:p>
                          <a:pPr marL="285750" indent="-285750" algn="l">
                            <a:buFont typeface="Arial" panose="020B0604020202020204" pitchFamily="34" charset="0"/>
                            <a:buChar char="•"/>
                          </a:pPr>
                          <a:r>
                            <a:rPr lang="ja-JP" altLang="ja-JP" b="0">
                              <a:solidFill>
                                <a:schemeClr val="tx1"/>
                              </a:solidFill>
                            </a:rPr>
                            <a:t>teacher側は固定し、勾配を流さない </a:t>
                          </a:r>
                          <a:endParaRPr lang="en-US" altLang="ja-JP" b="0">
                            <a:solidFill>
                              <a:schemeClr val="tx1"/>
                            </a:solidFill>
                          </a:endParaRPr>
                        </a:p>
                        <a:p>
                          <a:pPr marL="285750" indent="-285750" algn="l">
                            <a:buFont typeface="Arial" panose="020B0604020202020204" pitchFamily="34" charset="0"/>
                            <a:buChar char="•"/>
                          </a:pPr>
                          <a:r>
                            <a:rPr lang="ja-JP" altLang="ja-JP" b="0">
                              <a:solidFill>
                                <a:schemeClr val="tx1"/>
                              </a:solidFill>
                            </a:rPr>
                            <a:t>基盤モデル側だけを微分対象とする</a:t>
                          </a:r>
                          <a:endParaRPr lang="en-US" altLang="ja-JP" sz="18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r h="370840">
                    <a:tc>
                      <a:txBody>
                        <a:bodyPr/>
                        <a:lstStyle/>
                        <a:p>
                          <a:r>
                            <a:rPr lang="ja-JP" altLang="ja-JP" b="1"/>
                            <a:t>KLを使う妥当性</a:t>
                          </a:r>
                        </a:p>
                        <a:p>
                          <a:pPr marL="285750" indent="-285750">
                            <a:buFont typeface="Arial" panose="020B0604020202020204" pitchFamily="34" charset="0"/>
                            <a:buChar char="•"/>
                          </a:pPr>
                          <a:r>
                            <a:rPr lang="ja-JP" altLang="ja-JP"/>
                            <a:t>端末群のsoftな確率分布全体を基盤モデルへ移せる </a:t>
                          </a:r>
                        </a:p>
                        <a:p>
                          <a:pPr marL="285750" indent="-285750">
                            <a:buFont typeface="Arial" panose="020B0604020202020204" pitchFamily="34" charset="0"/>
                            <a:buChar char="•"/>
                          </a:pPr>
                          <a:r>
                            <a:rPr lang="ja-JP" altLang="ja-JP"/>
                            <a:t>異種モデルでも共通クラス空間で比較できる </a:t>
                          </a:r>
                        </a:p>
                        <a:p>
                          <a:pPr marL="285750" indent="-285750">
                            <a:buFont typeface="Arial" panose="020B0604020202020204" pitchFamily="34" charset="0"/>
                            <a:buChar char="•"/>
                          </a:pPr>
                          <a:r>
                            <a:rPr lang="ja-JP" altLang="ja-JP"/>
                            <a:t>集約teacherを固定すると、forward KLの最小化は、端末群が出した各クラスの確率を正解分布として基盤モデルを学習することに相当する</a:t>
                          </a:r>
                        </a:p>
                        <a:p>
                          <a:pPr marL="285750" indent="-285750">
                            <a:buFont typeface="Arial" panose="020B0604020202020204" pitchFamily="34" charset="0"/>
                            <a:buChar char="•"/>
                          </a:pPr>
                          <a:r>
                            <a:rPr lang="ja-JP" altLang="ja-JP"/>
                            <a:t>基盤LoRAについて微分可能な目的関数になる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1538562"/>
                      </a:ext>
                    </a:extLst>
                  </a:tr>
                </a:tbl>
              </a:graphicData>
            </a:graphic>
          </p:graphicFrame>
        </mc:Choice>
        <mc:Fallback>
          <p:graphicFrame>
            <p:nvGraphicFramePr>
              <p:cNvPr id="11" name="表 10">
                <a:extLst>
                  <a:ext uri="{FF2B5EF4-FFF2-40B4-BE49-F238E27FC236}">
                    <a16:creationId xmlns:a16="http://schemas.microsoft.com/office/drawing/2014/main" id="{7542EBF3-D8F1-4175-63C4-E39A0BB0FA7A}"/>
                  </a:ext>
                </a:extLst>
              </p:cNvPr>
              <p:cNvGraphicFramePr>
                <a:graphicFrameLocks noGrp="1"/>
              </p:cNvGraphicFramePr>
              <p:nvPr>
                <p:extLst>
                  <p:ext uri="{D42A27DB-BD31-4B8C-83A1-F6EECF244321}">
                    <p14:modId xmlns:p14="http://schemas.microsoft.com/office/powerpoint/2010/main" val="4237004926"/>
                  </p:ext>
                </p:extLst>
              </p:nvPr>
            </p:nvGraphicFramePr>
            <p:xfrm>
              <a:off x="6156962" y="745418"/>
              <a:ext cx="5964784" cy="5349177"/>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337497">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04" t="-1460" r="-204" b="-63321"/>
                          </a:stretch>
                        </a:blipFill>
                      </a:tcPr>
                    </a:tc>
                    <a:extLst>
                      <a:ext uri="{0D108BD9-81ED-4DB2-BD59-A6C34878D82A}">
                        <a16:rowId xmlns:a16="http://schemas.microsoft.com/office/drawing/2014/main" val="56968783"/>
                      </a:ext>
                    </a:extLst>
                  </a:tr>
                  <a:tr h="2011680">
                    <a:tc>
                      <a:txBody>
                        <a:bodyPr/>
                        <a:lstStyle/>
                        <a:p>
                          <a:r>
                            <a:rPr lang="ja-JP" altLang="ja-JP" b="1"/>
                            <a:t>KLを使う妥当性</a:t>
                          </a:r>
                        </a:p>
                        <a:p>
                          <a:pPr marL="285750" indent="-285750">
                            <a:buFont typeface="Arial" panose="020B0604020202020204" pitchFamily="34" charset="0"/>
                            <a:buChar char="•"/>
                          </a:pPr>
                          <a:r>
                            <a:rPr lang="ja-JP" altLang="ja-JP"/>
                            <a:t>端末群のsoftな確率分布全体を基盤モデルへ移せる </a:t>
                          </a:r>
                        </a:p>
                        <a:p>
                          <a:pPr marL="285750" indent="-285750">
                            <a:buFont typeface="Arial" panose="020B0604020202020204" pitchFamily="34" charset="0"/>
                            <a:buChar char="•"/>
                          </a:pPr>
                          <a:r>
                            <a:rPr lang="ja-JP" altLang="ja-JP"/>
                            <a:t>異種モデルでも共通クラス空間で比較できる </a:t>
                          </a:r>
                        </a:p>
                        <a:p>
                          <a:pPr marL="285750" indent="-285750">
                            <a:buFont typeface="Arial" panose="020B0604020202020204" pitchFamily="34" charset="0"/>
                            <a:buChar char="•"/>
                          </a:pPr>
                          <a:r>
                            <a:rPr lang="ja-JP" altLang="ja-JP"/>
                            <a:t>集約teacherを固定すると、forward KLの最小化は、端末群が出した各クラスの確率を正解分布として基盤モデルを学習することに相当する</a:t>
                          </a:r>
                        </a:p>
                        <a:p>
                          <a:pPr marL="285750" indent="-285750">
                            <a:buFont typeface="Arial" panose="020B0604020202020204" pitchFamily="34" charset="0"/>
                            <a:buChar char="•"/>
                          </a:pPr>
                          <a:r>
                            <a:rPr lang="ja-JP" altLang="ja-JP"/>
                            <a:t>基盤LoRAについて微分可能な目的関数になる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1538562"/>
                      </a:ext>
                    </a:extLst>
                  </a:tr>
                </a:tbl>
              </a:graphicData>
            </a:graphic>
          </p:graphicFrame>
        </mc:Fallback>
      </mc:AlternateContent>
    </p:spTree>
    <p:extLst>
      <p:ext uri="{BB962C8B-B14F-4D97-AF65-F5344CB8AC3E}">
        <p14:creationId xmlns:p14="http://schemas.microsoft.com/office/powerpoint/2010/main" val="373026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66A6D-81F9-FBB9-FC82-A5E57A94B33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55369B-E6EB-212B-9B5A-BF7539AB5F06}"/>
              </a:ext>
            </a:extLst>
          </p:cNvPr>
          <p:cNvSpPr>
            <a:spLocks noGrp="1"/>
          </p:cNvSpPr>
          <p:nvPr>
            <p:ph type="title"/>
          </p:nvPr>
        </p:nvSpPr>
        <p:spPr/>
        <p:txBody>
          <a:bodyPr/>
          <a:lstStyle/>
          <a:p>
            <a:r>
              <a:rPr lang="ja-JP" altLang="en-US"/>
              <a:t>⑤集約情報による基盤</a:t>
            </a:r>
            <a:r>
              <a:rPr lang="en-US" altLang="ja-JP" err="1"/>
              <a:t>LoRA</a:t>
            </a:r>
            <a:r>
              <a:rPr lang="ja-JP" altLang="en-US"/>
              <a:t>更新の詳細</a:t>
            </a:r>
            <a:r>
              <a:rPr lang="en-US" altLang="ja-JP"/>
              <a:t>(2/2)</a:t>
            </a:r>
            <a:endParaRPr kumimoji="1" lang="ja-JP" altLang="en-US"/>
          </a:p>
        </p:txBody>
      </p:sp>
      <p:sp>
        <p:nvSpPr>
          <p:cNvPr id="3" name="スライド番号プレースホルダー 2">
            <a:extLst>
              <a:ext uri="{FF2B5EF4-FFF2-40B4-BE49-F238E27FC236}">
                <a16:creationId xmlns:a16="http://schemas.microsoft.com/office/drawing/2014/main" id="{B93E7377-3F6B-D86E-7D58-026EE6668A45}"/>
              </a:ext>
            </a:extLst>
          </p:cNvPr>
          <p:cNvSpPr>
            <a:spLocks noGrp="1"/>
          </p:cNvSpPr>
          <p:nvPr>
            <p:ph type="sldNum" sz="quarter" idx="4"/>
          </p:nvPr>
        </p:nvSpPr>
        <p:spPr/>
        <p:txBody>
          <a:bodyPr/>
          <a:lstStyle/>
          <a:p>
            <a:fld id="{C088C981-6885-4100-82A1-DE7074EC4480}" type="slidenum">
              <a:rPr lang="ja-JP" altLang="en-US" smtClean="0"/>
              <a:pPr/>
              <a:t>7</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9" name="表 8">
                <a:extLst>
                  <a:ext uri="{FF2B5EF4-FFF2-40B4-BE49-F238E27FC236}">
                    <a16:creationId xmlns:a16="http://schemas.microsoft.com/office/drawing/2014/main" id="{FCD5C43C-F059-B48B-99E9-28818BAD7B47}"/>
                  </a:ext>
                </a:extLst>
              </p:cNvPr>
              <p:cNvGraphicFramePr>
                <a:graphicFrameLocks noGrp="1"/>
              </p:cNvGraphicFramePr>
              <p:nvPr>
                <p:extLst>
                  <p:ext uri="{D42A27DB-BD31-4B8C-83A1-F6EECF244321}">
                    <p14:modId xmlns:p14="http://schemas.microsoft.com/office/powerpoint/2010/main" val="3992950165"/>
                  </p:ext>
                </p:extLst>
              </p:nvPr>
            </p:nvGraphicFramePr>
            <p:xfrm>
              <a:off x="70256" y="745418"/>
              <a:ext cx="5964784" cy="5811012"/>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基盤</a:t>
                          </a:r>
                          <a:r>
                            <a:rPr lang="en-US" altLang="ja-JP" sz="1800" err="1">
                              <a:solidFill>
                                <a:schemeClr val="tx1"/>
                              </a:solidFill>
                            </a:rPr>
                            <a:t>LoRA</a:t>
                          </a:r>
                          <a:r>
                            <a:rPr lang="ja-JP" altLang="en-US" sz="1800">
                              <a:solidFill>
                                <a:schemeClr val="tx1"/>
                              </a:solidFill>
                            </a:rPr>
                            <a:t>について勾配を計算</a:t>
                          </a:r>
                          <a:endParaRPr lang="en-US" altLang="ja-JP" sz="180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𝑔</m:t>
                                    </m:r>
                                  </m:e>
                                  <m:sub>
                                    <m:r>
                                      <a:rPr kumimoji="1" lang="ja-JP" altLang="en-US" sz="1800" i="1" dirty="0">
                                        <a:solidFill>
                                          <a:schemeClr val="tx1"/>
                                        </a:solidFill>
                                        <a:latin typeface="Cambria Math" panose="02040503050406030204" pitchFamily="18" charset="0"/>
                                      </a:rPr>
                                      <m:t>𝑟</m:t>
                                    </m:r>
                                  </m:sub>
                                </m:sSub>
                                <m:r>
                                  <a:rPr kumimoji="1" lang="ja-JP" altLang="en-US" sz="1800" i="0" dirty="0">
                                    <a:solidFill>
                                      <a:schemeClr val="tx1"/>
                                    </a:solidFill>
                                    <a:latin typeface="Cambria Math" panose="02040503050406030204" pitchFamily="18" charset="0"/>
                                  </a:rPr>
                                  <m:t>=</m:t>
                                </m:r>
                                <m:sSub>
                                  <m:sSubPr>
                                    <m:ctrlPr>
                                      <a:rPr kumimoji="1" lang="ja-JP" altLang="en-US" sz="1800" i="1" dirty="0">
                                        <a:solidFill>
                                          <a:schemeClr val="tx1"/>
                                        </a:solidFill>
                                        <a:latin typeface="Cambria Math" panose="02040503050406030204" pitchFamily="18" charset="0"/>
                                      </a:rPr>
                                    </m:ctrlPr>
                                  </m:sSubPr>
                                  <m:e>
                                    <m:r>
                                      <m:rPr>
                                        <m:sty m:val="p"/>
                                      </m:rPr>
                                      <a:rPr kumimoji="1" lang="ja-JP" altLang="en-US" sz="1800" i="0" dirty="0">
                                        <a:solidFill>
                                          <a:schemeClr val="tx1"/>
                                        </a:solidFill>
                                        <a:latin typeface="Cambria Math" panose="02040503050406030204" pitchFamily="18" charset="0"/>
                                      </a:rPr>
                                      <m:t>∇</m:t>
                                    </m:r>
                                  </m:e>
                                  <m:sub>
                                    <m:sSub>
                                      <m:sSubPr>
                                        <m:ctrlPr>
                                          <a:rPr kumimoji="1" lang="ja-JP" altLang="en-US" sz="1800" i="1" dirty="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sub>
                                </m:sSub>
                                <m:sSubSup>
                                  <m:sSubSupPr>
                                    <m:ctrlPr>
                                      <a:rPr kumimoji="1" lang="ja-JP" altLang="en-US" sz="1800" b="0" i="1" dirty="0">
                                        <a:solidFill>
                                          <a:schemeClr val="tx1"/>
                                        </a:solidFill>
                                        <a:latin typeface="Cambria Math" panose="02040503050406030204" pitchFamily="18" charset="0"/>
                                      </a:rPr>
                                    </m:ctrlPr>
                                  </m:sSubSupPr>
                                  <m:e>
                                    <m:r>
                                      <a:rPr kumimoji="1" lang="ja-JP" altLang="en-US" sz="1800" b="0" i="0" dirty="0">
                                        <a:solidFill>
                                          <a:schemeClr val="tx1"/>
                                        </a:solidFill>
                                        <a:latin typeface="Cambria Math" panose="02040503050406030204" pitchFamily="18" charset="0"/>
                                      </a:rPr>
                                      <m:t>ℒ</m:t>
                                    </m:r>
                                  </m:e>
                                  <m:sub>
                                    <m:r>
                                      <a:rPr kumimoji="1" lang="en-US" altLang="ja-JP" sz="1800" b="0" i="1" dirty="0" smtClean="0">
                                        <a:solidFill>
                                          <a:schemeClr val="tx1"/>
                                        </a:solidFill>
                                        <a:latin typeface="Cambria Math" panose="02040503050406030204" pitchFamily="18" charset="0"/>
                                      </a:rPr>
                                      <m:t>𝑝𝑟𝑒𝑑</m:t>
                                    </m:r>
                                  </m:sub>
                                  <m:sup>
                                    <m:d>
                                      <m:dPr>
                                        <m:ctrlPr>
                                          <a:rPr kumimoji="1" lang="ja-JP" altLang="en-US" sz="1800" b="0" i="1" dirty="0">
                                            <a:solidFill>
                                              <a:schemeClr val="tx1"/>
                                            </a:solidFill>
                                            <a:latin typeface="Cambria Math" panose="02040503050406030204" pitchFamily="18" charset="0"/>
                                          </a:rPr>
                                        </m:ctrlPr>
                                      </m:dPr>
                                      <m:e>
                                        <m:r>
                                          <a:rPr kumimoji="1" lang="ja-JP" altLang="en-US" sz="1800" b="0" i="1" dirty="0">
                                            <a:solidFill>
                                              <a:schemeClr val="tx1"/>
                                            </a:solidFill>
                                            <a:latin typeface="Cambria Math" panose="02040503050406030204" pitchFamily="18" charset="0"/>
                                          </a:rPr>
                                          <m:t>𝑟</m:t>
                                        </m:r>
                                      </m:e>
                                    </m:d>
                                  </m:sup>
                                </m:sSubSup>
                              </m:oMath>
                            </m:oMathPara>
                          </a14:m>
                          <a:endParaRPr kumimoji="1" lang="en-US" altLang="ja-JP" sz="180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d>
                                  <m:dPr>
                                    <m:begChr m:val="{"/>
                                    <m:endChr m:val="}"/>
                                    <m:ctrlPr>
                                      <a:rPr kumimoji="1" lang="en-US" altLang="ja-JP" sz="1800" b="0" i="1" dirty="0" smtClean="0">
                                        <a:solidFill>
                                          <a:schemeClr val="tx1"/>
                                        </a:solidFill>
                                        <a:latin typeface="Cambria Math" panose="02040503050406030204" pitchFamily="18" charset="0"/>
                                      </a:rPr>
                                    </m:ctrlPr>
                                  </m:dPr>
                                  <m:e>
                                    <m:sSub>
                                      <m:sSubPr>
                                        <m:ctrlPr>
                                          <a:rPr kumimoji="1" lang="en-US" altLang="ja-JP" sz="1800" b="0" i="1" dirty="0" smtClean="0">
                                            <a:solidFill>
                                              <a:schemeClr val="tx1"/>
                                            </a:solidFill>
                                            <a:latin typeface="Cambria Math" panose="02040503050406030204" pitchFamily="18" charset="0"/>
                                          </a:rPr>
                                        </m:ctrlPr>
                                      </m:sSubPr>
                                      <m:e>
                                        <m:r>
                                          <a:rPr kumimoji="1" lang="ja-JP" altLang="en-US" sz="1800" b="0" i="1" dirty="0" smtClean="0">
                                            <a:solidFill>
                                              <a:schemeClr val="tx1"/>
                                            </a:solidFill>
                                            <a:latin typeface="Cambria Math" panose="02040503050406030204" pitchFamily="18" charset="0"/>
                                          </a:rPr>
                                          <m:t>𝜙</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sSub>
                                      <m:sSubPr>
                                        <m:ctrlPr>
                                          <a:rPr kumimoji="1" lang="en-US" altLang="ja-JP" sz="1800" b="0" i="1" dirty="0" smtClean="0">
                                            <a:solidFill>
                                              <a:schemeClr val="tx1"/>
                                            </a:solidFill>
                                            <a:latin typeface="Cambria Math" panose="02040503050406030204" pitchFamily="18" charset="0"/>
                                          </a:rPr>
                                        </m:ctrlPr>
                                      </m:sSubPr>
                                      <m:e>
                                        <m:r>
                                          <a:rPr kumimoji="1" lang="en-US" altLang="ja-JP" sz="1800" b="0" i="1" dirty="0" smtClean="0">
                                            <a:solidFill>
                                              <a:schemeClr val="tx1"/>
                                            </a:solidFill>
                                            <a:latin typeface="Cambria Math" panose="02040503050406030204" pitchFamily="18" charset="0"/>
                                          </a:rPr>
                                          <m:t>𝑤</m:t>
                                        </m:r>
                                      </m:e>
                                      <m:sub>
                                        <m:r>
                                          <a:rPr kumimoji="1" lang="en-US" altLang="ja-JP" sz="1800" b="0" i="1" dirty="0" smtClean="0">
                                            <a:solidFill>
                                              <a:schemeClr val="tx1"/>
                                            </a:solidFill>
                                            <a:latin typeface="Cambria Math" panose="02040503050406030204" pitchFamily="18" charset="0"/>
                                          </a:rPr>
                                          <m:t>𝑏𝑎𝑠𝑒</m:t>
                                        </m:r>
                                      </m:sub>
                                    </m:sSub>
                                  </m:e>
                                </m:d>
                              </m:oMath>
                            </m:oMathPara>
                          </a14:m>
                          <a:endParaRPr kumimoji="1" lang="en-US" altLang="ja-JP" sz="1800" b="0">
                            <a:solidFill>
                              <a:schemeClr val="tx1"/>
                            </a:solidFill>
                          </a:endParaRPr>
                        </a:p>
                        <a:p>
                          <a:pPr marL="0" indent="0">
                            <a:buNone/>
                          </a:pPr>
                          <a:endParaRPr lang="en-US" altLang="ja-JP" sz="1800">
                            <a:solidFill>
                              <a:schemeClr val="tx1"/>
                            </a:solidFill>
                          </a:endParaRPr>
                        </a:p>
                        <a:p>
                          <a:r>
                            <a:rPr lang="ja-JP" altLang="ja-JP" b="1">
                              <a:solidFill>
                                <a:schemeClr val="tx1"/>
                              </a:solidFill>
                            </a:rPr>
                            <a:t>入力</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ja-JP" b="0">
                              <a:solidFill>
                                <a:schemeClr val="tx1"/>
                              </a:solidFill>
                            </a:rPr>
                            <a:t>予測整合損失 </a:t>
                          </a:r>
                          <a14:m>
                            <m:oMath xmlns:m="http://schemas.openxmlformats.org/officeDocument/2006/math">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𝐿</m:t>
                                  </m:r>
                                </m:e>
                                <m:sub>
                                  <m:r>
                                    <m:rPr>
                                      <m:sty m:val="p"/>
                                    </m:rPr>
                                    <a:rPr kumimoji="1" lang="en-US" altLang="ja-JP" sz="1800" b="0" i="0" kern="1200">
                                      <a:solidFill>
                                        <a:schemeClr val="tx1"/>
                                      </a:solidFill>
                                      <a:latin typeface="Cambria Math" panose="02040503050406030204" pitchFamily="18" charset="0"/>
                                      <a:ea typeface="+mn-ea"/>
                                      <a:cs typeface="+mn-cs"/>
                                    </a:rPr>
                                    <m:t>pred</m:t>
                                  </m:r>
                                </m:sub>
                                <m:sup>
                                  <m:d>
                                    <m:dPr>
                                      <m:ctrlPr>
                                        <a:rPr kumimoji="1" lang="ja-JP" altLang="en-US" sz="1800" b="0" i="1" kern="1200">
                                          <a:solidFill>
                                            <a:schemeClr val="tx1"/>
                                          </a:solidFill>
                                          <a:latin typeface="Cambria Math" panose="02040503050406030204" pitchFamily="18" charset="0"/>
                                          <a:ea typeface="+mn-ea"/>
                                          <a:cs typeface="+mn-cs"/>
                                        </a:rPr>
                                      </m:ctrlPr>
                                    </m:dPr>
                                    <m:e>
                                      <m:r>
                                        <a:rPr kumimoji="1" lang="ja-JP" altLang="en-US" sz="1800" b="0" i="1" kern="1200">
                                          <a:solidFill>
                                            <a:schemeClr val="tx1"/>
                                          </a:solidFill>
                                          <a:latin typeface="Cambria Math" panose="02040503050406030204" pitchFamily="18" charset="0"/>
                                          <a:ea typeface="+mn-ea"/>
                                          <a:cs typeface="+mn-cs"/>
                                        </a:rPr>
                                        <m:t>𝑟</m:t>
                                      </m:r>
                                    </m:e>
                                  </m:d>
                                </m:sup>
                              </m:sSubSup>
                            </m:oMath>
                          </a14:m>
                          <a:endParaRPr lang="ja-JP" altLang="ja-JP" b="0">
                            <a:solidFill>
                              <a:schemeClr val="tx1"/>
                            </a:solidFill>
                          </a:endParaRPr>
                        </a:p>
                        <a:p>
                          <a:pPr marL="285750" indent="-285750">
                            <a:buFont typeface="Arial" panose="020B0604020202020204" pitchFamily="34" charset="0"/>
                            <a:buChar char="•"/>
                          </a:pPr>
                          <a:r>
                            <a:rPr lang="ja-JP" altLang="ja-JP" b="0">
                              <a:solidFill>
                                <a:schemeClr val="tx1"/>
                              </a:solidFill>
                            </a:rPr>
                            <a:t>更新前基盤LoRA </a:t>
                          </a:r>
                          <a14:m>
                            <m:oMath xmlns:m="http://schemas.openxmlformats.org/officeDocument/2006/math">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𝜙</m:t>
                                  </m:r>
                                </m:e>
                                <m:sub>
                                  <m:r>
                                    <m:rPr>
                                      <m:sty m:val="p"/>
                                    </m:rPr>
                                    <a:rPr kumimoji="1" lang="en-US" altLang="ja-JP" sz="1800" b="0" i="0" kern="1200">
                                      <a:solidFill>
                                        <a:schemeClr val="tx1"/>
                                      </a:solidFill>
                                      <a:latin typeface="Cambria Math" panose="02040503050406030204" pitchFamily="18" charset="0"/>
                                      <a:ea typeface="+mn-ea"/>
                                      <a:cs typeface="+mn-cs"/>
                                    </a:rPr>
                                    <m:t>base</m:t>
                                  </m:r>
                                </m:sub>
                                <m:sup>
                                  <m:d>
                                    <m:dPr>
                                      <m:ctrlPr>
                                        <a:rPr kumimoji="1" lang="ja-JP" altLang="en-US" sz="1800" b="0" i="1" kern="1200">
                                          <a:solidFill>
                                            <a:schemeClr val="tx1"/>
                                          </a:solidFill>
                                          <a:latin typeface="Cambria Math" panose="02040503050406030204" pitchFamily="18" charset="0"/>
                                          <a:ea typeface="+mn-ea"/>
                                          <a:cs typeface="+mn-cs"/>
                                        </a:rPr>
                                      </m:ctrlPr>
                                    </m:dPr>
                                    <m:e>
                                      <m:r>
                                        <a:rPr kumimoji="1" lang="ja-JP" altLang="en-US" sz="1800" b="0" i="1" kern="1200">
                                          <a:solidFill>
                                            <a:schemeClr val="tx1"/>
                                          </a:solidFill>
                                          <a:latin typeface="Cambria Math" panose="02040503050406030204" pitchFamily="18" charset="0"/>
                                          <a:ea typeface="+mn-ea"/>
                                          <a:cs typeface="+mn-cs"/>
                                        </a:rPr>
                                        <m:t>𝑟</m:t>
                                      </m:r>
                                    </m:e>
                                  </m:d>
                                </m:sup>
                              </m:sSubSup>
                            </m:oMath>
                          </a14:m>
                          <a:endParaRPr lang="ja-JP" altLang="ja-JP" b="0">
                            <a:solidFill>
                              <a:schemeClr val="tx1"/>
                            </a:solidFill>
                          </a:endParaRPr>
                        </a:p>
                        <a:p>
                          <a:pPr marL="285750" indent="-285750">
                            <a:buFont typeface="Arial" panose="020B0604020202020204" pitchFamily="34" charset="0"/>
                            <a:buChar char="•"/>
                          </a:pPr>
                          <a:r>
                            <a:rPr lang="ja-JP" altLang="ja-JP" b="0">
                              <a:solidFill>
                                <a:schemeClr val="tx1"/>
                              </a:solidFill>
                            </a:rPr>
                            <a:t>更新前分類ヘッド </a:t>
                          </a:r>
                          <a14:m>
                            <m:oMath xmlns:m="http://schemas.openxmlformats.org/officeDocument/2006/math">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en-US" altLang="ja-JP" sz="1800" b="0" i="1" kern="1200" smtClean="0">
                                      <a:solidFill>
                                        <a:schemeClr val="tx1"/>
                                      </a:solidFill>
                                      <a:latin typeface="Cambria Math" panose="02040503050406030204" pitchFamily="18" charset="0"/>
                                      <a:ea typeface="+mn-ea"/>
                                      <a:cs typeface="+mn-cs"/>
                                    </a:rPr>
                                    <m:t>𝑤</m:t>
                                  </m:r>
                                </m:e>
                                <m:sub>
                                  <m:r>
                                    <m:rPr>
                                      <m:sty m:val="p"/>
                                    </m:rPr>
                                    <a:rPr kumimoji="1" lang="en-US" altLang="ja-JP" sz="1800" b="0" i="0" kern="1200">
                                      <a:solidFill>
                                        <a:schemeClr val="tx1"/>
                                      </a:solidFill>
                                      <a:latin typeface="Cambria Math" panose="02040503050406030204" pitchFamily="18" charset="0"/>
                                      <a:ea typeface="+mn-ea"/>
                                      <a:cs typeface="+mn-cs"/>
                                    </a:rPr>
                                    <m:t>base</m:t>
                                  </m:r>
                                </m:sub>
                                <m:sup>
                                  <m:d>
                                    <m:dPr>
                                      <m:ctrlPr>
                                        <a:rPr kumimoji="1" lang="ja-JP" altLang="en-US" sz="1800" b="0" i="1" kern="1200">
                                          <a:solidFill>
                                            <a:schemeClr val="tx1"/>
                                          </a:solidFill>
                                          <a:latin typeface="Cambria Math" panose="02040503050406030204" pitchFamily="18" charset="0"/>
                                          <a:ea typeface="+mn-ea"/>
                                          <a:cs typeface="+mn-cs"/>
                                        </a:rPr>
                                      </m:ctrlPr>
                                    </m:dPr>
                                    <m:e>
                                      <m:r>
                                        <a:rPr kumimoji="1" lang="ja-JP" altLang="en-US" sz="1800" b="0" i="1" kern="1200">
                                          <a:solidFill>
                                            <a:schemeClr val="tx1"/>
                                          </a:solidFill>
                                          <a:latin typeface="Cambria Math" panose="02040503050406030204" pitchFamily="18" charset="0"/>
                                          <a:ea typeface="+mn-ea"/>
                                          <a:cs typeface="+mn-cs"/>
                                        </a:rPr>
                                        <m:t>𝑟</m:t>
                                      </m:r>
                                    </m:e>
                                  </m:d>
                                </m:sup>
                              </m:sSubSup>
                            </m:oMath>
                          </a14:m>
                          <a:endParaRPr lang="en-US" altLang="ja-JP" b="0">
                            <a:solidFill>
                              <a:schemeClr val="tx1"/>
                            </a:solidFill>
                          </a:endParaRPr>
                        </a:p>
                        <a:p>
                          <a:r>
                            <a:rPr lang="ja-JP" altLang="ja-JP" b="1">
                              <a:solidFill>
                                <a:schemeClr val="tx1"/>
                              </a:solidFill>
                            </a:rPr>
                            <a:t>処理</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ja-JP" b="0">
                              <a:solidFill>
                                <a:schemeClr val="tx1"/>
                              </a:solidFill>
                            </a:rPr>
                            <a:t>集約teacher分布 </a:t>
                          </a: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𝑞</m:t>
                                  </m:r>
                                </m:e>
                                <m:sub>
                                  <m:r>
                                    <m:rPr>
                                      <m:sty m:val="p"/>
                                    </m:rPr>
                                    <a:rPr kumimoji="1" lang="en-US" altLang="ja-JP" sz="1800" b="0" i="0" kern="1200">
                                      <a:solidFill>
                                        <a:schemeClr val="tx1"/>
                                      </a:solidFill>
                                      <a:latin typeface="Cambria Math" panose="02040503050406030204" pitchFamily="18" charset="0"/>
                                      <a:ea typeface="+mn-ea"/>
                                      <a:cs typeface="+mn-cs"/>
                                    </a:rPr>
                                    <m:t>agg</m:t>
                                  </m:r>
                                </m:sub>
                              </m:sSub>
                            </m:oMath>
                          </a14:m>
                          <a:r>
                            <a:rPr lang="ja-JP" altLang="ja-JP" b="0">
                              <a:solidFill>
                                <a:schemeClr val="tx1"/>
                              </a:solidFill>
                            </a:rPr>
                            <a:t>を固定 </a:t>
                          </a:r>
                        </a:p>
                        <a:p>
                          <a:pPr marL="285750" indent="-285750">
                            <a:buFont typeface="Arial" panose="020B0604020202020204" pitchFamily="34" charset="0"/>
                            <a:buChar char="•"/>
                          </a:pP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𝐿</m:t>
                                  </m:r>
                                </m:e>
                                <m:sub>
                                  <m:r>
                                    <m:rPr>
                                      <m:sty m:val="p"/>
                                    </m:rPr>
                                    <a:rPr kumimoji="1" lang="en-US" altLang="ja-JP" sz="1800" b="0" i="0" kern="1200">
                                      <a:solidFill>
                                        <a:schemeClr val="tx1"/>
                                      </a:solidFill>
                                      <a:latin typeface="Cambria Math" panose="02040503050406030204" pitchFamily="18" charset="0"/>
                                      <a:ea typeface="+mn-ea"/>
                                      <a:cs typeface="+mn-cs"/>
                                    </a:rPr>
                                    <m:t>pred</m:t>
                                  </m:r>
                                </m:sub>
                              </m:sSub>
                            </m:oMath>
                          </a14:m>
                          <a:r>
                            <a:rPr lang="ja-JP" altLang="ja-JP" b="0">
                              <a:solidFill>
                                <a:schemeClr val="tx1"/>
                              </a:solidFill>
                            </a:rPr>
                            <a:t>を基盤LoRAと分類ヘッドについて逆伝播 </a:t>
                          </a:r>
                        </a:p>
                        <a:p>
                          <a:pPr marL="285750" indent="-285750">
                            <a:buFont typeface="Arial" panose="020B0604020202020204" pitchFamily="34" charset="0"/>
                            <a:buChar char="•"/>
                          </a:pPr>
                          <a:r>
                            <a:rPr lang="ja-JP" altLang="ja-JP" b="0">
                              <a:solidFill>
                                <a:schemeClr val="tx1"/>
                              </a:solidFill>
                            </a:rPr>
                            <a:t>各更新対象に対する勾配を計算</a:t>
                          </a:r>
                          <a:endParaRPr lang="ja-JP"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a:solidFill>
                                <a:schemeClr val="tx1"/>
                              </a:solidFill>
                            </a:rPr>
                            <a:t>出力</a:t>
                          </a:r>
                          <a:r>
                            <a:rPr lang="ja-JP" altLang="en-US" sz="1800">
                              <a:solidFill>
                                <a:schemeClr val="tx1"/>
                              </a:solidFill>
                            </a:rPr>
                            <a:t>：</a:t>
                          </a:r>
                          <a:endParaRPr lang="ja-JP" altLang="ja-JP">
                            <a:solidFill>
                              <a:schemeClr val="tx1"/>
                            </a:solidFill>
                          </a:endParaRPr>
                        </a:p>
                        <a:p>
                          <a:r>
                            <a:rPr lang="ja-JP" altLang="ja-JP" b="0">
                              <a:solidFill>
                                <a:schemeClr val="tx1"/>
                              </a:solidFill>
                            </a:rPr>
                            <a:t>基盤LoRAの勾配</a:t>
                          </a:r>
                          <a:r>
                            <a:rPr lang="ja-JP" altLang="en-US" b="0">
                              <a:solidFill>
                                <a:schemeClr val="tx1"/>
                              </a:solidFill>
                            </a:rPr>
                            <a:t>＋</a:t>
                          </a:r>
                          <a:r>
                            <a:rPr lang="ja-JP" altLang="ja-JP" b="0">
                              <a:solidFill>
                                <a:schemeClr val="tx1"/>
                              </a:solidFill>
                            </a:rPr>
                            <a:t>分類ヘッドの勾配  </a:t>
                          </a:r>
                          <a14:m>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𝑔</m:t>
                                  </m:r>
                                </m:e>
                                <m:sub>
                                  <m:r>
                                    <a:rPr kumimoji="1" lang="ja-JP" altLang="en-US" sz="1800" i="1" dirty="0">
                                      <a:solidFill>
                                        <a:schemeClr val="tx1"/>
                                      </a:solidFill>
                                      <a:latin typeface="Cambria Math" panose="02040503050406030204" pitchFamily="18" charset="0"/>
                                    </a:rPr>
                                    <m:t>𝑟</m:t>
                                  </m:r>
                                </m:sub>
                              </m:sSub>
                              <m:r>
                                <a:rPr kumimoji="1" lang="en-US" altLang="ja-JP" sz="1800" b="1" i="1" dirty="0" smtClean="0">
                                  <a:solidFill>
                                    <a:schemeClr val="tx1"/>
                                  </a:solidFill>
                                  <a:latin typeface="Cambria Math" panose="02040503050406030204" pitchFamily="18" charset="0"/>
                                </a:rPr>
                                <m:t>={</m:t>
                              </m:r>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𝑔</m:t>
                                  </m:r>
                                </m:e>
                                <m:sub>
                                  <m:r>
                                    <a:rPr kumimoji="1" lang="ja-JP" altLang="en-US" sz="1800" b="0" i="1" kern="1200">
                                      <a:solidFill>
                                        <a:schemeClr val="tx1"/>
                                      </a:solidFill>
                                      <a:latin typeface="Cambria Math" panose="02040503050406030204" pitchFamily="18" charset="0"/>
                                      <a:ea typeface="+mn-ea"/>
                                      <a:cs typeface="+mn-cs"/>
                                    </a:rPr>
                                    <m:t>𝜙</m:t>
                                  </m:r>
                                </m:sub>
                                <m:sup>
                                  <m:d>
                                    <m:dPr>
                                      <m:ctrlPr>
                                        <a:rPr kumimoji="1" lang="ja-JP" altLang="en-US" sz="1800" b="0" i="1" kern="1200">
                                          <a:solidFill>
                                            <a:schemeClr val="tx1"/>
                                          </a:solidFill>
                                          <a:latin typeface="Cambria Math" panose="02040503050406030204" pitchFamily="18" charset="0"/>
                                          <a:ea typeface="+mn-ea"/>
                                          <a:cs typeface="+mn-cs"/>
                                        </a:rPr>
                                      </m:ctrlPr>
                                    </m:dPr>
                                    <m:e>
                                      <m:r>
                                        <a:rPr kumimoji="1" lang="ja-JP" altLang="en-US" sz="1800" b="0" i="1" kern="1200">
                                          <a:solidFill>
                                            <a:schemeClr val="tx1"/>
                                          </a:solidFill>
                                          <a:latin typeface="Cambria Math" panose="02040503050406030204" pitchFamily="18" charset="0"/>
                                          <a:ea typeface="+mn-ea"/>
                                          <a:cs typeface="+mn-cs"/>
                                        </a:rPr>
                                        <m:t>𝑟</m:t>
                                      </m:r>
                                    </m:e>
                                  </m:d>
                                </m:sup>
                              </m:sSubSup>
                              <m:r>
                                <a:rPr kumimoji="1" lang="en-US" altLang="ja-JP" sz="1800" b="0" i="1" kern="1200" smtClean="0">
                                  <a:solidFill>
                                    <a:schemeClr val="tx1"/>
                                  </a:solidFill>
                                  <a:latin typeface="Cambria Math" panose="02040503050406030204" pitchFamily="18" charset="0"/>
                                  <a:ea typeface="+mn-ea"/>
                                  <a:cs typeface="+mn-cs"/>
                                </a:rPr>
                                <m:t>,</m:t>
                              </m:r>
                              <m:sSubSup>
                                <m:sSubSupPr>
                                  <m:ctrlPr>
                                    <a:rPr kumimoji="1" lang="ja-JP" altLang="en-US" sz="1800" b="0" i="1" kern="1200" smtClean="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𝑔</m:t>
                                  </m:r>
                                </m:e>
                                <m:sub>
                                  <m:r>
                                    <a:rPr kumimoji="1" lang="en-US" altLang="ja-JP" sz="1800" b="0" i="1" kern="1200" smtClean="0">
                                      <a:solidFill>
                                        <a:schemeClr val="tx1"/>
                                      </a:solidFill>
                                      <a:latin typeface="Cambria Math" panose="02040503050406030204" pitchFamily="18" charset="0"/>
                                      <a:ea typeface="+mn-ea"/>
                                      <a:cs typeface="+mn-cs"/>
                                    </a:rPr>
                                    <m:t>𝑤</m:t>
                                  </m:r>
                                </m:sub>
                                <m:sup>
                                  <m:d>
                                    <m:dPr>
                                      <m:ctrlPr>
                                        <a:rPr kumimoji="1" lang="ja-JP" altLang="en-US" sz="1800" b="0" i="1" kern="1200">
                                          <a:solidFill>
                                            <a:schemeClr val="tx1"/>
                                          </a:solidFill>
                                          <a:latin typeface="Cambria Math" panose="02040503050406030204" pitchFamily="18" charset="0"/>
                                          <a:ea typeface="+mn-ea"/>
                                          <a:cs typeface="+mn-cs"/>
                                        </a:rPr>
                                      </m:ctrlPr>
                                    </m:dPr>
                                    <m:e>
                                      <m:r>
                                        <a:rPr kumimoji="1" lang="ja-JP" altLang="en-US" sz="1800" b="0" i="1" kern="1200">
                                          <a:solidFill>
                                            <a:schemeClr val="tx1"/>
                                          </a:solidFill>
                                          <a:latin typeface="Cambria Math" panose="02040503050406030204" pitchFamily="18" charset="0"/>
                                          <a:ea typeface="+mn-ea"/>
                                          <a:cs typeface="+mn-cs"/>
                                        </a:rPr>
                                        <m:t>𝑟</m:t>
                                      </m:r>
                                    </m:e>
                                  </m:d>
                                </m:sup>
                              </m:sSubSup>
                              <m:r>
                                <a:rPr kumimoji="1" lang="en-US" altLang="ja-JP" sz="1800" b="0" i="1" kern="1200" smtClean="0">
                                  <a:solidFill>
                                    <a:schemeClr val="tx1"/>
                                  </a:solidFill>
                                  <a:latin typeface="Cambria Math" panose="02040503050406030204" pitchFamily="18" charset="0"/>
                                  <a:ea typeface="+mn-ea"/>
                                  <a:cs typeface="+mn-cs"/>
                                </a:rPr>
                                <m:t>}</m:t>
                              </m:r>
                            </m:oMath>
                          </a14:m>
                          <a:endParaRPr lang="ja-JP" altLang="ja-JP" b="0">
                            <a:solidFill>
                              <a:schemeClr val="tx1"/>
                            </a:solidFill>
                          </a:endParaRPr>
                        </a:p>
                        <a:p>
                          <a:r>
                            <a:rPr lang="ja-JP" altLang="ja-JP" b="1">
                              <a:solidFill>
                                <a:schemeClr val="tx1"/>
                              </a:solidFill>
                            </a:rPr>
                            <a:t>微分対象</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ja-JP" b="0">
                              <a:solidFill>
                                <a:schemeClr val="tx1"/>
                              </a:solidFill>
                            </a:rPr>
                            <a:t>基盤LoRA </a:t>
                          </a:r>
                        </a:p>
                        <a:p>
                          <a:pPr marL="285750" indent="-285750">
                            <a:buFont typeface="Arial" panose="020B0604020202020204" pitchFamily="34" charset="0"/>
                            <a:buChar char="•"/>
                          </a:pPr>
                          <a:r>
                            <a:rPr lang="ja-JP" altLang="ja-JP" b="0">
                              <a:solidFill>
                                <a:schemeClr val="tx1"/>
                              </a:solidFill>
                            </a:rPr>
                            <a:t>分類ヘッド</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800">
                            <a:solidFill>
                              <a:schemeClr val="tx1"/>
                            </a:solidFill>
                          </a:endParaRPr>
                        </a:p>
                        <a:p>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Choice>
        <mc:Fallback>
          <p:graphicFrame>
            <p:nvGraphicFramePr>
              <p:cNvPr id="9" name="表 8">
                <a:extLst>
                  <a:ext uri="{FF2B5EF4-FFF2-40B4-BE49-F238E27FC236}">
                    <a16:creationId xmlns:a16="http://schemas.microsoft.com/office/drawing/2014/main" id="{FCD5C43C-F059-B48B-99E9-28818BAD7B47}"/>
                  </a:ext>
                </a:extLst>
              </p:cNvPr>
              <p:cNvGraphicFramePr>
                <a:graphicFrameLocks noGrp="1"/>
              </p:cNvGraphicFramePr>
              <p:nvPr>
                <p:extLst>
                  <p:ext uri="{D42A27DB-BD31-4B8C-83A1-F6EECF244321}">
                    <p14:modId xmlns:p14="http://schemas.microsoft.com/office/powerpoint/2010/main" val="3992950165"/>
                  </p:ext>
                </p:extLst>
              </p:nvPr>
            </p:nvGraphicFramePr>
            <p:xfrm>
              <a:off x="70256" y="745418"/>
              <a:ext cx="5964784" cy="5811012"/>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5811012">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2" t="-839" r="-306" b="-210"/>
                          </a:stretch>
                        </a:blipFill>
                      </a:tcPr>
                    </a:tc>
                    <a:extLst>
                      <a:ext uri="{0D108BD9-81ED-4DB2-BD59-A6C34878D82A}">
                        <a16:rowId xmlns:a16="http://schemas.microsoft.com/office/drawing/2014/main" val="5696878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1" name="表 10">
                <a:extLst>
                  <a:ext uri="{FF2B5EF4-FFF2-40B4-BE49-F238E27FC236}">
                    <a16:creationId xmlns:a16="http://schemas.microsoft.com/office/drawing/2014/main" id="{31DAF684-6CF2-626F-AB57-1D5B7E68E852}"/>
                  </a:ext>
                </a:extLst>
              </p:cNvPr>
              <p:cNvGraphicFramePr>
                <a:graphicFrameLocks noGrp="1"/>
              </p:cNvGraphicFramePr>
              <p:nvPr>
                <p:extLst>
                  <p:ext uri="{D42A27DB-BD31-4B8C-83A1-F6EECF244321}">
                    <p14:modId xmlns:p14="http://schemas.microsoft.com/office/powerpoint/2010/main" val="3090217173"/>
                  </p:ext>
                </p:extLst>
              </p:nvPr>
            </p:nvGraphicFramePr>
            <p:xfrm>
              <a:off x="6156962" y="745418"/>
              <a:ext cx="5964784" cy="3887597"/>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en-US" altLang="ja-JP" sz="1800">
                              <a:solidFill>
                                <a:schemeClr val="tx1"/>
                              </a:solidFill>
                            </a:rPr>
                            <a:t>optimizer</a:t>
                          </a:r>
                          <a:r>
                            <a:rPr lang="ja-JP" altLang="en-US" sz="1800">
                              <a:solidFill>
                                <a:schemeClr val="tx1"/>
                              </a:solidFill>
                            </a:rPr>
                            <a:t>で基盤</a:t>
                          </a:r>
                          <a:r>
                            <a:rPr lang="en-US" altLang="ja-JP" sz="1800" err="1">
                              <a:solidFill>
                                <a:schemeClr val="tx1"/>
                              </a:solidFill>
                            </a:rPr>
                            <a:t>LoRA</a:t>
                          </a:r>
                          <a:r>
                            <a:rPr lang="ja-JP" altLang="en-US" sz="1800">
                              <a:solidFill>
                                <a:schemeClr val="tx1"/>
                              </a:solidFill>
                            </a:rPr>
                            <a:t>を更新</a:t>
                          </a:r>
                          <a:endParaRPr lang="en-US" altLang="ja-JP" sz="1800" i="1">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Sup>
                                  <m:sSubSupPr>
                                    <m:ctrlPr>
                                      <a:rPr kumimoji="1" lang="ja-JP" altLang="en-US" sz="1800" i="1" dirty="0" smtClean="0">
                                        <a:solidFill>
                                          <a:schemeClr val="tx1"/>
                                        </a:solidFill>
                                        <a:latin typeface="Cambria Math" panose="02040503050406030204" pitchFamily="18" charset="0"/>
                                      </a:rPr>
                                    </m:ctrlPr>
                                  </m:sSubSup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up>
                                    <m:d>
                                      <m:dPr>
                                        <m:ctrlPr>
                                          <a:rPr kumimoji="1" lang="ja-JP" altLang="en-US" sz="1800" b="0" i="1" dirty="0">
                                            <a:solidFill>
                                              <a:schemeClr val="tx1"/>
                                            </a:solidFill>
                                            <a:latin typeface="Cambria Math" panose="02040503050406030204" pitchFamily="18" charset="0"/>
                                          </a:rPr>
                                        </m:ctrlPr>
                                      </m:dPr>
                                      <m:e>
                                        <m:r>
                                          <a:rPr kumimoji="1" lang="ja-JP" altLang="en-US" sz="1800" b="0" i="1" dirty="0">
                                            <a:solidFill>
                                              <a:schemeClr val="tx1"/>
                                            </a:solidFill>
                                            <a:latin typeface="Cambria Math" panose="02040503050406030204" pitchFamily="18" charset="0"/>
                                          </a:rPr>
                                          <m:t>𝑟</m:t>
                                        </m:r>
                                        <m:r>
                                          <a:rPr kumimoji="1" lang="en-US" altLang="ja-JP" sz="1800" b="0" i="1" dirty="0" smtClean="0">
                                            <a:solidFill>
                                              <a:schemeClr val="tx1"/>
                                            </a:solidFill>
                                            <a:latin typeface="Cambria Math" panose="02040503050406030204" pitchFamily="18" charset="0"/>
                                          </a:rPr>
                                          <m:t>+1</m:t>
                                        </m:r>
                                      </m:e>
                                    </m:d>
                                  </m:sup>
                                </m:sSubSup>
                                <m:r>
                                  <a:rPr kumimoji="1" lang="ja-JP" altLang="en-US" sz="1800" b="0" i="0" dirty="0">
                                    <a:solidFill>
                                      <a:schemeClr val="tx1"/>
                                    </a:solidFill>
                                    <a:latin typeface="Cambria Math" panose="02040503050406030204" pitchFamily="18" charset="0"/>
                                  </a:rPr>
                                  <m:t>=</m:t>
                                </m:r>
                                <m:r>
                                  <m:rPr>
                                    <m:sty m:val="p"/>
                                  </m:rPr>
                                  <a:rPr kumimoji="1" lang="ja-JP" altLang="en-US" sz="1800" b="0" i="0" dirty="0">
                                    <a:solidFill>
                                      <a:schemeClr val="tx1"/>
                                    </a:solidFill>
                                    <a:latin typeface="Cambria Math" panose="02040503050406030204" pitchFamily="18" charset="0"/>
                                  </a:rPr>
                                  <m:t>Optimizer</m:t>
                                </m:r>
                                <m:d>
                                  <m:dPr>
                                    <m:ctrlPr>
                                      <a:rPr kumimoji="1" lang="ja-JP" altLang="en-US" sz="1800" b="0" i="1" dirty="0">
                                        <a:solidFill>
                                          <a:schemeClr val="tx1"/>
                                        </a:solidFill>
                                        <a:latin typeface="Cambria Math" panose="02040503050406030204" pitchFamily="18" charset="0"/>
                                      </a:rPr>
                                    </m:ctrlPr>
                                  </m:dPr>
                                  <m:e>
                                    <m:sSubSup>
                                      <m:sSubSupPr>
                                        <m:ctrlPr>
                                          <a:rPr kumimoji="1" lang="ja-JP" altLang="en-US" sz="1800" b="0" i="1" dirty="0" smtClean="0">
                                            <a:solidFill>
                                              <a:schemeClr val="tx1"/>
                                            </a:solidFill>
                                            <a:latin typeface="Cambria Math" panose="02040503050406030204" pitchFamily="18" charset="0"/>
                                          </a:rPr>
                                        </m:ctrlPr>
                                      </m:sSubSupPr>
                                      <m:e>
                                        <m:r>
                                          <a:rPr kumimoji="1" lang="ja-JP" altLang="en-US" sz="1800" b="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up>
                                        <m:d>
                                          <m:dPr>
                                            <m:ctrlPr>
                                              <a:rPr kumimoji="1" lang="ja-JP" altLang="en-US" sz="1800" b="0" i="1" dirty="0">
                                                <a:solidFill>
                                                  <a:schemeClr val="tx1"/>
                                                </a:solidFill>
                                                <a:latin typeface="Cambria Math" panose="02040503050406030204" pitchFamily="18" charset="0"/>
                                              </a:rPr>
                                            </m:ctrlPr>
                                          </m:dPr>
                                          <m:e>
                                            <m:r>
                                              <a:rPr kumimoji="1" lang="ja-JP" altLang="en-US" sz="1800" b="0" i="1" dirty="0">
                                                <a:solidFill>
                                                  <a:schemeClr val="tx1"/>
                                                </a:solidFill>
                                                <a:latin typeface="Cambria Math" panose="02040503050406030204" pitchFamily="18" charset="0"/>
                                              </a:rPr>
                                              <m:t>𝑟</m:t>
                                            </m:r>
                                          </m:e>
                                        </m:d>
                                      </m:sup>
                                    </m:sSubSup>
                                    <m:r>
                                      <a:rPr kumimoji="1" lang="ja-JP" altLang="en-US" sz="1800" b="0" i="0" dirty="0" smtClean="0">
                                        <a:solidFill>
                                          <a:schemeClr val="tx1"/>
                                        </a:solidFill>
                                        <a:latin typeface="Cambria Math" panose="02040503050406030204" pitchFamily="18" charset="0"/>
                                      </a:rPr>
                                      <m:t>,</m:t>
                                    </m:r>
                                    <m:sSub>
                                      <m:sSubPr>
                                        <m:ctrlPr>
                                          <a:rPr kumimoji="1" lang="ja-JP" altLang="en-US" sz="1800" b="0" i="1" dirty="0">
                                            <a:solidFill>
                                              <a:schemeClr val="tx1"/>
                                            </a:solidFill>
                                            <a:latin typeface="Cambria Math" panose="02040503050406030204" pitchFamily="18" charset="0"/>
                                          </a:rPr>
                                        </m:ctrlPr>
                                      </m:sSubPr>
                                      <m:e>
                                        <m:r>
                                          <a:rPr kumimoji="1" lang="ja-JP" altLang="en-US" sz="1800" b="0" i="1" dirty="0">
                                            <a:solidFill>
                                              <a:schemeClr val="tx1"/>
                                            </a:solidFill>
                                            <a:latin typeface="Cambria Math" panose="02040503050406030204" pitchFamily="18" charset="0"/>
                                          </a:rPr>
                                          <m:t>𝑔</m:t>
                                        </m:r>
                                      </m:e>
                                      <m:sub>
                                        <m:r>
                                          <a:rPr kumimoji="1" lang="ja-JP" altLang="en-US" sz="1800" b="0" i="1" dirty="0">
                                            <a:solidFill>
                                              <a:schemeClr val="tx1"/>
                                            </a:solidFill>
                                            <a:latin typeface="Cambria Math" panose="02040503050406030204" pitchFamily="18" charset="0"/>
                                          </a:rPr>
                                          <m:t>𝑟</m:t>
                                        </m:r>
                                      </m:sub>
                                    </m:sSub>
                                  </m:e>
                                </m:d>
                              </m:oMath>
                            </m:oMathPara>
                          </a14:m>
                          <a:endParaRPr lang="en-US" altLang="ja-JP" sz="1800">
                            <a:solidFill>
                              <a:schemeClr val="tx1"/>
                            </a:solidFill>
                          </a:endParaRPr>
                        </a:p>
                        <a:p>
                          <a:r>
                            <a:rPr lang="ja-JP" altLang="ja-JP" sz="1800">
                              <a:solidFill>
                                <a:schemeClr val="tx1"/>
                              </a:solidFill>
                            </a:rPr>
                            <a:t>入力：</a:t>
                          </a:r>
                          <a:endParaRPr lang="en-US" altLang="ja-JP" sz="1800">
                            <a:solidFill>
                              <a:schemeClr val="tx1"/>
                            </a:solidFill>
                          </a:endParaRPr>
                        </a:p>
                        <a:p>
                          <a:pPr marL="285750" indent="-285750">
                            <a:buFont typeface="Arial" panose="020B0604020202020204" pitchFamily="34" charset="0"/>
                            <a:buChar char="•"/>
                          </a:pPr>
                          <a:r>
                            <a:rPr lang="ja-JP" altLang="ja-JP" b="0">
                              <a:solidFill>
                                <a:schemeClr val="tx1"/>
                              </a:solidFill>
                            </a:rPr>
                            <a:t>更新前基盤LoRA </a:t>
                          </a:r>
                          <a:endParaRPr lang="en-US" altLang="ja-JP" b="0">
                            <a:solidFill>
                              <a:schemeClr val="tx1"/>
                            </a:solidFill>
                          </a:endParaRPr>
                        </a:p>
                        <a:p>
                          <a:pPr marL="285750" indent="-285750">
                            <a:buFont typeface="Arial" panose="020B0604020202020204" pitchFamily="34" charset="0"/>
                            <a:buChar char="•"/>
                          </a:pP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smtClean="0">
                                      <a:solidFill>
                                        <a:schemeClr val="tx1"/>
                                      </a:solidFill>
                                      <a:latin typeface="Cambria Math" panose="02040503050406030204" pitchFamily="18" charset="0"/>
                                      <a:ea typeface="+mn-ea"/>
                                      <a:cs typeface="+mn-cs"/>
                                    </a:rPr>
                                    <m:t>𝐿</m:t>
                                  </m:r>
                                </m:e>
                                <m:sub>
                                  <m:r>
                                    <m:rPr>
                                      <m:sty m:val="p"/>
                                    </m:rPr>
                                    <a:rPr kumimoji="1" lang="en-US" altLang="ja-JP" sz="1800" b="0" i="0" kern="1200" smtClean="0">
                                      <a:solidFill>
                                        <a:schemeClr val="tx1"/>
                                      </a:solidFill>
                                      <a:latin typeface="Cambria Math" panose="02040503050406030204" pitchFamily="18" charset="0"/>
                                      <a:ea typeface="+mn-ea"/>
                                      <a:cs typeface="+mn-cs"/>
                                    </a:rPr>
                                    <m:t>pred</m:t>
                                  </m:r>
                                </m:sub>
                              </m:sSub>
                            </m:oMath>
                          </a14:m>
                          <a:r>
                            <a:rPr lang="ja-JP" altLang="ja-JP" b="0">
                              <a:solidFill>
                                <a:schemeClr val="tx1"/>
                              </a:solidFill>
                            </a:rPr>
                            <a:t>から得た勾配</a:t>
                          </a:r>
                          <a:endParaRPr lang="en-US" altLang="ja-JP" b="0">
                            <a:solidFill>
                              <a:schemeClr val="tx1"/>
                            </a:solidFill>
                          </a:endParaRPr>
                        </a:p>
                        <a:p>
                          <a:r>
                            <a:rPr lang="ja-JP" altLang="ja-JP" b="1">
                              <a:solidFill>
                                <a:schemeClr val="tx1"/>
                              </a:solidFill>
                            </a:rPr>
                            <a:t>処理</a:t>
                          </a:r>
                          <a:r>
                            <a:rPr lang="ja-JP" altLang="en-US" b="1">
                              <a:solidFill>
                                <a:schemeClr val="tx1"/>
                              </a:solidFill>
                            </a:rPr>
                            <a:t>：</a:t>
                          </a:r>
                          <a:endParaRPr lang="ja-JP" altLang="ja-JP">
                            <a:solidFill>
                              <a:schemeClr val="tx1"/>
                            </a:solidFill>
                          </a:endParaRPr>
                        </a:p>
                        <a:p>
                          <a:r>
                            <a:rPr lang="ja-JP" altLang="ja-JP" b="0">
                              <a:solidFill>
                                <a:schemeClr val="tx1"/>
                              </a:solidFill>
                            </a:rPr>
                            <a:t>Adam、FedAdam、Yogi、SGDなどでパラメータを更新</a:t>
                          </a:r>
                          <a:endParaRPr lang="en-US" altLang="ja-JP" sz="1800" b="1">
                            <a:solidFill>
                              <a:schemeClr val="tx1"/>
                            </a:solidFill>
                          </a:endParaRPr>
                        </a:p>
                        <a:p>
                          <a:pPr marL="0" indent="0">
                            <a:buFont typeface="Arial" panose="020B0604020202020204" pitchFamily="34" charset="0"/>
                            <a:buNone/>
                          </a:pPr>
                          <a:r>
                            <a:rPr lang="ja-JP" altLang="ja-JP" sz="1800">
                              <a:solidFill>
                                <a:schemeClr val="tx1"/>
                              </a:solidFill>
                            </a:rPr>
                            <a:t>出力：</a:t>
                          </a:r>
                          <a14:m>
                            <m:oMath xmlns:m="http://schemas.openxmlformats.org/officeDocument/2006/math">
                              <m:sSubSup>
                                <m:sSubSupPr>
                                  <m:ctrlPr>
                                    <a:rPr kumimoji="1" lang="ja-JP" altLang="en-US" sz="1800" i="1" dirty="0" smtClean="0">
                                      <a:solidFill>
                                        <a:schemeClr val="tx1"/>
                                      </a:solidFill>
                                      <a:latin typeface="Cambria Math" panose="02040503050406030204" pitchFamily="18" charset="0"/>
                                    </a:rPr>
                                  </m:ctrlPr>
                                </m:sSubSup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up>
                                  <m:d>
                                    <m:dPr>
                                      <m:ctrlPr>
                                        <a:rPr kumimoji="1" lang="ja-JP" altLang="en-US" sz="1800" b="0" i="1" dirty="0">
                                          <a:solidFill>
                                            <a:schemeClr val="tx1"/>
                                          </a:solidFill>
                                          <a:latin typeface="Cambria Math" panose="02040503050406030204" pitchFamily="18" charset="0"/>
                                        </a:rPr>
                                      </m:ctrlPr>
                                    </m:dPr>
                                    <m:e>
                                      <m:r>
                                        <a:rPr kumimoji="1" lang="ja-JP" altLang="en-US" sz="1800" b="0" i="1" dirty="0">
                                          <a:solidFill>
                                            <a:schemeClr val="tx1"/>
                                          </a:solidFill>
                                          <a:latin typeface="Cambria Math" panose="02040503050406030204" pitchFamily="18" charset="0"/>
                                        </a:rPr>
                                        <m:t>𝑟</m:t>
                                      </m:r>
                                      <m:r>
                                        <a:rPr kumimoji="1" lang="en-US" altLang="ja-JP" sz="1800" b="0" i="1" dirty="0" smtClean="0">
                                          <a:solidFill>
                                            <a:schemeClr val="tx1"/>
                                          </a:solidFill>
                                          <a:latin typeface="Cambria Math" panose="02040503050406030204" pitchFamily="18" charset="0"/>
                                        </a:rPr>
                                        <m:t>+1</m:t>
                                      </m:r>
                                    </m:e>
                                  </m:d>
                                </m:sup>
                              </m:sSubSup>
                            </m:oMath>
                          </a14:m>
                          <a:endParaRPr kumimoji="1" lang="en-US" altLang="ja-JP">
                            <a:solidFill>
                              <a:schemeClr val="tx1"/>
                            </a:solidFill>
                          </a:endParaRPr>
                        </a:p>
                        <a:p>
                          <a:r>
                            <a:rPr lang="ja-JP" altLang="ja-JP" b="1">
                              <a:solidFill>
                                <a:schemeClr val="tx1"/>
                              </a:solidFill>
                            </a:rPr>
                            <a:t>更新対象</a:t>
                          </a:r>
                          <a:r>
                            <a:rPr lang="ja-JP" altLang="en-US" b="1">
                              <a:solidFill>
                                <a:schemeClr val="tx1"/>
                              </a:solidFill>
                            </a:rPr>
                            <a:t>：</a:t>
                          </a:r>
                          <a:endParaRPr lang="en-US" altLang="ja-JP" b="0">
                            <a:solidFill>
                              <a:schemeClr val="tx1"/>
                            </a:solidFill>
                          </a:endParaRPr>
                        </a:p>
                        <a:p>
                          <a:pPr marL="285750" indent="-285750">
                            <a:buFont typeface="Arial" panose="020B0604020202020204" pitchFamily="34" charset="0"/>
                            <a:buChar char="•"/>
                          </a:pPr>
                          <a:r>
                            <a:rPr lang="ja-JP" altLang="ja-JP" b="0">
                              <a:solidFill>
                                <a:schemeClr val="tx1"/>
                              </a:solidFill>
                            </a:rPr>
                            <a:t>基盤LoRA </a:t>
                          </a:r>
                          <a:endParaRPr lang="en-US" altLang="ja-JP" b="0">
                            <a:solidFill>
                              <a:schemeClr val="tx1"/>
                            </a:solidFill>
                          </a:endParaRPr>
                        </a:p>
                        <a:p>
                          <a:pPr marL="285750" indent="-285750">
                            <a:buFont typeface="Arial" panose="020B0604020202020204" pitchFamily="34" charset="0"/>
                            <a:buChar char="•"/>
                          </a:pPr>
                          <a:r>
                            <a:rPr lang="ja-JP" altLang="ja-JP" b="0">
                              <a:solidFill>
                                <a:schemeClr val="tx1"/>
                              </a:solidFill>
                            </a:rPr>
                            <a:t>分類ヘッド</a:t>
                          </a:r>
                          <a:endParaRPr lang="en-US" altLang="ja-JP" b="0">
                            <a:solidFill>
                              <a:schemeClr val="tx1"/>
                            </a:solidFill>
                          </a:endParaRPr>
                        </a:p>
                        <a:p>
                          <a:pPr marL="285750" indent="-285750">
                            <a:buFont typeface="Arial" panose="020B0604020202020204" pitchFamily="34" charset="0"/>
                            <a:buChar char="•"/>
                          </a:pPr>
                          <a:r>
                            <a:rPr lang="ja-JP" altLang="ja-JP" b="0">
                              <a:solidFill>
                                <a:schemeClr val="tx1"/>
                              </a:solidFill>
                            </a:rPr>
                            <a:t>optimizer状態</a:t>
                          </a:r>
                        </a:p>
                        <a:p>
                          <a:pPr marL="0" indent="0">
                            <a:buFont typeface="Arial" panose="020B0604020202020204" pitchFamily="34" charset="0"/>
                            <a:buNone/>
                          </a:pP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Choice>
        <mc:Fallback>
          <p:graphicFrame>
            <p:nvGraphicFramePr>
              <p:cNvPr id="11" name="表 10">
                <a:extLst>
                  <a:ext uri="{FF2B5EF4-FFF2-40B4-BE49-F238E27FC236}">
                    <a16:creationId xmlns:a16="http://schemas.microsoft.com/office/drawing/2014/main" id="{31DAF684-6CF2-626F-AB57-1D5B7E68E852}"/>
                  </a:ext>
                </a:extLst>
              </p:cNvPr>
              <p:cNvGraphicFramePr>
                <a:graphicFrameLocks noGrp="1"/>
              </p:cNvGraphicFramePr>
              <p:nvPr>
                <p:extLst>
                  <p:ext uri="{D42A27DB-BD31-4B8C-83A1-F6EECF244321}">
                    <p14:modId xmlns:p14="http://schemas.microsoft.com/office/powerpoint/2010/main" val="3090217173"/>
                  </p:ext>
                </p:extLst>
              </p:nvPr>
            </p:nvGraphicFramePr>
            <p:xfrm>
              <a:off x="6156962" y="745418"/>
              <a:ext cx="5964784" cy="3887597"/>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887597">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4" t="-1252" r="-204" b="-313"/>
                          </a:stretch>
                        </a:blipFill>
                      </a:tcPr>
                    </a:tc>
                    <a:extLst>
                      <a:ext uri="{0D108BD9-81ED-4DB2-BD59-A6C34878D82A}">
                        <a16:rowId xmlns:a16="http://schemas.microsoft.com/office/drawing/2014/main" val="56968783"/>
                      </a:ext>
                    </a:extLst>
                  </a:tr>
                </a:tbl>
              </a:graphicData>
            </a:graphic>
          </p:graphicFrame>
        </mc:Fallback>
      </mc:AlternateContent>
      <mc:AlternateContent xmlns:mc="http://schemas.openxmlformats.org/markup-compatibility/2006">
        <mc:Choice xmlns:a14="http://schemas.microsoft.com/office/drawing/2010/main" Requires="a14">
          <p:sp>
            <p:nvSpPr>
              <p:cNvPr id="7" name="テキスト ボックス 6">
                <a:extLst>
                  <a:ext uri="{FF2B5EF4-FFF2-40B4-BE49-F238E27FC236}">
                    <a16:creationId xmlns:a16="http://schemas.microsoft.com/office/drawing/2014/main" id="{836E7585-7E01-B236-1F0E-9005F0B9CDDE}"/>
                  </a:ext>
                </a:extLst>
              </p:cNvPr>
              <p:cNvSpPr txBox="1"/>
              <p:nvPr/>
            </p:nvSpPr>
            <p:spPr>
              <a:xfrm>
                <a:off x="6192254" y="4979543"/>
                <a:ext cx="5894199" cy="1502014"/>
              </a:xfrm>
              <a:prstGeom prst="rect">
                <a:avLst/>
              </a:prstGeom>
              <a:noFill/>
              <a:ln>
                <a:solidFill>
                  <a:schemeClr val="tx1"/>
                </a:solidFill>
              </a:ln>
            </p:spPr>
            <p:txBody>
              <a:bodyPr wrap="square">
                <a:spAutoFit/>
              </a:bodyPr>
              <a:lstStyle/>
              <a:p>
                <a:pPr>
                  <a:buNone/>
                </a:pPr>
                <a:r>
                  <a:rPr lang="ja-JP" altLang="ja-JP" sz="1800"/>
                  <a:t>勾配計算では、</a:t>
                </a:r>
                <a14:m>
                  <m:oMath xmlns:m="http://schemas.openxmlformats.org/officeDocument/2006/math">
                    <m:sSub>
                      <m:sSubPr>
                        <m:ctrlPr>
                          <a:rPr kumimoji="1" lang="ja-JP" altLang="en-US" sz="1800" i="1" kern="1200">
                            <a:solidFill>
                              <a:schemeClr val="dk1"/>
                            </a:solidFill>
                            <a:latin typeface="Cambria Math" panose="02040503050406030204" pitchFamily="18" charset="0"/>
                            <a:ea typeface="+mn-ea"/>
                            <a:cs typeface="+mn-cs"/>
                          </a:rPr>
                        </m:ctrlPr>
                      </m:sSubPr>
                      <m:e>
                        <m:r>
                          <a:rPr kumimoji="1" lang="ja-JP" altLang="en-US" sz="1800" i="1" kern="1200">
                            <a:solidFill>
                              <a:schemeClr val="dk1"/>
                            </a:solidFill>
                            <a:latin typeface="Cambria Math" panose="02040503050406030204" pitchFamily="18" charset="0"/>
                            <a:ea typeface="+mn-ea"/>
                            <a:cs typeface="+mn-cs"/>
                          </a:rPr>
                          <m:t>𝐿</m:t>
                        </m:r>
                      </m:e>
                      <m:sub>
                        <m:r>
                          <m:rPr>
                            <m:sty m:val="p"/>
                          </m:rPr>
                          <a:rPr kumimoji="1" lang="en-US" altLang="ja-JP" sz="1800" i="0" kern="1200">
                            <a:solidFill>
                              <a:schemeClr val="dk1"/>
                            </a:solidFill>
                            <a:latin typeface="Cambria Math" panose="02040503050406030204" pitchFamily="18" charset="0"/>
                            <a:ea typeface="+mn-ea"/>
                            <a:cs typeface="+mn-cs"/>
                          </a:rPr>
                          <m:t>pred</m:t>
                        </m:r>
                      </m:sub>
                    </m:sSub>
                  </m:oMath>
                </a14:m>
                <a:r>
                  <a:rPr lang="ja-JP" altLang="ja-JP" sz="1800"/>
                  <a:t>を小さくするために各パラメータをどちらへ動かすべきかを求める。この時点ではパラメータ値は変化しない。</a:t>
                </a:r>
                <a:br>
                  <a:rPr lang="ja-JP" altLang="ja-JP" sz="1800"/>
                </a:br>
                <a:r>
                  <a:rPr lang="ja-JP" altLang="ja-JP" sz="1800"/>
                  <a:t>optimizer更新では、その勾配を使って基盤LoRAと分類ヘッドの値を実際に変更する。</a:t>
                </a:r>
                <a:endParaRPr kumimoji="1" lang="ja-JP" altLang="en-US" sz="1800">
                  <a:solidFill>
                    <a:schemeClr val="tx1"/>
                  </a:solidFill>
                </a:endParaRPr>
              </a:p>
            </p:txBody>
          </p:sp>
        </mc:Choice>
        <mc:Fallback>
          <p:sp>
            <p:nvSpPr>
              <p:cNvPr id="7" name="テキスト ボックス 6">
                <a:extLst>
                  <a:ext uri="{FF2B5EF4-FFF2-40B4-BE49-F238E27FC236}">
                    <a16:creationId xmlns:a16="http://schemas.microsoft.com/office/drawing/2014/main" id="{836E7585-7E01-B236-1F0E-9005F0B9CDDE}"/>
                  </a:ext>
                </a:extLst>
              </p:cNvPr>
              <p:cNvSpPr txBox="1">
                <a:spLocks noRot="1" noChangeAspect="1" noMove="1" noResize="1" noEditPoints="1" noAdjustHandles="1" noChangeArrowheads="1" noChangeShapeType="1" noTextEdit="1"/>
              </p:cNvSpPr>
              <p:nvPr/>
            </p:nvSpPr>
            <p:spPr>
              <a:xfrm>
                <a:off x="6192254" y="4979543"/>
                <a:ext cx="5894199" cy="1502014"/>
              </a:xfrm>
              <a:prstGeom prst="rect">
                <a:avLst/>
              </a:prstGeom>
              <a:blipFill>
                <a:blip r:embed="rId4"/>
                <a:stretch>
                  <a:fillRect l="-826" t="-3226" b="-4032"/>
                </a:stretch>
              </a:blipFill>
              <a:ln>
                <a:solidFill>
                  <a:schemeClr val="tx1"/>
                </a:solidFill>
              </a:ln>
            </p:spPr>
            <p:txBody>
              <a:bodyPr/>
              <a:lstStyle/>
              <a:p>
                <a:r>
                  <a:rPr lang="ja-JP" altLang="en-US">
                    <a:noFill/>
                  </a:rPr>
                  <a:t> </a:t>
                </a:r>
              </a:p>
            </p:txBody>
          </p:sp>
        </mc:Fallback>
      </mc:AlternateContent>
    </p:spTree>
    <p:extLst>
      <p:ext uri="{BB962C8B-B14F-4D97-AF65-F5344CB8AC3E}">
        <p14:creationId xmlns:p14="http://schemas.microsoft.com/office/powerpoint/2010/main" val="3750326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AF6143-84B6-D69B-DFA7-6FE3337AC63E}"/>
              </a:ext>
            </a:extLst>
          </p:cNvPr>
          <p:cNvSpPr>
            <a:spLocks noGrp="1"/>
          </p:cNvSpPr>
          <p:nvPr>
            <p:ph type="title"/>
          </p:nvPr>
        </p:nvSpPr>
        <p:spPr/>
        <p:txBody>
          <a:bodyPr/>
          <a:lstStyle/>
          <a:p>
            <a:r>
              <a:rPr lang="ja-JP" altLang="ja-JP"/>
              <a:t>Lpred・Lgrad・Lpost</a:t>
            </a:r>
            <a:r>
              <a:rPr lang="ja-JP" altLang="en-US"/>
              <a:t>によって変更される場所</a:t>
            </a:r>
            <a:endParaRPr kumimoji="1" lang="ja-JP" altLang="en-US"/>
          </a:p>
        </p:txBody>
      </p:sp>
      <p:sp>
        <p:nvSpPr>
          <p:cNvPr id="3" name="スライド番号プレースホルダー 2">
            <a:extLst>
              <a:ext uri="{FF2B5EF4-FFF2-40B4-BE49-F238E27FC236}">
                <a16:creationId xmlns:a16="http://schemas.microsoft.com/office/drawing/2014/main" id="{DF1FCFE9-FF3E-0027-AB1A-144619D6CA09}"/>
              </a:ext>
            </a:extLst>
          </p:cNvPr>
          <p:cNvSpPr>
            <a:spLocks noGrp="1"/>
          </p:cNvSpPr>
          <p:nvPr>
            <p:ph type="sldNum" sz="quarter" idx="4"/>
          </p:nvPr>
        </p:nvSpPr>
        <p:spPr/>
        <p:txBody>
          <a:bodyPr/>
          <a:lstStyle/>
          <a:p>
            <a:fld id="{C088C981-6885-4100-82A1-DE7074EC4480}" type="slidenum">
              <a:rPr lang="ja-JP" altLang="en-US" smtClean="0"/>
              <a:pPr/>
              <a:t>8</a:t>
            </a:fld>
            <a:endParaRPr lang="ja-JP" altLang="en-US">
              <a:latin typeface="Arial" panose="020B0604020202020204" pitchFamily="34" charset="0"/>
            </a:endParaRPr>
          </a:p>
        </p:txBody>
      </p:sp>
      <p:graphicFrame>
        <p:nvGraphicFramePr>
          <p:cNvPr id="5" name="コンテンツ プレースホルダー 4">
            <a:extLst>
              <a:ext uri="{FF2B5EF4-FFF2-40B4-BE49-F238E27FC236}">
                <a16:creationId xmlns:a16="http://schemas.microsoft.com/office/drawing/2014/main" id="{A9546988-19CB-849E-7924-93157D0C03DE}"/>
              </a:ext>
            </a:extLst>
          </p:cNvPr>
          <p:cNvGraphicFramePr>
            <a:graphicFrameLocks noGrp="1"/>
          </p:cNvGraphicFramePr>
          <p:nvPr>
            <p:ph idx="1"/>
            <p:extLst>
              <p:ext uri="{D42A27DB-BD31-4B8C-83A1-F6EECF244321}">
                <p14:modId xmlns:p14="http://schemas.microsoft.com/office/powerpoint/2010/main" val="2020590488"/>
              </p:ext>
            </p:extLst>
          </p:nvPr>
        </p:nvGraphicFramePr>
        <p:xfrm>
          <a:off x="721078" y="1233305"/>
          <a:ext cx="10749844" cy="4951520"/>
        </p:xfrm>
        <a:graphic>
          <a:graphicData uri="http://schemas.openxmlformats.org/drawingml/2006/table">
            <a:tbl>
              <a:tblPr/>
              <a:tblGrid>
                <a:gridCol w="2687461">
                  <a:extLst>
                    <a:ext uri="{9D8B030D-6E8A-4147-A177-3AD203B41FA5}">
                      <a16:colId xmlns:a16="http://schemas.microsoft.com/office/drawing/2014/main" val="2175224618"/>
                    </a:ext>
                  </a:extLst>
                </a:gridCol>
                <a:gridCol w="2687461">
                  <a:extLst>
                    <a:ext uri="{9D8B030D-6E8A-4147-A177-3AD203B41FA5}">
                      <a16:colId xmlns:a16="http://schemas.microsoft.com/office/drawing/2014/main" val="1320759734"/>
                    </a:ext>
                  </a:extLst>
                </a:gridCol>
                <a:gridCol w="2687461">
                  <a:extLst>
                    <a:ext uri="{9D8B030D-6E8A-4147-A177-3AD203B41FA5}">
                      <a16:colId xmlns:a16="http://schemas.microsoft.com/office/drawing/2014/main" val="3039110590"/>
                    </a:ext>
                  </a:extLst>
                </a:gridCol>
                <a:gridCol w="2687461">
                  <a:extLst>
                    <a:ext uri="{9D8B030D-6E8A-4147-A177-3AD203B41FA5}">
                      <a16:colId xmlns:a16="http://schemas.microsoft.com/office/drawing/2014/main" val="732593572"/>
                    </a:ext>
                  </a:extLst>
                </a:gridCol>
              </a:tblGrid>
              <a:tr h="322495">
                <a:tc>
                  <a:txBody>
                    <a:bodyPr/>
                    <a:lstStyle/>
                    <a:p>
                      <a:pPr>
                        <a:buNone/>
                      </a:pPr>
                      <a:r>
                        <a:rPr lang="ja-JP" sz="1600"/>
                        <a:t>項目</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Lpred</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Lgrad</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Lpost</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894277"/>
                  </a:ext>
                </a:extLst>
              </a:tr>
              <a:tr h="564367">
                <a:tc>
                  <a:txBody>
                    <a:bodyPr/>
                    <a:lstStyle/>
                    <a:p>
                      <a:pPr>
                        <a:buNone/>
                      </a:pPr>
                      <a:r>
                        <a:rPr lang="ja-JP" sz="1600"/>
                        <a:t>端末から得る情報</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整合用データに対するlogits・出力分布</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クライアントLoRAの勾配・更新差分・更新方向</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1ステップ適応後のlogits・更新後挙動</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1911753"/>
                  </a:ext>
                </a:extLst>
              </a:tr>
              <a:tr h="806238">
                <a:tc>
                  <a:txBody>
                    <a:bodyPr/>
                    <a:lstStyle/>
                    <a:p>
                      <a:pPr>
                        <a:buNone/>
                      </a:pPr>
                      <a:r>
                        <a:rPr lang="ja-JP" sz="1600"/>
                        <a:t>情報を出すモデル</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局所適応後surrogate＋クライアントLoRA＋分類ヘッド</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局所学習中のクライアントLoRA</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仮想適応後のsurrogate＋クライアントLoRA＋分類ヘッド</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214146"/>
                  </a:ext>
                </a:extLst>
              </a:tr>
              <a:tr h="322495">
                <a:tc>
                  <a:txBody>
                    <a:bodyPr/>
                    <a:lstStyle/>
                    <a:p>
                      <a:pPr>
                        <a:buNone/>
                      </a:pPr>
                      <a:r>
                        <a:rPr lang="ja-JP" sz="1600"/>
                        <a:t>サーバ側の集約対象</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サンプルごとの確率分布</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勾配・更新方向</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適応後の出力分布・挙動</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031116"/>
                  </a:ext>
                </a:extLst>
              </a:tr>
              <a:tr h="322495">
                <a:tc>
                  <a:txBody>
                    <a:bodyPr/>
                    <a:lstStyle/>
                    <a:p>
                      <a:pPr>
                        <a:buNone/>
                      </a:pPr>
                      <a:r>
                        <a:rPr lang="ja-JP" sz="1600"/>
                        <a:t>teacher／参照情報</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集約teacher分布</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集約更新方向</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集約適応後挙動</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4018900"/>
                  </a:ext>
                </a:extLst>
              </a:tr>
              <a:tr h="564367">
                <a:tc>
                  <a:txBody>
                    <a:bodyPr/>
                    <a:lstStyle/>
                    <a:p>
                      <a:pPr>
                        <a:buNone/>
                      </a:pPr>
                      <a:r>
                        <a:rPr lang="ja-JP" sz="1600"/>
                        <a:t>基盤側で計算するもの</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同じ整合入力に対する現在の予測分布</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基盤LoRAに対する勾配・更新方向</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基盤LoRAを仮想適応した後の出力・挙動</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8387244"/>
                  </a:ext>
                </a:extLst>
              </a:tr>
              <a:tr h="322495">
                <a:tc>
                  <a:txBody>
                    <a:bodyPr/>
                    <a:lstStyle/>
                    <a:p>
                      <a:pPr>
                        <a:buNone/>
                      </a:pPr>
                      <a:r>
                        <a:rPr lang="ja-JP" sz="1600"/>
                        <a:t>損失</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KL、JS、logits MSEなど</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cosine distance、L2距離など</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KL、L2距離など</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2333446"/>
                  </a:ext>
                </a:extLst>
              </a:tr>
              <a:tr h="564367">
                <a:tc>
                  <a:txBody>
                    <a:bodyPr/>
                    <a:lstStyle/>
                    <a:p>
                      <a:pPr>
                        <a:buNone/>
                      </a:pPr>
                      <a:r>
                        <a:rPr lang="ja-JP" sz="1600"/>
                        <a:t>損失の目的</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基盤の予測を端末群の予測へ近づける</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基盤LoRAの学習方向を端末群へ近づける</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基盤の適応後挙動を端末群へ近づける</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8103110"/>
                  </a:ext>
                </a:extLst>
              </a:tr>
              <a:tr h="564367">
                <a:tc>
                  <a:txBody>
                    <a:bodyPr/>
                    <a:lstStyle/>
                    <a:p>
                      <a:pPr>
                        <a:buNone/>
                      </a:pPr>
                      <a:r>
                        <a:rPr lang="ja-JP" sz="1600"/>
                        <a:t>主な成立条件</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共通クラス空間と対応する整合入力が必要</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3Bと7Bの勾配空間を対応付ける必要がある</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仮想適応用データと更新手順を揃える必要がある</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4823982"/>
                  </a:ext>
                </a:extLst>
              </a:tr>
              <a:tr h="564367">
                <a:tc>
                  <a:txBody>
                    <a:bodyPr/>
                    <a:lstStyle/>
                    <a:p>
                      <a:pPr>
                        <a:buNone/>
                      </a:pPr>
                      <a:r>
                        <a:rPr lang="ja-JP" sz="1600"/>
                        <a:t>主な課題</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teacherの校正、整合データ代表性、集約方法</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異種モデル間の次元・層・尺度の違い</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600"/>
                        <a:t>計算量、二階微分、更新ステップ数</a:t>
                      </a:r>
                    </a:p>
                  </a:txBody>
                  <a:tcPr marL="80624" marR="80624" marT="40312" marB="40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9574525"/>
                  </a:ext>
                </a:extLst>
              </a:tr>
            </a:tbl>
          </a:graphicData>
        </a:graphic>
      </p:graphicFrame>
    </p:spTree>
    <p:extLst>
      <p:ext uri="{BB962C8B-B14F-4D97-AF65-F5344CB8AC3E}">
        <p14:creationId xmlns:p14="http://schemas.microsoft.com/office/powerpoint/2010/main" val="3589773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551F23-ABA0-B24B-4CE7-054E68D21984}"/>
              </a:ext>
            </a:extLst>
          </p:cNvPr>
          <p:cNvSpPr>
            <a:spLocks noGrp="1"/>
          </p:cNvSpPr>
          <p:nvPr>
            <p:ph type="title"/>
          </p:nvPr>
        </p:nvSpPr>
        <p:spPr/>
        <p:txBody>
          <a:bodyPr/>
          <a:lstStyle/>
          <a:p>
            <a:r>
              <a:rPr kumimoji="1" lang="ja-JP" altLang="en-US"/>
              <a:t>今後</a:t>
            </a:r>
          </a:p>
        </p:txBody>
      </p:sp>
      <p:sp>
        <p:nvSpPr>
          <p:cNvPr id="3" name="スライド番号プレースホルダー 2">
            <a:extLst>
              <a:ext uri="{FF2B5EF4-FFF2-40B4-BE49-F238E27FC236}">
                <a16:creationId xmlns:a16="http://schemas.microsoft.com/office/drawing/2014/main" id="{E6609147-DE4D-CE0B-CF23-2CEEE4C0B994}"/>
              </a:ext>
            </a:extLst>
          </p:cNvPr>
          <p:cNvSpPr>
            <a:spLocks noGrp="1"/>
          </p:cNvSpPr>
          <p:nvPr>
            <p:ph type="sldNum" sz="quarter" idx="4"/>
          </p:nvPr>
        </p:nvSpPr>
        <p:spPr/>
        <p:txBody>
          <a:bodyPr/>
          <a:lstStyle/>
          <a:p>
            <a:fld id="{C088C981-6885-4100-82A1-DE7074EC4480}" type="slidenum">
              <a:rPr lang="ja-JP" altLang="en-US" smtClean="0"/>
              <a:pPr/>
              <a:t>9</a:t>
            </a:fld>
            <a:endParaRPr lang="ja-JP" altLang="en-US">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B68129D8-66E6-FC24-B75D-2C3717A823E0}"/>
              </a:ext>
            </a:extLst>
          </p:cNvPr>
          <p:cNvSpPr>
            <a:spLocks noGrp="1"/>
          </p:cNvSpPr>
          <p:nvPr>
            <p:ph idx="1"/>
          </p:nvPr>
        </p:nvSpPr>
        <p:spPr/>
        <p:txBody>
          <a:bodyPr/>
          <a:lstStyle/>
          <a:p>
            <a:r>
              <a:rPr lang="ja-JP" altLang="ja-JP"/>
              <a:t>未確定の処理，複数の方法が考えられる処理</a:t>
            </a:r>
            <a:endParaRPr lang="en-US" altLang="ja-JP"/>
          </a:p>
          <a:p>
            <a:pPr lvl="1"/>
            <a:r>
              <a:rPr lang="ja-JP" altLang="ja-JP"/>
              <a:t>Lpred・Lgrad・Lpost</a:t>
            </a:r>
            <a:r>
              <a:rPr lang="ja-JP" altLang="en-US"/>
              <a:t>、集約方法</a:t>
            </a:r>
            <a:endParaRPr lang="en-US" altLang="ja-JP"/>
          </a:p>
          <a:p>
            <a:pPr lvl="1"/>
            <a:r>
              <a:rPr lang="ja-JP" altLang="en-US"/>
              <a:t>蒸留部分</a:t>
            </a:r>
            <a:endParaRPr lang="en-US" altLang="ja-JP"/>
          </a:p>
          <a:p>
            <a:endParaRPr lang="en-US" altLang="ja-JP"/>
          </a:p>
          <a:p>
            <a:endParaRPr lang="en-US" altLang="ja-JP"/>
          </a:p>
        </p:txBody>
      </p:sp>
    </p:spTree>
    <p:extLst>
      <p:ext uri="{BB962C8B-B14F-4D97-AF65-F5344CB8AC3E}">
        <p14:creationId xmlns:p14="http://schemas.microsoft.com/office/powerpoint/2010/main" val="3016829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DEF528-1C04-6D18-163B-47471B2733D2}"/>
              </a:ext>
            </a:extLst>
          </p:cNvPr>
          <p:cNvSpPr>
            <a:spLocks noGrp="1"/>
          </p:cNvSpPr>
          <p:nvPr>
            <p:ph type="title"/>
          </p:nvPr>
        </p:nvSpPr>
        <p:spPr/>
        <p:txBody>
          <a:bodyPr>
            <a:normAutofit/>
          </a:bodyPr>
          <a:lstStyle/>
          <a:p>
            <a:r>
              <a:rPr lang="ja-JP" altLang="en-US"/>
              <a:t>集約方法の候補</a:t>
            </a:r>
            <a:endParaRPr kumimoji="1" lang="ja-JP" altLang="en-US"/>
          </a:p>
        </p:txBody>
      </p:sp>
      <p:sp>
        <p:nvSpPr>
          <p:cNvPr id="3" name="スライド番号プレースホルダー 2">
            <a:extLst>
              <a:ext uri="{FF2B5EF4-FFF2-40B4-BE49-F238E27FC236}">
                <a16:creationId xmlns:a16="http://schemas.microsoft.com/office/drawing/2014/main" id="{23FFE034-985F-61AE-CD81-815158C54DF4}"/>
              </a:ext>
            </a:extLst>
          </p:cNvPr>
          <p:cNvSpPr>
            <a:spLocks noGrp="1"/>
          </p:cNvSpPr>
          <p:nvPr>
            <p:ph type="sldNum" sz="quarter" idx="4"/>
          </p:nvPr>
        </p:nvSpPr>
        <p:spPr/>
        <p:txBody>
          <a:bodyPr/>
          <a:lstStyle/>
          <a:p>
            <a:fld id="{C088C981-6885-4100-82A1-DE7074EC4480}" type="slidenum">
              <a:rPr lang="ja-JP" altLang="en-US" smtClean="0"/>
              <a:pPr/>
              <a:t>10</a:t>
            </a:fld>
            <a:endParaRPr lang="ja-JP" altLang="en-US">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330A0714-F89C-659E-04BE-B68D85007A00}"/>
              </a:ext>
            </a:extLst>
          </p:cNvPr>
          <p:cNvSpPr>
            <a:spLocks noGrp="1"/>
          </p:cNvSpPr>
          <p:nvPr>
            <p:ph idx="1"/>
          </p:nvPr>
        </p:nvSpPr>
        <p:spPr/>
        <p:txBody>
          <a:bodyPr/>
          <a:lstStyle/>
          <a:p>
            <a:endParaRPr kumimoji="1" lang="ja-JP" altLang="en-US"/>
          </a:p>
        </p:txBody>
      </p:sp>
      <mc:AlternateContent xmlns:mc="http://schemas.openxmlformats.org/markup-compatibility/2006">
        <mc:Choice xmlns:a14="http://schemas.microsoft.com/office/drawing/2010/main" Requires="a14">
          <p:graphicFrame>
            <p:nvGraphicFramePr>
              <p:cNvPr id="6" name="表 5">
                <a:extLst>
                  <a:ext uri="{FF2B5EF4-FFF2-40B4-BE49-F238E27FC236}">
                    <a16:creationId xmlns:a16="http://schemas.microsoft.com/office/drawing/2014/main" id="{AF5E74E0-3D88-3BB3-6491-AEDD6AA889BD}"/>
                  </a:ext>
                </a:extLst>
              </p:cNvPr>
              <p:cNvGraphicFramePr>
                <a:graphicFrameLocks noGrp="1"/>
              </p:cNvGraphicFramePr>
              <p:nvPr>
                <p:extLst>
                  <p:ext uri="{D42A27DB-BD31-4B8C-83A1-F6EECF244321}">
                    <p14:modId xmlns:p14="http://schemas.microsoft.com/office/powerpoint/2010/main" val="94679981"/>
                  </p:ext>
                </p:extLst>
              </p:nvPr>
            </p:nvGraphicFramePr>
            <p:xfrm>
              <a:off x="2514317" y="2580671"/>
              <a:ext cx="7163359" cy="3865055"/>
            </p:xfrm>
            <a:graphic>
              <a:graphicData uri="http://schemas.openxmlformats.org/drawingml/2006/table">
                <a:tbl>
                  <a:tblPr/>
                  <a:tblGrid>
                    <a:gridCol w="1778611">
                      <a:extLst>
                        <a:ext uri="{9D8B030D-6E8A-4147-A177-3AD203B41FA5}">
                          <a16:colId xmlns:a16="http://schemas.microsoft.com/office/drawing/2014/main" val="501507050"/>
                        </a:ext>
                      </a:extLst>
                    </a:gridCol>
                    <a:gridCol w="1803068">
                      <a:extLst>
                        <a:ext uri="{9D8B030D-6E8A-4147-A177-3AD203B41FA5}">
                          <a16:colId xmlns:a16="http://schemas.microsoft.com/office/drawing/2014/main" val="3090832143"/>
                        </a:ext>
                      </a:extLst>
                    </a:gridCol>
                    <a:gridCol w="1790840">
                      <a:extLst>
                        <a:ext uri="{9D8B030D-6E8A-4147-A177-3AD203B41FA5}">
                          <a16:colId xmlns:a16="http://schemas.microsoft.com/office/drawing/2014/main" val="2465067356"/>
                        </a:ext>
                      </a:extLst>
                    </a:gridCol>
                    <a:gridCol w="1790840">
                      <a:extLst>
                        <a:ext uri="{9D8B030D-6E8A-4147-A177-3AD203B41FA5}">
                          <a16:colId xmlns:a16="http://schemas.microsoft.com/office/drawing/2014/main" val="3000209730"/>
                        </a:ext>
                      </a:extLst>
                    </a:gridCol>
                  </a:tblGrid>
                  <a:tr h="352962">
                    <a:tc>
                      <a:txBody>
                        <a:bodyPr/>
                        <a:lstStyle/>
                        <a:p>
                          <a:pPr>
                            <a:buNone/>
                          </a:pPr>
                          <a:r>
                            <a:rPr lang="ja-JP" sz="1800"/>
                            <a:t>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重み (</a:t>
                          </a:r>
                          <a14:m>
                            <m:oMath xmlns:m="http://schemas.openxmlformats.org/officeDocument/2006/math">
                              <m:sSub>
                                <m:sSubPr>
                                  <m:ctrlPr>
                                    <a:rPr lang="en-US" altLang="ja-JP" sz="1800" i="1" dirty="0" smtClean="0">
                                      <a:solidFill>
                                        <a:schemeClr val="tx1"/>
                                      </a:solidFill>
                                      <a:latin typeface="Cambria Math" panose="02040503050406030204" pitchFamily="18" charset="0"/>
                                      <a:ea typeface="+mn-ea"/>
                                    </a:rPr>
                                  </m:ctrlPr>
                                </m:sSubPr>
                                <m:e>
                                  <m:r>
                                    <a:rPr lang="en-US" altLang="ja-JP" sz="1800" i="1" dirty="0" smtClean="0">
                                      <a:solidFill>
                                        <a:schemeClr val="tx1"/>
                                      </a:solidFill>
                                      <a:latin typeface="Cambria Math" panose="02040503050406030204" pitchFamily="18" charset="0"/>
                                      <a:ea typeface="+mn-ea"/>
                                    </a:rPr>
                                    <m:t>𝛼</m:t>
                                  </m:r>
                                </m:e>
                                <m:sub>
                                  <m:r>
                                    <a:rPr lang="en-US" altLang="ja-JP" sz="1800" i="1" dirty="0" smtClean="0">
                                      <a:solidFill>
                                        <a:schemeClr val="tx1"/>
                                      </a:solidFill>
                                      <a:latin typeface="Cambria Math" panose="02040503050406030204" pitchFamily="18" charset="0"/>
                                      <a:ea typeface="+mn-ea"/>
                                    </a:rPr>
                                    <m:t>𝑘</m:t>
                                  </m:r>
                                </m:sub>
                              </m:sSub>
                            </m:oMath>
                          </a14:m>
                          <a:r>
                            <a:rPr lang="ja-JP" sz="1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妥当性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課題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2454991"/>
                      </a:ext>
                    </a:extLst>
                  </a:tr>
                  <a:tr h="588270">
                    <a:tc>
                      <a:txBody>
                        <a:bodyPr/>
                        <a:lstStyle/>
                        <a:p>
                          <a:pPr>
                            <a:buNone/>
                          </a:pPr>
                          <a:r>
                            <a:rPr lang="ja-JP" sz="1800"/>
                            <a:t>一様平均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ja-JP" sz="1800" b="0" i="1" dirty="0" smtClean="0">
                                    <a:solidFill>
                                      <a:schemeClr val="tx1"/>
                                    </a:solidFill>
                                    <a:latin typeface="Cambria Math" panose="02040503050406030204" pitchFamily="18" charset="0"/>
                                    <a:ea typeface="+mn-ea"/>
                                  </a:rPr>
                                  <m:t>1/</m:t>
                                </m:r>
                                <m:r>
                                  <a:rPr lang="en-US" altLang="ja-JP" sz="1800" b="0" i="1" dirty="0" smtClean="0">
                                    <a:solidFill>
                                      <a:schemeClr val="tx1"/>
                                    </a:solidFill>
                                    <a:latin typeface="Cambria Math" panose="02040503050406030204" pitchFamily="18" charset="0"/>
                                    <a:ea typeface="+mn-ea"/>
                                  </a:rPr>
                                  <m:t>𝐾</m:t>
                                </m:r>
                              </m:oMath>
                            </m:oMathPara>
                          </a14:m>
                          <a:endParaRPr lang="ja-JP"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全端末を対等に扱える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データ量・品質を無視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940358"/>
                      </a:ext>
                    </a:extLst>
                  </a:tr>
                  <a:tr h="588270">
                    <a:tc>
                      <a:txBody>
                        <a:bodyPr/>
                        <a:lstStyle/>
                        <a:p>
                          <a:pPr>
                            <a:buNone/>
                          </a:pPr>
                          <a:r>
                            <a:rPr lang="ja-JP" sz="1800"/>
                            <a:t>サンプル数重み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f>
                                  <m:fPr>
                                    <m:ctrlPr>
                                      <a:rPr lang="en-US" altLang="ja-JP" sz="1800" i="1" dirty="0" smtClean="0">
                                        <a:solidFill>
                                          <a:schemeClr val="tx1"/>
                                        </a:solidFill>
                                        <a:latin typeface="Cambria Math" panose="02040503050406030204" pitchFamily="18" charset="0"/>
                                        <a:ea typeface="+mn-ea"/>
                                      </a:rPr>
                                    </m:ctrlPr>
                                  </m:fPr>
                                  <m:num>
                                    <m:sSub>
                                      <m:sSubPr>
                                        <m:ctrlPr>
                                          <a:rPr lang="en-US" altLang="ja-JP" sz="1800" i="1" dirty="0" smtClean="0">
                                            <a:solidFill>
                                              <a:schemeClr val="tx1"/>
                                            </a:solidFill>
                                            <a:latin typeface="Cambria Math" panose="02040503050406030204" pitchFamily="18" charset="0"/>
                                            <a:ea typeface="+mn-ea"/>
                                          </a:rPr>
                                        </m:ctrlPr>
                                      </m:sSubPr>
                                      <m:e>
                                        <m:r>
                                          <a:rPr lang="en-US" altLang="ja-JP" sz="1800" i="1" dirty="0" smtClean="0">
                                            <a:solidFill>
                                              <a:schemeClr val="tx1"/>
                                            </a:solidFill>
                                            <a:latin typeface="Cambria Math" panose="02040503050406030204" pitchFamily="18" charset="0"/>
                                            <a:ea typeface="+mn-ea"/>
                                          </a:rPr>
                                          <m:t>𝑛</m:t>
                                        </m:r>
                                      </m:e>
                                      <m:sub>
                                        <m:r>
                                          <a:rPr lang="en-US" altLang="ja-JP" sz="1800" i="1" dirty="0" smtClean="0">
                                            <a:solidFill>
                                              <a:schemeClr val="tx1"/>
                                            </a:solidFill>
                                            <a:latin typeface="Cambria Math" panose="02040503050406030204" pitchFamily="18" charset="0"/>
                                            <a:ea typeface="+mn-ea"/>
                                          </a:rPr>
                                          <m:t>𝑘</m:t>
                                        </m:r>
                                      </m:sub>
                                    </m:sSub>
                                  </m:num>
                                  <m:den>
                                    <m:nary>
                                      <m:naryPr>
                                        <m:chr m:val="∑"/>
                                        <m:ctrlPr>
                                          <a:rPr lang="en-US" altLang="ja-JP" sz="1800" i="1" dirty="0" smtClean="0">
                                            <a:solidFill>
                                              <a:schemeClr val="tx1"/>
                                            </a:solidFill>
                                            <a:latin typeface="Cambria Math" panose="02040503050406030204" pitchFamily="18" charset="0"/>
                                            <a:ea typeface="+mn-ea"/>
                                          </a:rPr>
                                        </m:ctrlPr>
                                      </m:naryPr>
                                      <m:sub>
                                        <m:r>
                                          <m:rPr>
                                            <m:brk m:alnAt="23"/>
                                          </m:rPr>
                                          <a:rPr lang="en-US" altLang="ja-JP" sz="1800" b="0" i="1" dirty="0" smtClean="0">
                                            <a:solidFill>
                                              <a:schemeClr val="tx1"/>
                                            </a:solidFill>
                                            <a:latin typeface="Cambria Math" panose="02040503050406030204" pitchFamily="18" charset="0"/>
                                            <a:ea typeface="+mn-ea"/>
                                          </a:rPr>
                                          <m:t>𝑗</m:t>
                                        </m:r>
                                        <m:r>
                                          <a:rPr lang="en-US" altLang="ja-JP" sz="1800" b="0" i="1" dirty="0" smtClean="0">
                                            <a:solidFill>
                                              <a:schemeClr val="tx1"/>
                                            </a:solidFill>
                                            <a:latin typeface="Cambria Math" panose="02040503050406030204" pitchFamily="18" charset="0"/>
                                            <a:ea typeface="+mn-ea"/>
                                          </a:rPr>
                                          <m:t>=1</m:t>
                                        </m:r>
                                      </m:sub>
                                      <m:sup>
                                        <m:r>
                                          <a:rPr lang="en-US" altLang="ja-JP" sz="1800" b="0" i="1" dirty="0" smtClean="0">
                                            <a:solidFill>
                                              <a:schemeClr val="tx1"/>
                                            </a:solidFill>
                                            <a:latin typeface="Cambria Math" panose="02040503050406030204" pitchFamily="18" charset="0"/>
                                            <a:ea typeface="+mn-ea"/>
                                          </a:rPr>
                                          <m:t>𝐾</m:t>
                                        </m:r>
                                      </m:sup>
                                      <m:e>
                                        <m:sSub>
                                          <m:sSubPr>
                                            <m:ctrlPr>
                                              <a:rPr lang="en-US" altLang="ja-JP" sz="1800" b="0" i="1" dirty="0" smtClean="0">
                                                <a:solidFill>
                                                  <a:schemeClr val="tx1"/>
                                                </a:solidFill>
                                                <a:latin typeface="Cambria Math" panose="02040503050406030204" pitchFamily="18" charset="0"/>
                                                <a:ea typeface="+mn-ea"/>
                                              </a:rPr>
                                            </m:ctrlPr>
                                          </m:sSubPr>
                                          <m:e>
                                            <m:r>
                                              <a:rPr lang="en-US" altLang="ja-JP" sz="1800" b="0" i="1" dirty="0" smtClean="0">
                                                <a:solidFill>
                                                  <a:schemeClr val="tx1"/>
                                                </a:solidFill>
                                                <a:latin typeface="Cambria Math" panose="02040503050406030204" pitchFamily="18" charset="0"/>
                                                <a:ea typeface="+mn-ea"/>
                                              </a:rPr>
                                              <m:t>𝑛</m:t>
                                            </m:r>
                                          </m:e>
                                          <m:sub>
                                            <m:r>
                                              <a:rPr lang="en-US" altLang="ja-JP" sz="1800" b="0" i="1" dirty="0" smtClean="0">
                                                <a:solidFill>
                                                  <a:schemeClr val="tx1"/>
                                                </a:solidFill>
                                                <a:latin typeface="Cambria Math" panose="02040503050406030204" pitchFamily="18" charset="0"/>
                                                <a:ea typeface="+mn-ea"/>
                                              </a:rPr>
                                              <m:t>𝑗</m:t>
                                            </m:r>
                                          </m:sub>
                                        </m:sSub>
                                      </m:e>
                                    </m:nary>
                                    <m:r>
                                      <a:rPr lang="en-US" altLang="ja-JP" sz="1800" i="0" dirty="0" smtClean="0">
                                        <a:solidFill>
                                          <a:schemeClr val="tx1"/>
                                        </a:solidFill>
                                        <a:latin typeface="Cambria Math" panose="02040503050406030204" pitchFamily="18" charset="0"/>
                                        <a:ea typeface="+mn-ea"/>
                                      </a:rPr>
                                      <m:t> </m:t>
                                    </m:r>
                                  </m:den>
                                </m:f>
                              </m:oMath>
                            </m:oMathPara>
                          </a14:m>
                          <a:endParaRPr lang="ja-JP"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データ寄与量を反映できる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大規模端末が支配しやすい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6540871"/>
                      </a:ext>
                    </a:extLst>
                  </a:tr>
                  <a:tr h="588270">
                    <a:tc>
                      <a:txBody>
                        <a:bodyPr/>
                        <a:lstStyle/>
                        <a:p>
                          <a:pPr>
                            <a:buNone/>
                          </a:pPr>
                          <a:r>
                            <a:rPr lang="ja-JP" sz="1800"/>
                            <a:t>クラス別件数重み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クラスごとの件数に基づく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label skewへ対応できる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クラス統計の送信が必要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54436"/>
                      </a:ext>
                    </a:extLst>
                  </a:tr>
                  <a:tr h="588270">
                    <a:tc>
                      <a:txBody>
                        <a:bodyPr/>
                        <a:lstStyle/>
                        <a:p>
                          <a:pPr>
                            <a:buNone/>
                          </a:pPr>
                          <a:r>
                            <a:rPr lang="ja-JP" sz="1800"/>
                            <a:t>信頼度重み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entropyなどに基づく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不確実な端末の影響を下げられる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過信した誤予測に弱い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4120818"/>
                      </a:ext>
                    </a:extLst>
                  </a:tr>
                  <a:tr h="588270">
                    <a:tc>
                      <a:txBody>
                        <a:bodyPr/>
                        <a:lstStyle/>
                        <a:p>
                          <a:pPr>
                            <a:buNone/>
                          </a:pPr>
                          <a:r>
                            <a:rPr lang="ja-JP" sz="1800"/>
                            <a:t>ロバスト集約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median、trimmed mean等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外れ値・攻撃に強くできる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少数ドメインを除外する危険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4729275"/>
                      </a:ext>
                    </a:extLst>
                  </a:tr>
                </a:tbl>
              </a:graphicData>
            </a:graphic>
          </p:graphicFrame>
        </mc:Choice>
        <mc:Fallback>
          <p:graphicFrame>
            <p:nvGraphicFramePr>
              <p:cNvPr id="6" name="表 5">
                <a:extLst>
                  <a:ext uri="{FF2B5EF4-FFF2-40B4-BE49-F238E27FC236}">
                    <a16:creationId xmlns:a16="http://schemas.microsoft.com/office/drawing/2014/main" id="{AF5E74E0-3D88-3BB3-6491-AEDD6AA889BD}"/>
                  </a:ext>
                </a:extLst>
              </p:cNvPr>
              <p:cNvGraphicFramePr>
                <a:graphicFrameLocks noGrp="1"/>
              </p:cNvGraphicFramePr>
              <p:nvPr>
                <p:extLst>
                  <p:ext uri="{D42A27DB-BD31-4B8C-83A1-F6EECF244321}">
                    <p14:modId xmlns:p14="http://schemas.microsoft.com/office/powerpoint/2010/main" val="94679981"/>
                  </p:ext>
                </p:extLst>
              </p:nvPr>
            </p:nvGraphicFramePr>
            <p:xfrm>
              <a:off x="2514317" y="2580671"/>
              <a:ext cx="7163359" cy="3865055"/>
            </p:xfrm>
            <a:graphic>
              <a:graphicData uri="http://schemas.openxmlformats.org/drawingml/2006/table">
                <a:tbl>
                  <a:tblPr/>
                  <a:tblGrid>
                    <a:gridCol w="1778611">
                      <a:extLst>
                        <a:ext uri="{9D8B030D-6E8A-4147-A177-3AD203B41FA5}">
                          <a16:colId xmlns:a16="http://schemas.microsoft.com/office/drawing/2014/main" val="501507050"/>
                        </a:ext>
                      </a:extLst>
                    </a:gridCol>
                    <a:gridCol w="1803068">
                      <a:extLst>
                        <a:ext uri="{9D8B030D-6E8A-4147-A177-3AD203B41FA5}">
                          <a16:colId xmlns:a16="http://schemas.microsoft.com/office/drawing/2014/main" val="3090832143"/>
                        </a:ext>
                      </a:extLst>
                    </a:gridCol>
                    <a:gridCol w="1790840">
                      <a:extLst>
                        <a:ext uri="{9D8B030D-6E8A-4147-A177-3AD203B41FA5}">
                          <a16:colId xmlns:a16="http://schemas.microsoft.com/office/drawing/2014/main" val="2465067356"/>
                        </a:ext>
                      </a:extLst>
                    </a:gridCol>
                    <a:gridCol w="1790840">
                      <a:extLst>
                        <a:ext uri="{9D8B030D-6E8A-4147-A177-3AD203B41FA5}">
                          <a16:colId xmlns:a16="http://schemas.microsoft.com/office/drawing/2014/main" val="3000209730"/>
                        </a:ext>
                      </a:extLst>
                    </a:gridCol>
                  </a:tblGrid>
                  <a:tr h="365760">
                    <a:tc>
                      <a:txBody>
                        <a:bodyPr/>
                        <a:lstStyle/>
                        <a:p>
                          <a:pPr>
                            <a:buNone/>
                          </a:pPr>
                          <a:r>
                            <a:rPr lang="ja-JP" sz="1800"/>
                            <a:t>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8986" t="-13333" r="-199324" b="-985000"/>
                          </a:stretch>
                        </a:blipFill>
                      </a:tcPr>
                    </a:tc>
                    <a:tc>
                      <a:txBody>
                        <a:bodyPr/>
                        <a:lstStyle/>
                        <a:p>
                          <a:pPr>
                            <a:buNone/>
                          </a:pPr>
                          <a:r>
                            <a:rPr lang="ja-JP" sz="1800"/>
                            <a:t>妥当性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課題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2454991"/>
                      </a:ext>
                    </a:extLst>
                  </a:tr>
                  <a:tr h="640080">
                    <a:tc>
                      <a:txBody>
                        <a:bodyPr/>
                        <a:lstStyle/>
                        <a:p>
                          <a:pPr>
                            <a:buNone/>
                          </a:pPr>
                          <a:r>
                            <a:rPr lang="ja-JP" sz="1800"/>
                            <a:t>一様平均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8986" t="-64762" r="-199324" b="-462857"/>
                          </a:stretch>
                        </a:blipFill>
                      </a:tcPr>
                    </a:tc>
                    <a:tc>
                      <a:txBody>
                        <a:bodyPr/>
                        <a:lstStyle/>
                        <a:p>
                          <a:pPr>
                            <a:buNone/>
                          </a:pPr>
                          <a:r>
                            <a:rPr lang="ja-JP" sz="1800"/>
                            <a:t>全端末を対等に扱える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データ量・品質を無視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940358"/>
                      </a:ext>
                    </a:extLst>
                  </a:tr>
                  <a:tr h="664655">
                    <a:tc>
                      <a:txBody>
                        <a:bodyPr/>
                        <a:lstStyle/>
                        <a:p>
                          <a:pPr>
                            <a:buNone/>
                          </a:pPr>
                          <a:r>
                            <a:rPr lang="ja-JP" sz="1800"/>
                            <a:t>サンプル数重み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8986" t="-158716" r="-199324" b="-345872"/>
                          </a:stretch>
                        </a:blipFill>
                      </a:tcPr>
                    </a:tc>
                    <a:tc>
                      <a:txBody>
                        <a:bodyPr/>
                        <a:lstStyle/>
                        <a:p>
                          <a:pPr>
                            <a:buNone/>
                          </a:pPr>
                          <a:r>
                            <a:rPr lang="ja-JP" sz="1800"/>
                            <a:t>データ寄与量を反映できる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大規模端末が支配しやすい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6540871"/>
                      </a:ext>
                    </a:extLst>
                  </a:tr>
                  <a:tr h="640080">
                    <a:tc>
                      <a:txBody>
                        <a:bodyPr/>
                        <a:lstStyle/>
                        <a:p>
                          <a:pPr>
                            <a:buNone/>
                          </a:pPr>
                          <a:r>
                            <a:rPr lang="ja-JP" sz="1800"/>
                            <a:t>クラス別件数重み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クラスごとの件数に基づく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label skewへ対応できる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クラス統計の送信が必要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54436"/>
                      </a:ext>
                    </a:extLst>
                  </a:tr>
                  <a:tr h="914400">
                    <a:tc>
                      <a:txBody>
                        <a:bodyPr/>
                        <a:lstStyle/>
                        <a:p>
                          <a:pPr>
                            <a:buNone/>
                          </a:pPr>
                          <a:r>
                            <a:rPr lang="ja-JP" sz="1800"/>
                            <a:t>信頼度重み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entropyなどに基づく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不確実な端末の影響を下げられる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過信した誤予測に弱い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4120818"/>
                      </a:ext>
                    </a:extLst>
                  </a:tr>
                  <a:tr h="640080">
                    <a:tc>
                      <a:txBody>
                        <a:bodyPr/>
                        <a:lstStyle/>
                        <a:p>
                          <a:pPr>
                            <a:buNone/>
                          </a:pPr>
                          <a:r>
                            <a:rPr lang="ja-JP" sz="1800"/>
                            <a:t>ロバスト集約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median、trimmed mean等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外れ値・攻撃に強くできる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少数ドメインを除外する危険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4729275"/>
                      </a:ext>
                    </a:extLst>
                  </a:tr>
                </a:tbl>
              </a:graphicData>
            </a:graphic>
          </p:graphicFrame>
        </mc:Fallback>
      </mc:AlternateContent>
    </p:spTree>
    <p:extLst>
      <p:ext uri="{BB962C8B-B14F-4D97-AF65-F5344CB8AC3E}">
        <p14:creationId xmlns:p14="http://schemas.microsoft.com/office/powerpoint/2010/main" val="223394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CD3477-9299-F195-833E-808404A83ED3}"/>
              </a:ext>
            </a:extLst>
          </p:cNvPr>
          <p:cNvSpPr>
            <a:spLocks noGrp="1"/>
          </p:cNvSpPr>
          <p:nvPr>
            <p:ph type="title"/>
          </p:nvPr>
        </p:nvSpPr>
        <p:spPr/>
        <p:txBody>
          <a:bodyPr>
            <a:normAutofit/>
          </a:bodyPr>
          <a:lstStyle/>
          <a:p>
            <a:r>
              <a:rPr kumimoji="1" lang="ja-JP" altLang="en-US"/>
              <a:t>⑥ 次ラウンド用知識の生成・蒸留更新</a:t>
            </a:r>
            <a:r>
              <a:rPr lang="ja-JP" altLang="en-US"/>
              <a:t>の詳細</a:t>
            </a:r>
            <a:endParaRPr kumimoji="1" lang="ja-JP" altLang="en-US"/>
          </a:p>
        </p:txBody>
      </p:sp>
      <p:sp>
        <p:nvSpPr>
          <p:cNvPr id="3" name="スライド番号プレースホルダー 2">
            <a:extLst>
              <a:ext uri="{FF2B5EF4-FFF2-40B4-BE49-F238E27FC236}">
                <a16:creationId xmlns:a16="http://schemas.microsoft.com/office/drawing/2014/main" id="{15E2981D-6941-7B34-DAA0-1A195F196B3C}"/>
              </a:ext>
            </a:extLst>
          </p:cNvPr>
          <p:cNvSpPr>
            <a:spLocks noGrp="1"/>
          </p:cNvSpPr>
          <p:nvPr>
            <p:ph type="sldNum" sz="quarter" idx="4"/>
          </p:nvPr>
        </p:nvSpPr>
        <p:spPr/>
        <p:txBody>
          <a:bodyPr/>
          <a:lstStyle/>
          <a:p>
            <a:fld id="{C088C981-6885-4100-82A1-DE7074EC4480}" type="slidenum">
              <a:rPr lang="ja-JP" altLang="en-US" smtClean="0"/>
              <a:pPr/>
              <a:t>11</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6" name="表 5">
                <a:extLst>
                  <a:ext uri="{FF2B5EF4-FFF2-40B4-BE49-F238E27FC236}">
                    <a16:creationId xmlns:a16="http://schemas.microsoft.com/office/drawing/2014/main" id="{8D3B87D4-8760-3785-00DA-09F133A7CC5C}"/>
                  </a:ext>
                </a:extLst>
              </p:cNvPr>
              <p:cNvGraphicFramePr>
                <a:graphicFrameLocks noGrp="1"/>
              </p:cNvGraphicFramePr>
              <p:nvPr>
                <p:extLst>
                  <p:ext uri="{D42A27DB-BD31-4B8C-83A1-F6EECF244321}">
                    <p14:modId xmlns:p14="http://schemas.microsoft.com/office/powerpoint/2010/main" val="59013263"/>
                  </p:ext>
                </p:extLst>
              </p:nvPr>
            </p:nvGraphicFramePr>
            <p:xfrm>
              <a:off x="70256" y="745418"/>
              <a:ext cx="5964784" cy="3829939"/>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基盤</a:t>
                          </a:r>
                          <a:r>
                            <a:rPr lang="en-US" altLang="ja-JP" sz="1800">
                              <a:solidFill>
                                <a:schemeClr val="tx1"/>
                              </a:solidFill>
                            </a:rPr>
                            <a:t>teacher</a:t>
                          </a:r>
                          <a:r>
                            <a:rPr lang="ja-JP" altLang="en-US" sz="1800">
                              <a:solidFill>
                                <a:schemeClr val="tx1"/>
                              </a:solidFill>
                            </a:rPr>
                            <a:t>分布の生成</a:t>
                          </a:r>
                          <a:endParaRPr kumimoji="1" lang="en-US" altLang="ja-JP" sz="1800" i="1">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𝑔</m:t>
                                    </m:r>
                                  </m:e>
                                  <m:sub>
                                    <m:r>
                                      <a:rPr kumimoji="1" lang="ja-JP" altLang="en-US" sz="1800" i="1" dirty="0">
                                        <a:solidFill>
                                          <a:schemeClr val="tx1"/>
                                        </a:solidFill>
                                        <a:latin typeface="Cambria Math" panose="02040503050406030204" pitchFamily="18" charset="0"/>
                                      </a:rPr>
                                      <m:t>𝑟</m:t>
                                    </m:r>
                                  </m:sub>
                                </m:sSub>
                                <m:r>
                                  <a:rPr kumimoji="1" lang="ja-JP" altLang="en-US" sz="1800" i="0" dirty="0">
                                    <a:solidFill>
                                      <a:schemeClr val="tx1"/>
                                    </a:solidFill>
                                    <a:latin typeface="Cambria Math" panose="02040503050406030204" pitchFamily="18" charset="0"/>
                                  </a:rPr>
                                  <m:t>=</m:t>
                                </m:r>
                                <m:sSub>
                                  <m:sSubPr>
                                    <m:ctrlPr>
                                      <a:rPr kumimoji="1" lang="ja-JP" altLang="en-US" sz="1800" i="1" dirty="0">
                                        <a:solidFill>
                                          <a:schemeClr val="tx1"/>
                                        </a:solidFill>
                                        <a:latin typeface="Cambria Math" panose="02040503050406030204" pitchFamily="18" charset="0"/>
                                      </a:rPr>
                                    </m:ctrlPr>
                                  </m:sSubPr>
                                  <m:e>
                                    <m:r>
                                      <m:rPr>
                                        <m:sty m:val="p"/>
                                      </m:rPr>
                                      <a:rPr kumimoji="1" lang="ja-JP" altLang="en-US" sz="1800" i="0" dirty="0">
                                        <a:solidFill>
                                          <a:schemeClr val="tx1"/>
                                        </a:solidFill>
                                        <a:latin typeface="Cambria Math" panose="02040503050406030204" pitchFamily="18" charset="0"/>
                                      </a:rPr>
                                      <m:t>∇</m:t>
                                    </m:r>
                                  </m:e>
                                  <m:sub>
                                    <m:sSub>
                                      <m:sSubPr>
                                        <m:ctrlPr>
                                          <a:rPr kumimoji="1" lang="ja-JP" altLang="en-US" sz="1800" i="1" dirty="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sub>
                                </m:sSub>
                                <m:sSubSup>
                                  <m:sSubSupPr>
                                    <m:ctrlPr>
                                      <a:rPr kumimoji="1" lang="ja-JP" altLang="en-US" sz="1800" b="0" i="1" dirty="0">
                                        <a:solidFill>
                                          <a:schemeClr val="tx1"/>
                                        </a:solidFill>
                                        <a:latin typeface="Cambria Math" panose="02040503050406030204" pitchFamily="18" charset="0"/>
                                      </a:rPr>
                                    </m:ctrlPr>
                                  </m:sSubSupPr>
                                  <m:e>
                                    <m:r>
                                      <a:rPr kumimoji="1" lang="ja-JP" altLang="en-US" sz="1800" b="0" i="0" dirty="0">
                                        <a:solidFill>
                                          <a:schemeClr val="tx1"/>
                                        </a:solidFill>
                                        <a:latin typeface="Cambria Math" panose="02040503050406030204" pitchFamily="18" charset="0"/>
                                      </a:rPr>
                                      <m:t>ℒ</m:t>
                                    </m:r>
                                  </m:e>
                                  <m:sub>
                                    <m:r>
                                      <a:rPr kumimoji="1" lang="en-US" altLang="ja-JP" sz="1800" b="0" i="1" dirty="0" smtClean="0">
                                        <a:solidFill>
                                          <a:schemeClr val="tx1"/>
                                        </a:solidFill>
                                        <a:latin typeface="Cambria Math" panose="02040503050406030204" pitchFamily="18" charset="0"/>
                                      </a:rPr>
                                      <m:t>𝑝𝑟𝑒𝑑</m:t>
                                    </m:r>
                                  </m:sub>
                                  <m:sup>
                                    <m:d>
                                      <m:dPr>
                                        <m:ctrlPr>
                                          <a:rPr kumimoji="1" lang="ja-JP" altLang="en-US" sz="1800" b="0" i="1" dirty="0">
                                            <a:solidFill>
                                              <a:schemeClr val="tx1"/>
                                            </a:solidFill>
                                            <a:latin typeface="Cambria Math" panose="02040503050406030204" pitchFamily="18" charset="0"/>
                                          </a:rPr>
                                        </m:ctrlPr>
                                      </m:dPr>
                                      <m:e>
                                        <m:r>
                                          <a:rPr kumimoji="1" lang="ja-JP" altLang="en-US" sz="1800" b="0" i="1" dirty="0">
                                            <a:solidFill>
                                              <a:schemeClr val="tx1"/>
                                            </a:solidFill>
                                            <a:latin typeface="Cambria Math" panose="02040503050406030204" pitchFamily="18" charset="0"/>
                                          </a:rPr>
                                          <m:t>𝑟</m:t>
                                        </m:r>
                                      </m:e>
                                    </m:d>
                                  </m:sup>
                                </m:sSubSup>
                              </m:oMath>
                            </m:oMathPara>
                          </a14:m>
                          <a:endParaRPr kumimoji="1" lang="en-US" altLang="ja-JP" sz="180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d>
                                  <m:dPr>
                                    <m:begChr m:val="{"/>
                                    <m:endChr m:val="}"/>
                                    <m:ctrlPr>
                                      <a:rPr kumimoji="1" lang="en-US" altLang="ja-JP" sz="1800" b="0" i="1" dirty="0" smtClean="0">
                                        <a:solidFill>
                                          <a:schemeClr val="tx1"/>
                                        </a:solidFill>
                                        <a:latin typeface="Cambria Math" panose="02040503050406030204" pitchFamily="18" charset="0"/>
                                      </a:rPr>
                                    </m:ctrlPr>
                                  </m:dPr>
                                  <m:e>
                                    <m:sSub>
                                      <m:sSubPr>
                                        <m:ctrlPr>
                                          <a:rPr kumimoji="1" lang="en-US" altLang="ja-JP" sz="1800" b="0" i="1" dirty="0" smtClean="0">
                                            <a:solidFill>
                                              <a:schemeClr val="tx1"/>
                                            </a:solidFill>
                                            <a:latin typeface="Cambria Math" panose="02040503050406030204" pitchFamily="18" charset="0"/>
                                          </a:rPr>
                                        </m:ctrlPr>
                                      </m:sSubPr>
                                      <m:e>
                                        <m:r>
                                          <a:rPr kumimoji="1" lang="ja-JP" altLang="en-US" sz="1800" b="0" i="1" dirty="0" smtClean="0">
                                            <a:solidFill>
                                              <a:schemeClr val="tx1"/>
                                            </a:solidFill>
                                            <a:latin typeface="Cambria Math" panose="02040503050406030204" pitchFamily="18" charset="0"/>
                                          </a:rPr>
                                          <m:t>𝜙</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sSub>
                                      <m:sSubPr>
                                        <m:ctrlPr>
                                          <a:rPr kumimoji="1" lang="en-US" altLang="ja-JP" sz="1800" b="0" i="1" dirty="0" smtClean="0">
                                            <a:solidFill>
                                              <a:schemeClr val="tx1"/>
                                            </a:solidFill>
                                            <a:latin typeface="Cambria Math" panose="02040503050406030204" pitchFamily="18" charset="0"/>
                                          </a:rPr>
                                        </m:ctrlPr>
                                      </m:sSubPr>
                                      <m:e>
                                        <m:r>
                                          <a:rPr kumimoji="1" lang="en-US" altLang="ja-JP" sz="1800" b="0" i="1" dirty="0" smtClean="0">
                                            <a:solidFill>
                                              <a:schemeClr val="tx1"/>
                                            </a:solidFill>
                                            <a:latin typeface="Cambria Math" panose="02040503050406030204" pitchFamily="18" charset="0"/>
                                          </a:rPr>
                                          <m:t>𝑤</m:t>
                                        </m:r>
                                      </m:e>
                                      <m:sub>
                                        <m:r>
                                          <a:rPr kumimoji="1" lang="en-US" altLang="ja-JP" sz="1800" b="0" i="1" dirty="0" smtClean="0">
                                            <a:solidFill>
                                              <a:schemeClr val="tx1"/>
                                            </a:solidFill>
                                            <a:latin typeface="Cambria Math" panose="02040503050406030204" pitchFamily="18" charset="0"/>
                                          </a:rPr>
                                          <m:t>𝑏𝑎𝑠𝑒</m:t>
                                        </m:r>
                                      </m:sub>
                                    </m:sSub>
                                  </m:e>
                                </m:d>
                              </m:oMath>
                            </m:oMathPara>
                          </a14:m>
                          <a:endParaRPr kumimoji="1" lang="en-US" altLang="ja-JP" sz="1800" b="0">
                            <a:solidFill>
                              <a:schemeClr val="tx1"/>
                            </a:solidFill>
                          </a:endParaRPr>
                        </a:p>
                        <a:p>
                          <a:pPr marL="0" indent="0">
                            <a:buNone/>
                          </a:pPr>
                          <a:endParaRPr lang="en-US" altLang="ja-JP" sz="1800">
                            <a:solidFill>
                              <a:schemeClr val="tx1"/>
                            </a:solidFill>
                          </a:endParaRPr>
                        </a:p>
                        <a:p>
                          <a:r>
                            <a:rPr lang="ja-JP" altLang="ja-JP" b="1">
                              <a:solidFill>
                                <a:schemeClr val="tx1"/>
                              </a:solidFill>
                            </a:rPr>
                            <a:t>入力</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en-US" b="0">
                              <a:solidFill>
                                <a:schemeClr val="tx1"/>
                              </a:solidFill>
                            </a:rPr>
                            <a:t>更新済み基盤モデル</a:t>
                          </a:r>
                          <a:endParaRPr lang="en-US" altLang="ja-JP" b="0">
                            <a:solidFill>
                              <a:schemeClr val="tx1"/>
                            </a:solidFill>
                          </a:endParaRPr>
                        </a:p>
                        <a:p>
                          <a:pPr marL="285750" indent="-285750">
                            <a:buFont typeface="Arial" panose="020B0604020202020204" pitchFamily="34" charset="0"/>
                            <a:buChar char="•"/>
                          </a:pPr>
                          <a:r>
                            <a:rPr lang="ja-JP" altLang="en-US" b="0">
                              <a:solidFill>
                                <a:schemeClr val="tx1"/>
                              </a:solidFill>
                            </a:rPr>
                            <a:t>還元用整合データ</a:t>
                          </a:r>
                          <a:endParaRPr lang="en-US" altLang="ja-JP" b="0">
                            <a:solidFill>
                              <a:schemeClr val="tx1"/>
                            </a:solidFill>
                          </a:endParaRPr>
                        </a:p>
                        <a:p>
                          <a:r>
                            <a:rPr lang="ja-JP" altLang="ja-JP" b="1">
                              <a:solidFill>
                                <a:schemeClr val="tx1"/>
                              </a:solidFill>
                            </a:rPr>
                            <a:t>処理</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en-US" b="0">
                              <a:solidFill>
                                <a:schemeClr val="tx1"/>
                              </a:solidFill>
                            </a:rPr>
                            <a:t>整合データを前向き推論し，</a:t>
                          </a:r>
                          <a:r>
                            <a:rPr lang="en-US" altLang="ja-JP" b="0">
                              <a:solidFill>
                                <a:schemeClr val="tx1"/>
                              </a:solidFill>
                            </a:rPr>
                            <a:t>logits</a:t>
                          </a:r>
                          <a:r>
                            <a:rPr lang="ja-JP" altLang="en-US" b="0">
                              <a:solidFill>
                                <a:schemeClr val="tx1"/>
                              </a:solidFill>
                            </a:rPr>
                            <a:t>を確率分布へ変換</a:t>
                          </a:r>
                          <a:endParaRPr lang="en-US" altLang="ja-JP" b="0">
                            <a:solidFill>
                              <a:schemeClr val="tx1"/>
                            </a:solidFill>
                          </a:endParaRPr>
                        </a:p>
                        <a:p>
                          <a:pPr marL="0" indent="0">
                            <a:buFont typeface="Arial" panose="020B0604020202020204" pitchFamily="34" charset="0"/>
                            <a:buNone/>
                          </a:pPr>
                          <a:r>
                            <a:rPr lang="ja-JP" altLang="ja-JP" sz="1800">
                              <a:solidFill>
                                <a:schemeClr val="tx1"/>
                              </a:solidFill>
                            </a:rPr>
                            <a:t>出力</a:t>
                          </a:r>
                          <a:r>
                            <a:rPr lang="ja-JP" altLang="en-US" sz="1800">
                              <a:solidFill>
                                <a:schemeClr val="tx1"/>
                              </a:solidFill>
                            </a:rPr>
                            <a:t>：</a:t>
                          </a:r>
                          <a:r>
                            <a:rPr lang="ja-JP" altLang="ja-JP" b="0">
                              <a:solidFill>
                                <a:schemeClr val="tx1"/>
                              </a:solidFill>
                            </a:rPr>
                            <a:t>基盤teacher分布 </a:t>
                          </a:r>
                          <a14:m>
                            <m:oMath xmlns:m="http://schemas.openxmlformats.org/officeDocument/2006/math">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𝑞</m:t>
                                  </m:r>
                                </m:e>
                                <m:sub>
                                  <m:r>
                                    <m:rPr>
                                      <m:sty m:val="p"/>
                                    </m:rPr>
                                    <a:rPr kumimoji="1" lang="en-US" altLang="ja-JP" sz="1800" b="0" i="0" kern="1200">
                                      <a:solidFill>
                                        <a:schemeClr val="tx1"/>
                                      </a:solidFill>
                                      <a:latin typeface="Cambria Math" panose="02040503050406030204" pitchFamily="18" charset="0"/>
                                      <a:ea typeface="+mn-ea"/>
                                      <a:cs typeface="+mn-cs"/>
                                    </a:rPr>
                                    <m:t>base</m:t>
                                  </m:r>
                                </m:sub>
                                <m:sup>
                                  <m:d>
                                    <m:dPr>
                                      <m:ctrlPr>
                                        <a:rPr kumimoji="1" lang="ja-JP" altLang="en-US" sz="1800" b="0" i="1" kern="1200">
                                          <a:solidFill>
                                            <a:schemeClr val="tx1"/>
                                          </a:solidFill>
                                          <a:latin typeface="Cambria Math" panose="02040503050406030204" pitchFamily="18" charset="0"/>
                                          <a:ea typeface="+mn-ea"/>
                                          <a:cs typeface="+mn-cs"/>
                                        </a:rPr>
                                      </m:ctrlPr>
                                    </m:dPr>
                                    <m:e>
                                      <m:r>
                                        <a:rPr kumimoji="1" lang="ja-JP" altLang="en-US" sz="1800" b="0" i="1" kern="1200">
                                          <a:solidFill>
                                            <a:schemeClr val="tx1"/>
                                          </a:solidFill>
                                          <a:latin typeface="Cambria Math" panose="02040503050406030204" pitchFamily="18" charset="0"/>
                                          <a:ea typeface="+mn-ea"/>
                                          <a:cs typeface="+mn-cs"/>
                                        </a:rPr>
                                        <m:t>𝑟</m:t>
                                      </m:r>
                                    </m:e>
                                  </m:d>
                                </m:sup>
                              </m:sSubSup>
                            </m:oMath>
                          </a14:m>
                          <a:endParaRPr lang="en-US" altLang="ja-JP" b="1">
                            <a:solidFill>
                              <a:schemeClr val="tx1"/>
                            </a:solidFill>
                          </a:endParaRPr>
                        </a:p>
                        <a:p>
                          <a:pPr marL="0" indent="0">
                            <a:buFont typeface="Arial" panose="020B0604020202020204" pitchFamily="34" charset="0"/>
                            <a:buNone/>
                          </a:pPr>
                          <a:r>
                            <a:rPr lang="ja-JP" altLang="en-US" b="1">
                              <a:solidFill>
                                <a:schemeClr val="tx1"/>
                              </a:solidFill>
                            </a:rPr>
                            <a:t>凍結対象：</a:t>
                          </a:r>
                          <a:endParaRPr lang="en-US" altLang="ja-JP" b="1">
                            <a:solidFill>
                              <a:schemeClr val="tx1"/>
                            </a:solidFill>
                          </a:endParaRPr>
                        </a:p>
                        <a:p>
                          <a:pPr marL="0" indent="0">
                            <a:buFont typeface="Arial" panose="020B0604020202020204" pitchFamily="34" charset="0"/>
                            <a:buNone/>
                          </a:pPr>
                          <a:r>
                            <a:rPr lang="ja-JP" altLang="en-US" b="0">
                              <a:solidFill>
                                <a:schemeClr val="tx1"/>
                              </a:solidFill>
                            </a:rPr>
                            <a:t>基盤モデル，基盤</a:t>
                          </a:r>
                          <a:r>
                            <a:rPr lang="en-US" altLang="ja-JP" b="0" err="1">
                              <a:solidFill>
                                <a:schemeClr val="tx1"/>
                              </a:solidFill>
                            </a:rPr>
                            <a:t>LoRA</a:t>
                          </a:r>
                          <a:r>
                            <a:rPr lang="ja-JP" altLang="en-US" b="0">
                              <a:solidFill>
                                <a:schemeClr val="tx1"/>
                              </a:solidFill>
                            </a:rPr>
                            <a:t>，基盤分類ヘッド</a:t>
                          </a:r>
                          <a:endParaRPr lang="en-US" altLang="ja-JP" sz="1800" b="0">
                            <a:solidFill>
                              <a:schemeClr val="tx1"/>
                            </a:solidFill>
                          </a:endParaRPr>
                        </a:p>
                        <a:p>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Choice>
        <mc:Fallback>
          <p:graphicFrame>
            <p:nvGraphicFramePr>
              <p:cNvPr id="6" name="表 5">
                <a:extLst>
                  <a:ext uri="{FF2B5EF4-FFF2-40B4-BE49-F238E27FC236}">
                    <a16:creationId xmlns:a16="http://schemas.microsoft.com/office/drawing/2014/main" id="{8D3B87D4-8760-3785-00DA-09F133A7CC5C}"/>
                  </a:ext>
                </a:extLst>
              </p:cNvPr>
              <p:cNvGraphicFramePr>
                <a:graphicFrameLocks noGrp="1"/>
              </p:cNvGraphicFramePr>
              <p:nvPr>
                <p:extLst>
                  <p:ext uri="{D42A27DB-BD31-4B8C-83A1-F6EECF244321}">
                    <p14:modId xmlns:p14="http://schemas.microsoft.com/office/powerpoint/2010/main" val="59013263"/>
                  </p:ext>
                </p:extLst>
              </p:nvPr>
            </p:nvGraphicFramePr>
            <p:xfrm>
              <a:off x="70256" y="745418"/>
              <a:ext cx="5964784" cy="3829939"/>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829939">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2" t="-1272" r="-306" b="-318"/>
                          </a:stretch>
                        </a:blipFill>
                      </a:tcPr>
                    </a:tc>
                    <a:extLst>
                      <a:ext uri="{0D108BD9-81ED-4DB2-BD59-A6C34878D82A}">
                        <a16:rowId xmlns:a16="http://schemas.microsoft.com/office/drawing/2014/main" val="5696878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8" name="表 7">
                <a:extLst>
                  <a:ext uri="{FF2B5EF4-FFF2-40B4-BE49-F238E27FC236}">
                    <a16:creationId xmlns:a16="http://schemas.microsoft.com/office/drawing/2014/main" id="{9CE31EBA-9456-6412-AE12-B02BAFFFFB41}"/>
                  </a:ext>
                </a:extLst>
              </p:cNvPr>
              <p:cNvGraphicFramePr>
                <a:graphicFrameLocks noGrp="1"/>
              </p:cNvGraphicFramePr>
              <p:nvPr>
                <p:extLst>
                  <p:ext uri="{D42A27DB-BD31-4B8C-83A1-F6EECF244321}">
                    <p14:modId xmlns:p14="http://schemas.microsoft.com/office/powerpoint/2010/main" val="2915026092"/>
                  </p:ext>
                </p:extLst>
              </p:nvPr>
            </p:nvGraphicFramePr>
            <p:xfrm>
              <a:off x="6156960" y="759537"/>
              <a:ext cx="5964784" cy="3541586"/>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クライアント</a:t>
                          </a:r>
                          <a:r>
                            <a:rPr lang="en-US" altLang="ja-JP" sz="1800">
                              <a:solidFill>
                                <a:schemeClr val="tx1"/>
                              </a:solidFill>
                            </a:rPr>
                            <a:t>student</a:t>
                          </a:r>
                          <a:r>
                            <a:rPr lang="ja-JP" altLang="en-US" sz="1800">
                              <a:solidFill>
                                <a:schemeClr val="tx1"/>
                              </a:solidFill>
                            </a:rPr>
                            <a:t>分布の計算</a:t>
                          </a:r>
                          <a:endParaRPr lang="en-US" altLang="ja-JP" sz="1800">
                            <a:solidFill>
                              <a:schemeClr val="tx1"/>
                            </a:solidFill>
                          </a:endParaRPr>
                        </a:p>
                        <a:p>
                          <a:pPr algn="ct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𝑔</m:t>
                                    </m:r>
                                  </m:e>
                                  <m:sub>
                                    <m:r>
                                      <a:rPr kumimoji="1" lang="ja-JP" altLang="en-US" sz="1800" i="1" dirty="0">
                                        <a:solidFill>
                                          <a:schemeClr val="tx1"/>
                                        </a:solidFill>
                                        <a:latin typeface="Cambria Math" panose="02040503050406030204" pitchFamily="18" charset="0"/>
                                      </a:rPr>
                                      <m:t>𝑟</m:t>
                                    </m:r>
                                  </m:sub>
                                </m:sSub>
                                <m:r>
                                  <a:rPr kumimoji="1" lang="ja-JP" altLang="en-US" sz="1800" i="0" dirty="0">
                                    <a:solidFill>
                                      <a:schemeClr val="tx1"/>
                                    </a:solidFill>
                                    <a:latin typeface="Cambria Math" panose="02040503050406030204" pitchFamily="18" charset="0"/>
                                  </a:rPr>
                                  <m:t>=</m:t>
                                </m:r>
                                <m:sSub>
                                  <m:sSubPr>
                                    <m:ctrlPr>
                                      <a:rPr kumimoji="1" lang="ja-JP" altLang="en-US" sz="1800" i="1" dirty="0">
                                        <a:solidFill>
                                          <a:schemeClr val="tx1"/>
                                        </a:solidFill>
                                        <a:latin typeface="Cambria Math" panose="02040503050406030204" pitchFamily="18" charset="0"/>
                                      </a:rPr>
                                    </m:ctrlPr>
                                  </m:sSubPr>
                                  <m:e>
                                    <m:r>
                                      <m:rPr>
                                        <m:sty m:val="p"/>
                                      </m:rPr>
                                      <a:rPr kumimoji="1" lang="ja-JP" altLang="en-US" sz="1800" i="0" dirty="0">
                                        <a:solidFill>
                                          <a:schemeClr val="tx1"/>
                                        </a:solidFill>
                                        <a:latin typeface="Cambria Math" panose="02040503050406030204" pitchFamily="18" charset="0"/>
                                      </a:rPr>
                                      <m:t>∇</m:t>
                                    </m:r>
                                  </m:e>
                                  <m:sub>
                                    <m:sSub>
                                      <m:sSubPr>
                                        <m:ctrlPr>
                                          <a:rPr kumimoji="1" lang="ja-JP" altLang="en-US" sz="1800" i="1" dirty="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sub>
                                </m:sSub>
                                <m:sSubSup>
                                  <m:sSubSupPr>
                                    <m:ctrlPr>
                                      <a:rPr kumimoji="1" lang="ja-JP" altLang="en-US" sz="1800" b="0" i="1" dirty="0">
                                        <a:solidFill>
                                          <a:schemeClr val="tx1"/>
                                        </a:solidFill>
                                        <a:latin typeface="Cambria Math" panose="02040503050406030204" pitchFamily="18" charset="0"/>
                                      </a:rPr>
                                    </m:ctrlPr>
                                  </m:sSubSupPr>
                                  <m:e>
                                    <m:r>
                                      <a:rPr kumimoji="1" lang="ja-JP" altLang="en-US" sz="1800" b="0" i="0" dirty="0">
                                        <a:solidFill>
                                          <a:schemeClr val="tx1"/>
                                        </a:solidFill>
                                        <a:latin typeface="Cambria Math" panose="02040503050406030204" pitchFamily="18" charset="0"/>
                                      </a:rPr>
                                      <m:t>ℒ</m:t>
                                    </m:r>
                                  </m:e>
                                  <m:sub>
                                    <m:r>
                                      <a:rPr kumimoji="1" lang="en-US" altLang="ja-JP" sz="1800" b="0" i="1" dirty="0" smtClean="0">
                                        <a:solidFill>
                                          <a:schemeClr val="tx1"/>
                                        </a:solidFill>
                                        <a:latin typeface="Cambria Math" panose="02040503050406030204" pitchFamily="18" charset="0"/>
                                      </a:rPr>
                                      <m:t>𝑝𝑟𝑒𝑑</m:t>
                                    </m:r>
                                  </m:sub>
                                  <m:sup>
                                    <m:d>
                                      <m:dPr>
                                        <m:ctrlPr>
                                          <a:rPr kumimoji="1" lang="ja-JP" altLang="en-US" sz="1800" b="0" i="1" dirty="0">
                                            <a:solidFill>
                                              <a:schemeClr val="tx1"/>
                                            </a:solidFill>
                                            <a:latin typeface="Cambria Math" panose="02040503050406030204" pitchFamily="18" charset="0"/>
                                          </a:rPr>
                                        </m:ctrlPr>
                                      </m:dPr>
                                      <m:e>
                                        <m:r>
                                          <a:rPr kumimoji="1" lang="ja-JP" altLang="en-US" sz="1800" b="0" i="1" dirty="0">
                                            <a:solidFill>
                                              <a:schemeClr val="tx1"/>
                                            </a:solidFill>
                                            <a:latin typeface="Cambria Math" panose="02040503050406030204" pitchFamily="18" charset="0"/>
                                          </a:rPr>
                                          <m:t>𝑟</m:t>
                                        </m:r>
                                      </m:e>
                                    </m:d>
                                  </m:sup>
                                </m:sSubSup>
                              </m:oMath>
                            </m:oMathPara>
                          </a14:m>
                          <a:endParaRPr kumimoji="1" lang="en-US" altLang="ja-JP" sz="180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d>
                                  <m:dPr>
                                    <m:begChr m:val="{"/>
                                    <m:endChr m:val="}"/>
                                    <m:ctrlPr>
                                      <a:rPr kumimoji="1" lang="en-US" altLang="ja-JP" sz="1800" b="0" i="1" dirty="0" smtClean="0">
                                        <a:solidFill>
                                          <a:schemeClr val="tx1"/>
                                        </a:solidFill>
                                        <a:latin typeface="Cambria Math" panose="02040503050406030204" pitchFamily="18" charset="0"/>
                                      </a:rPr>
                                    </m:ctrlPr>
                                  </m:dPr>
                                  <m:e>
                                    <m:sSub>
                                      <m:sSubPr>
                                        <m:ctrlPr>
                                          <a:rPr kumimoji="1" lang="en-US" altLang="ja-JP" sz="1800" b="0" i="1" dirty="0" smtClean="0">
                                            <a:solidFill>
                                              <a:schemeClr val="tx1"/>
                                            </a:solidFill>
                                            <a:latin typeface="Cambria Math" panose="02040503050406030204" pitchFamily="18" charset="0"/>
                                          </a:rPr>
                                        </m:ctrlPr>
                                      </m:sSubPr>
                                      <m:e>
                                        <m:r>
                                          <a:rPr kumimoji="1" lang="ja-JP" altLang="en-US" sz="1800" b="0" i="1" dirty="0" smtClean="0">
                                            <a:solidFill>
                                              <a:schemeClr val="tx1"/>
                                            </a:solidFill>
                                            <a:latin typeface="Cambria Math" panose="02040503050406030204" pitchFamily="18" charset="0"/>
                                          </a:rPr>
                                          <m:t>𝜙</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sSub>
                                      <m:sSubPr>
                                        <m:ctrlPr>
                                          <a:rPr kumimoji="1" lang="en-US" altLang="ja-JP" sz="1800" b="0" i="1" dirty="0" smtClean="0">
                                            <a:solidFill>
                                              <a:schemeClr val="tx1"/>
                                            </a:solidFill>
                                            <a:latin typeface="Cambria Math" panose="02040503050406030204" pitchFamily="18" charset="0"/>
                                          </a:rPr>
                                        </m:ctrlPr>
                                      </m:sSubPr>
                                      <m:e>
                                        <m:r>
                                          <a:rPr kumimoji="1" lang="en-US" altLang="ja-JP" sz="1800" b="0" i="1" dirty="0" smtClean="0">
                                            <a:solidFill>
                                              <a:schemeClr val="tx1"/>
                                            </a:solidFill>
                                            <a:latin typeface="Cambria Math" panose="02040503050406030204" pitchFamily="18" charset="0"/>
                                          </a:rPr>
                                          <m:t>𝑤</m:t>
                                        </m:r>
                                      </m:e>
                                      <m:sub>
                                        <m:r>
                                          <a:rPr kumimoji="1" lang="en-US" altLang="ja-JP" sz="1800" b="0" i="1" dirty="0" smtClean="0">
                                            <a:solidFill>
                                              <a:schemeClr val="tx1"/>
                                            </a:solidFill>
                                            <a:latin typeface="Cambria Math" panose="02040503050406030204" pitchFamily="18" charset="0"/>
                                          </a:rPr>
                                          <m:t>𝑏𝑎𝑠𝑒</m:t>
                                        </m:r>
                                      </m:sub>
                                    </m:sSub>
                                  </m:e>
                                </m:d>
                              </m:oMath>
                            </m:oMathPara>
                          </a14:m>
                          <a:endParaRPr kumimoji="1" lang="en-US" altLang="ja-JP" sz="1800" b="0">
                            <a:solidFill>
                              <a:schemeClr val="tx1"/>
                            </a:solidFill>
                          </a:endParaRPr>
                        </a:p>
                        <a:p>
                          <a:pPr marL="0" indent="0">
                            <a:buNone/>
                          </a:pPr>
                          <a:endParaRPr lang="en-US" altLang="ja-JP" sz="1800">
                            <a:solidFill>
                              <a:schemeClr val="tx1"/>
                            </a:solidFill>
                          </a:endParaRPr>
                        </a:p>
                        <a:p>
                          <a:r>
                            <a:rPr lang="ja-JP" altLang="ja-JP" b="1">
                              <a:solidFill>
                                <a:schemeClr val="tx1"/>
                              </a:solidFill>
                            </a:rPr>
                            <a:t>入力</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en-US" b="0">
                              <a:solidFill>
                                <a:schemeClr val="tx1"/>
                              </a:solidFill>
                            </a:rPr>
                            <a:t>還元用整合データ</a:t>
                          </a:r>
                          <a:endParaRPr lang="en-US" altLang="ja-JP" b="0">
                            <a:solidFill>
                              <a:schemeClr val="tx1"/>
                            </a:solidFill>
                          </a:endParaRPr>
                        </a:p>
                        <a:p>
                          <a:pPr marL="285750" indent="-285750">
                            <a:buFont typeface="Arial" panose="020B0604020202020204" pitchFamily="34" charset="0"/>
                            <a:buChar char="•"/>
                          </a:pPr>
                          <a:r>
                            <a:rPr lang="ja-JP" altLang="en-US" b="0">
                              <a:solidFill>
                                <a:schemeClr val="tx1"/>
                              </a:solidFill>
                            </a:rPr>
                            <a:t>蒸留前クライアントモデル</a:t>
                          </a:r>
                          <a:endParaRPr lang="en-US" altLang="ja-JP" b="0">
                            <a:solidFill>
                              <a:schemeClr val="tx1"/>
                            </a:solidFill>
                          </a:endParaRPr>
                        </a:p>
                        <a:p>
                          <a:pPr marL="0" indent="0">
                            <a:buFont typeface="Arial" panose="020B0604020202020204" pitchFamily="34" charset="0"/>
                            <a:buNone/>
                          </a:pPr>
                          <a:r>
                            <a:rPr lang="ja-JP" altLang="ja-JP" b="1">
                              <a:solidFill>
                                <a:schemeClr val="tx1"/>
                              </a:solidFill>
                            </a:rPr>
                            <a:t>処理</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en-US" b="0">
                              <a:solidFill>
                                <a:schemeClr val="tx1"/>
                              </a:solidFill>
                            </a:rPr>
                            <a:t>基盤側と同じ入力に対するクライアント予測分布を計算</a:t>
                          </a:r>
                          <a:endParaRPr lang="en-US" altLang="ja-JP" b="0">
                            <a:solidFill>
                              <a:schemeClr val="tx1"/>
                            </a:solidFill>
                          </a:endParaRPr>
                        </a:p>
                        <a:p>
                          <a:pPr marL="0" indent="0">
                            <a:buFont typeface="Arial" panose="020B0604020202020204" pitchFamily="34" charset="0"/>
                            <a:buNone/>
                          </a:pPr>
                          <a:r>
                            <a:rPr lang="ja-JP" altLang="ja-JP" sz="1800">
                              <a:solidFill>
                                <a:schemeClr val="tx1"/>
                              </a:solidFill>
                            </a:rPr>
                            <a:t>出力</a:t>
                          </a:r>
                          <a:r>
                            <a:rPr lang="ja-JP" altLang="en-US" sz="1800">
                              <a:solidFill>
                                <a:schemeClr val="tx1"/>
                              </a:solidFill>
                            </a:rPr>
                            <a:t>：</a:t>
                          </a:r>
                          <a:r>
                            <a:rPr lang="ja-JP" altLang="ja-JP" b="0">
                              <a:solidFill>
                                <a:schemeClr val="tx1"/>
                              </a:solidFill>
                            </a:rPr>
                            <a:t>student分布 </a:t>
                          </a:r>
                          <a14:m>
                            <m:oMath xmlns:m="http://schemas.openxmlformats.org/officeDocument/2006/math">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𝑞</m:t>
                                  </m:r>
                                </m:e>
                                <m:sub>
                                  <m:r>
                                    <a:rPr kumimoji="1" lang="ja-JP" altLang="en-US" sz="1800" b="0" i="1" kern="1200">
                                      <a:solidFill>
                                        <a:schemeClr val="tx1"/>
                                      </a:solidFill>
                                      <a:latin typeface="Cambria Math" panose="02040503050406030204" pitchFamily="18" charset="0"/>
                                      <a:ea typeface="+mn-ea"/>
                                      <a:cs typeface="+mn-cs"/>
                                    </a:rPr>
                                    <m:t>𝑐</m:t>
                                  </m:r>
                                </m:sub>
                                <m:sup>
                                  <m:r>
                                    <a:rPr kumimoji="1" lang="en-US" altLang="ja-JP" sz="1800" b="0" i="1" kern="1200" smtClean="0">
                                      <a:solidFill>
                                        <a:schemeClr val="tx1"/>
                                      </a:solidFill>
                                      <a:latin typeface="Cambria Math" panose="02040503050406030204" pitchFamily="18" charset="0"/>
                                      <a:ea typeface="+mn-ea"/>
                                      <a:cs typeface="+mn-cs"/>
                                    </a:rPr>
                                    <m:t>(</m:t>
                                  </m:r>
                                  <m:r>
                                    <a:rPr kumimoji="1" lang="en-US" altLang="ja-JP" sz="1800" b="0" i="1" kern="1200" smtClean="0">
                                      <a:solidFill>
                                        <a:schemeClr val="tx1"/>
                                      </a:solidFill>
                                      <a:latin typeface="Cambria Math" panose="02040503050406030204" pitchFamily="18" charset="0"/>
                                      <a:ea typeface="+mn-ea"/>
                                      <a:cs typeface="+mn-cs"/>
                                    </a:rPr>
                                    <m:t>𝑘</m:t>
                                  </m:r>
                                  <m:r>
                                    <a:rPr kumimoji="1" lang="en-US" altLang="ja-JP" sz="1800" b="0" i="1" kern="1200" smtClean="0">
                                      <a:solidFill>
                                        <a:schemeClr val="tx1"/>
                                      </a:solidFill>
                                      <a:latin typeface="Cambria Math" panose="02040503050406030204" pitchFamily="18" charset="0"/>
                                      <a:ea typeface="+mn-ea"/>
                                      <a:cs typeface="+mn-cs"/>
                                    </a:rPr>
                                    <m:t>,</m:t>
                                  </m:r>
                                  <m:r>
                                    <a:rPr kumimoji="1" lang="en-US" altLang="ja-JP" sz="1800" b="0" i="1" kern="1200" smtClean="0">
                                      <a:solidFill>
                                        <a:schemeClr val="tx1"/>
                                      </a:solidFill>
                                      <a:latin typeface="Cambria Math" panose="02040503050406030204" pitchFamily="18" charset="0"/>
                                      <a:ea typeface="+mn-ea"/>
                                      <a:cs typeface="+mn-cs"/>
                                    </a:rPr>
                                    <m:t>𝑟</m:t>
                                  </m:r>
                                  <m:r>
                                    <a:rPr kumimoji="1" lang="en-US" altLang="ja-JP" sz="1800" b="0" i="1" kern="1200" smtClean="0">
                                      <a:solidFill>
                                        <a:schemeClr val="tx1"/>
                                      </a:solidFill>
                                      <a:latin typeface="Cambria Math" panose="02040503050406030204" pitchFamily="18" charset="0"/>
                                      <a:ea typeface="+mn-ea"/>
                                      <a:cs typeface="+mn-cs"/>
                                    </a:rPr>
                                    <m:t>+1)</m:t>
                                  </m:r>
                                </m:sup>
                              </m:sSubSup>
                            </m:oMath>
                          </a14:m>
                          <a:endParaRPr lang="en-US" altLang="ja-JP" b="0">
                            <a:solidFill>
                              <a:schemeClr val="tx1"/>
                            </a:solidFill>
                          </a:endParaRPr>
                        </a:p>
                        <a:p>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Choice>
        <mc:Fallback>
          <p:graphicFrame>
            <p:nvGraphicFramePr>
              <p:cNvPr id="8" name="表 7">
                <a:extLst>
                  <a:ext uri="{FF2B5EF4-FFF2-40B4-BE49-F238E27FC236}">
                    <a16:creationId xmlns:a16="http://schemas.microsoft.com/office/drawing/2014/main" id="{9CE31EBA-9456-6412-AE12-B02BAFFFFB41}"/>
                  </a:ext>
                </a:extLst>
              </p:cNvPr>
              <p:cNvGraphicFramePr>
                <a:graphicFrameLocks noGrp="1"/>
              </p:cNvGraphicFramePr>
              <p:nvPr>
                <p:extLst>
                  <p:ext uri="{D42A27DB-BD31-4B8C-83A1-F6EECF244321}">
                    <p14:modId xmlns:p14="http://schemas.microsoft.com/office/powerpoint/2010/main" val="2915026092"/>
                  </p:ext>
                </p:extLst>
              </p:nvPr>
            </p:nvGraphicFramePr>
            <p:xfrm>
              <a:off x="6156960" y="759537"/>
              <a:ext cx="5964784" cy="3541586"/>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541586">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4" t="-1375" r="-204" b="-344"/>
                          </a:stretch>
                        </a:blipFill>
                      </a:tcPr>
                    </a:tc>
                    <a:extLst>
                      <a:ext uri="{0D108BD9-81ED-4DB2-BD59-A6C34878D82A}">
                        <a16:rowId xmlns:a16="http://schemas.microsoft.com/office/drawing/2014/main" val="56968783"/>
                      </a:ext>
                    </a:extLst>
                  </a:tr>
                </a:tbl>
              </a:graphicData>
            </a:graphic>
          </p:graphicFrame>
        </mc:Fallback>
      </mc:AlternateContent>
    </p:spTree>
    <p:extLst>
      <p:ext uri="{BB962C8B-B14F-4D97-AF65-F5344CB8AC3E}">
        <p14:creationId xmlns:p14="http://schemas.microsoft.com/office/powerpoint/2010/main" val="6164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AEE1B-203C-128F-0C15-67FE182460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843704-15EE-7AC4-A083-99B0D6F6DD84}"/>
              </a:ext>
            </a:extLst>
          </p:cNvPr>
          <p:cNvSpPr>
            <a:spLocks noGrp="1"/>
          </p:cNvSpPr>
          <p:nvPr>
            <p:ph type="title"/>
          </p:nvPr>
        </p:nvSpPr>
        <p:spPr/>
        <p:txBody>
          <a:bodyPr>
            <a:normAutofit/>
          </a:bodyPr>
          <a:lstStyle/>
          <a:p>
            <a:r>
              <a:rPr kumimoji="1" lang="ja-JP" altLang="en-US"/>
              <a:t>⑥ 次ラウンド用知識の生成・蒸留更新</a:t>
            </a:r>
            <a:r>
              <a:rPr lang="ja-JP" altLang="en-US"/>
              <a:t>の詳細</a:t>
            </a:r>
            <a:endParaRPr kumimoji="1" lang="ja-JP" altLang="en-US"/>
          </a:p>
        </p:txBody>
      </p:sp>
      <p:sp>
        <p:nvSpPr>
          <p:cNvPr id="3" name="スライド番号プレースホルダー 2">
            <a:extLst>
              <a:ext uri="{FF2B5EF4-FFF2-40B4-BE49-F238E27FC236}">
                <a16:creationId xmlns:a16="http://schemas.microsoft.com/office/drawing/2014/main" id="{F1819594-DFE2-C655-8380-0884A53907A5}"/>
              </a:ext>
            </a:extLst>
          </p:cNvPr>
          <p:cNvSpPr>
            <a:spLocks noGrp="1"/>
          </p:cNvSpPr>
          <p:nvPr>
            <p:ph type="sldNum" sz="quarter" idx="4"/>
          </p:nvPr>
        </p:nvSpPr>
        <p:spPr/>
        <p:txBody>
          <a:bodyPr/>
          <a:lstStyle/>
          <a:p>
            <a:fld id="{C088C981-6885-4100-82A1-DE7074EC4480}" type="slidenum">
              <a:rPr lang="ja-JP" altLang="en-US" smtClean="0"/>
              <a:pPr/>
              <a:t>12</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6" name="表 5">
                <a:extLst>
                  <a:ext uri="{FF2B5EF4-FFF2-40B4-BE49-F238E27FC236}">
                    <a16:creationId xmlns:a16="http://schemas.microsoft.com/office/drawing/2014/main" id="{2E4EC598-7D3B-FEBB-5E4E-A785F87B77DB}"/>
                  </a:ext>
                </a:extLst>
              </p:cNvPr>
              <p:cNvGraphicFramePr>
                <a:graphicFrameLocks noGrp="1"/>
              </p:cNvGraphicFramePr>
              <p:nvPr>
                <p:extLst>
                  <p:ext uri="{D42A27DB-BD31-4B8C-83A1-F6EECF244321}">
                    <p14:modId xmlns:p14="http://schemas.microsoft.com/office/powerpoint/2010/main" val="347715682"/>
                  </p:ext>
                </p:extLst>
              </p:nvPr>
            </p:nvGraphicFramePr>
            <p:xfrm>
              <a:off x="70256" y="745418"/>
              <a:ext cx="5964784" cy="3208465"/>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蒸留損失の計算</a:t>
                          </a:r>
                          <a:endParaRPr lang="en-US" altLang="ja-JP" sz="1800">
                            <a:solidFill>
                              <a:schemeClr val="tx1"/>
                            </a:solidFill>
                          </a:endParaRPr>
                        </a:p>
                        <a:p>
                          <a:pPr algn="ct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𝑔</m:t>
                                    </m:r>
                                  </m:e>
                                  <m:sub>
                                    <m:r>
                                      <a:rPr kumimoji="1" lang="ja-JP" altLang="en-US" sz="1800" i="1" dirty="0">
                                        <a:solidFill>
                                          <a:schemeClr val="tx1"/>
                                        </a:solidFill>
                                        <a:latin typeface="Cambria Math" panose="02040503050406030204" pitchFamily="18" charset="0"/>
                                      </a:rPr>
                                      <m:t>𝑟</m:t>
                                    </m:r>
                                  </m:sub>
                                </m:sSub>
                                <m:r>
                                  <a:rPr kumimoji="1" lang="ja-JP" altLang="en-US" sz="1800" i="0" dirty="0">
                                    <a:solidFill>
                                      <a:schemeClr val="tx1"/>
                                    </a:solidFill>
                                    <a:latin typeface="Cambria Math" panose="02040503050406030204" pitchFamily="18" charset="0"/>
                                  </a:rPr>
                                  <m:t>=</m:t>
                                </m:r>
                                <m:sSub>
                                  <m:sSubPr>
                                    <m:ctrlPr>
                                      <a:rPr kumimoji="1" lang="ja-JP" altLang="en-US" sz="1800" i="1" dirty="0">
                                        <a:solidFill>
                                          <a:schemeClr val="tx1"/>
                                        </a:solidFill>
                                        <a:latin typeface="Cambria Math" panose="02040503050406030204" pitchFamily="18" charset="0"/>
                                      </a:rPr>
                                    </m:ctrlPr>
                                  </m:sSubPr>
                                  <m:e>
                                    <m:r>
                                      <m:rPr>
                                        <m:sty m:val="p"/>
                                      </m:rPr>
                                      <a:rPr kumimoji="1" lang="ja-JP" altLang="en-US" sz="1800" i="0" dirty="0">
                                        <a:solidFill>
                                          <a:schemeClr val="tx1"/>
                                        </a:solidFill>
                                        <a:latin typeface="Cambria Math" panose="02040503050406030204" pitchFamily="18" charset="0"/>
                                      </a:rPr>
                                      <m:t>∇</m:t>
                                    </m:r>
                                  </m:e>
                                  <m:sub>
                                    <m:sSub>
                                      <m:sSubPr>
                                        <m:ctrlPr>
                                          <a:rPr kumimoji="1" lang="ja-JP" altLang="en-US" sz="1800" i="1" dirty="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sub>
                                </m:sSub>
                                <m:sSubSup>
                                  <m:sSubSupPr>
                                    <m:ctrlPr>
                                      <a:rPr kumimoji="1" lang="ja-JP" altLang="en-US" sz="1800" b="0" i="1" dirty="0">
                                        <a:solidFill>
                                          <a:schemeClr val="tx1"/>
                                        </a:solidFill>
                                        <a:latin typeface="Cambria Math" panose="02040503050406030204" pitchFamily="18" charset="0"/>
                                      </a:rPr>
                                    </m:ctrlPr>
                                  </m:sSubSupPr>
                                  <m:e>
                                    <m:r>
                                      <a:rPr kumimoji="1" lang="ja-JP" altLang="en-US" sz="1800" b="0" i="0" dirty="0">
                                        <a:solidFill>
                                          <a:schemeClr val="tx1"/>
                                        </a:solidFill>
                                        <a:latin typeface="Cambria Math" panose="02040503050406030204" pitchFamily="18" charset="0"/>
                                      </a:rPr>
                                      <m:t>ℒ</m:t>
                                    </m:r>
                                  </m:e>
                                  <m:sub>
                                    <m:r>
                                      <a:rPr kumimoji="1" lang="en-US" altLang="ja-JP" sz="1800" b="0" i="1" dirty="0" smtClean="0">
                                        <a:solidFill>
                                          <a:schemeClr val="tx1"/>
                                        </a:solidFill>
                                        <a:latin typeface="Cambria Math" panose="02040503050406030204" pitchFamily="18" charset="0"/>
                                      </a:rPr>
                                      <m:t>𝑝𝑟𝑒𝑑</m:t>
                                    </m:r>
                                  </m:sub>
                                  <m:sup>
                                    <m:d>
                                      <m:dPr>
                                        <m:ctrlPr>
                                          <a:rPr kumimoji="1" lang="ja-JP" altLang="en-US" sz="1800" b="0" i="1" dirty="0">
                                            <a:solidFill>
                                              <a:schemeClr val="tx1"/>
                                            </a:solidFill>
                                            <a:latin typeface="Cambria Math" panose="02040503050406030204" pitchFamily="18" charset="0"/>
                                          </a:rPr>
                                        </m:ctrlPr>
                                      </m:dPr>
                                      <m:e>
                                        <m:r>
                                          <a:rPr kumimoji="1" lang="ja-JP" altLang="en-US" sz="1800" b="0" i="1" dirty="0">
                                            <a:solidFill>
                                              <a:schemeClr val="tx1"/>
                                            </a:solidFill>
                                            <a:latin typeface="Cambria Math" panose="02040503050406030204" pitchFamily="18" charset="0"/>
                                          </a:rPr>
                                          <m:t>𝑟</m:t>
                                        </m:r>
                                      </m:e>
                                    </m:d>
                                  </m:sup>
                                </m:sSubSup>
                              </m:oMath>
                            </m:oMathPara>
                          </a14:m>
                          <a:endParaRPr kumimoji="1" lang="en-US" altLang="ja-JP" sz="180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d>
                                  <m:dPr>
                                    <m:begChr m:val="{"/>
                                    <m:endChr m:val="}"/>
                                    <m:ctrlPr>
                                      <a:rPr kumimoji="1" lang="en-US" altLang="ja-JP" sz="1800" b="0" i="1" dirty="0" smtClean="0">
                                        <a:solidFill>
                                          <a:schemeClr val="tx1"/>
                                        </a:solidFill>
                                        <a:latin typeface="Cambria Math" panose="02040503050406030204" pitchFamily="18" charset="0"/>
                                      </a:rPr>
                                    </m:ctrlPr>
                                  </m:dPr>
                                  <m:e>
                                    <m:sSub>
                                      <m:sSubPr>
                                        <m:ctrlPr>
                                          <a:rPr kumimoji="1" lang="en-US" altLang="ja-JP" sz="1800" b="0" i="1" dirty="0" smtClean="0">
                                            <a:solidFill>
                                              <a:schemeClr val="tx1"/>
                                            </a:solidFill>
                                            <a:latin typeface="Cambria Math" panose="02040503050406030204" pitchFamily="18" charset="0"/>
                                          </a:rPr>
                                        </m:ctrlPr>
                                      </m:sSubPr>
                                      <m:e>
                                        <m:r>
                                          <a:rPr kumimoji="1" lang="ja-JP" altLang="en-US" sz="1800" b="0" i="1" dirty="0" smtClean="0">
                                            <a:solidFill>
                                              <a:schemeClr val="tx1"/>
                                            </a:solidFill>
                                            <a:latin typeface="Cambria Math" panose="02040503050406030204" pitchFamily="18" charset="0"/>
                                          </a:rPr>
                                          <m:t>𝜙</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sSub>
                                      <m:sSubPr>
                                        <m:ctrlPr>
                                          <a:rPr kumimoji="1" lang="en-US" altLang="ja-JP" sz="1800" b="0" i="1" dirty="0" smtClean="0">
                                            <a:solidFill>
                                              <a:schemeClr val="tx1"/>
                                            </a:solidFill>
                                            <a:latin typeface="Cambria Math" panose="02040503050406030204" pitchFamily="18" charset="0"/>
                                          </a:rPr>
                                        </m:ctrlPr>
                                      </m:sSubPr>
                                      <m:e>
                                        <m:r>
                                          <a:rPr kumimoji="1" lang="en-US" altLang="ja-JP" sz="1800" b="0" i="1" dirty="0" smtClean="0">
                                            <a:solidFill>
                                              <a:schemeClr val="tx1"/>
                                            </a:solidFill>
                                            <a:latin typeface="Cambria Math" panose="02040503050406030204" pitchFamily="18" charset="0"/>
                                          </a:rPr>
                                          <m:t>𝑤</m:t>
                                        </m:r>
                                      </m:e>
                                      <m:sub>
                                        <m:r>
                                          <a:rPr kumimoji="1" lang="en-US" altLang="ja-JP" sz="1800" b="0" i="1" dirty="0" smtClean="0">
                                            <a:solidFill>
                                              <a:schemeClr val="tx1"/>
                                            </a:solidFill>
                                            <a:latin typeface="Cambria Math" panose="02040503050406030204" pitchFamily="18" charset="0"/>
                                          </a:rPr>
                                          <m:t>𝑏𝑎𝑠𝑒</m:t>
                                        </m:r>
                                      </m:sub>
                                    </m:sSub>
                                  </m:e>
                                </m:d>
                              </m:oMath>
                            </m:oMathPara>
                          </a14:m>
                          <a:endParaRPr kumimoji="1" lang="en-US" altLang="ja-JP" sz="1800" b="0">
                            <a:solidFill>
                              <a:schemeClr val="tx1"/>
                            </a:solidFill>
                          </a:endParaRPr>
                        </a:p>
                        <a:p>
                          <a:pPr marL="0" indent="0">
                            <a:buNone/>
                          </a:pPr>
                          <a:endParaRPr lang="en-US" altLang="ja-JP" sz="1800">
                            <a:solidFill>
                              <a:schemeClr val="tx1"/>
                            </a:solidFill>
                          </a:endParaRPr>
                        </a:p>
                        <a:p>
                          <a:r>
                            <a:rPr lang="ja-JP" altLang="ja-JP" b="1">
                              <a:solidFill>
                                <a:schemeClr val="tx1"/>
                              </a:solidFill>
                            </a:rPr>
                            <a:t>入力</a:t>
                          </a:r>
                          <a:r>
                            <a:rPr lang="ja-JP" altLang="en-US" b="1">
                              <a:solidFill>
                                <a:schemeClr val="tx1"/>
                              </a:solidFill>
                            </a:rPr>
                            <a:t>：</a:t>
                          </a:r>
                          <a:endParaRPr lang="ja-JP" altLang="ja-JP" b="0">
                            <a:solidFill>
                              <a:schemeClr val="tx1"/>
                            </a:solidFill>
                          </a:endParaRPr>
                        </a:p>
                        <a:p>
                          <a:pPr marL="285750" indent="-285750">
                            <a:buFont typeface="Arial" panose="020B0604020202020204" pitchFamily="34" charset="0"/>
                            <a:buChar char="•"/>
                          </a:pPr>
                          <a:r>
                            <a:rPr lang="ja-JP" altLang="ja-JP" b="0">
                              <a:solidFill>
                                <a:schemeClr val="tx1"/>
                              </a:solidFill>
                            </a:rPr>
                            <a:t>基盤teacher分布</a:t>
                          </a:r>
                          <a:endParaRPr lang="en-US" altLang="ja-JP" b="0">
                            <a:solidFill>
                              <a:schemeClr val="tx1"/>
                            </a:solidFill>
                          </a:endParaRPr>
                        </a:p>
                        <a:p>
                          <a:pPr marL="285750" indent="-285750">
                            <a:buFont typeface="Arial" panose="020B0604020202020204" pitchFamily="34" charset="0"/>
                            <a:buChar char="•"/>
                          </a:pPr>
                          <a:r>
                            <a:rPr lang="ja-JP" altLang="ja-JP" b="0">
                              <a:solidFill>
                                <a:schemeClr val="tx1"/>
                              </a:solidFill>
                            </a:rPr>
                            <a:t>クライアントstudent</a:t>
                          </a:r>
                          <a:r>
                            <a:rPr lang="ja-JP" altLang="ja-JP"/>
                            <a:t>分布</a:t>
                          </a:r>
                          <a:endParaRPr lang="en-US" altLang="ja-JP"/>
                        </a:p>
                        <a:p>
                          <a:pPr marL="0" indent="0">
                            <a:buFont typeface="Arial" panose="020B0604020202020204" pitchFamily="34" charset="0"/>
                            <a:buNone/>
                          </a:pPr>
                          <a:r>
                            <a:rPr lang="ja-JP" altLang="ja-JP" b="1">
                              <a:solidFill>
                                <a:schemeClr val="tx1"/>
                              </a:solidFill>
                            </a:rPr>
                            <a:t>処理</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en-US" altLang="ja-JP" b="0">
                              <a:solidFill>
                                <a:schemeClr val="tx1"/>
                              </a:solidFill>
                            </a:rPr>
                            <a:t>teacher</a:t>
                          </a:r>
                          <a:r>
                            <a:rPr lang="ja-JP" altLang="en-US" b="0">
                              <a:solidFill>
                                <a:schemeClr val="tx1"/>
                              </a:solidFill>
                            </a:rPr>
                            <a:t>を固定し，両分布の</a:t>
                          </a:r>
                          <a:r>
                            <a:rPr lang="en-US" altLang="ja-JP" b="0">
                              <a:solidFill>
                                <a:schemeClr val="tx1"/>
                              </a:solidFill>
                            </a:rPr>
                            <a:t>KL</a:t>
                          </a:r>
                          <a:r>
                            <a:rPr lang="ja-JP" altLang="en-US" b="0">
                              <a:solidFill>
                                <a:schemeClr val="tx1"/>
                              </a:solidFill>
                            </a:rPr>
                            <a:t>を計算</a:t>
                          </a:r>
                          <a:endParaRPr lang="en-US" altLang="ja-JP" b="0">
                            <a:solidFill>
                              <a:schemeClr val="tx1"/>
                            </a:solidFill>
                          </a:endParaRPr>
                        </a:p>
                        <a:p>
                          <a:pPr marL="0" indent="0">
                            <a:buFont typeface="Arial" panose="020B0604020202020204" pitchFamily="34" charset="0"/>
                            <a:buNone/>
                          </a:pPr>
                          <a:r>
                            <a:rPr lang="ja-JP" altLang="ja-JP" sz="1800">
                              <a:solidFill>
                                <a:schemeClr val="tx1"/>
                              </a:solidFill>
                            </a:rPr>
                            <a:t>出力</a:t>
                          </a:r>
                          <a:r>
                            <a:rPr lang="ja-JP" altLang="en-US" sz="1800">
                              <a:solidFill>
                                <a:schemeClr val="tx1"/>
                              </a:solidFill>
                            </a:rPr>
                            <a:t>：</a:t>
                          </a:r>
                          <a:r>
                            <a:rPr lang="ja-JP" altLang="ja-JP" b="0">
                              <a:solidFill>
                                <a:schemeClr val="tx1"/>
                              </a:solidFill>
                            </a:rPr>
                            <a:t>蒸留損失 </a:t>
                          </a: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𝐿</m:t>
                                  </m:r>
                                </m:e>
                                <m:sub>
                                  <m:r>
                                    <m:rPr>
                                      <m:sty m:val="p"/>
                                    </m:rPr>
                                    <a:rPr kumimoji="1" lang="en-US" altLang="ja-JP" sz="1800" b="0" i="0" kern="1200">
                                      <a:solidFill>
                                        <a:schemeClr val="tx1"/>
                                      </a:solidFill>
                                      <a:latin typeface="Cambria Math" panose="02040503050406030204" pitchFamily="18" charset="0"/>
                                      <a:ea typeface="+mn-ea"/>
                                      <a:cs typeface="+mn-cs"/>
                                    </a:rPr>
                                    <m:t>dist</m:t>
                                  </m:r>
                                </m:sub>
                              </m:sSub>
                            </m:oMath>
                          </a14:m>
                          <a:endParaRPr lang="en-US" altLang="ja-JP" b="0">
                            <a:solidFill>
                              <a:schemeClr val="tx1"/>
                            </a:solidFill>
                          </a:endParaRPr>
                        </a:p>
                        <a:p>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Choice>
        <mc:Fallback>
          <p:graphicFrame>
            <p:nvGraphicFramePr>
              <p:cNvPr id="6" name="表 5">
                <a:extLst>
                  <a:ext uri="{FF2B5EF4-FFF2-40B4-BE49-F238E27FC236}">
                    <a16:creationId xmlns:a16="http://schemas.microsoft.com/office/drawing/2014/main" id="{2E4EC598-7D3B-FEBB-5E4E-A785F87B77DB}"/>
                  </a:ext>
                </a:extLst>
              </p:cNvPr>
              <p:cNvGraphicFramePr>
                <a:graphicFrameLocks noGrp="1"/>
              </p:cNvGraphicFramePr>
              <p:nvPr>
                <p:extLst>
                  <p:ext uri="{D42A27DB-BD31-4B8C-83A1-F6EECF244321}">
                    <p14:modId xmlns:p14="http://schemas.microsoft.com/office/powerpoint/2010/main" val="347715682"/>
                  </p:ext>
                </p:extLst>
              </p:nvPr>
            </p:nvGraphicFramePr>
            <p:xfrm>
              <a:off x="70256" y="745418"/>
              <a:ext cx="5964784" cy="3208465"/>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208465">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2" t="-1518" r="-306" b="-380"/>
                          </a:stretch>
                        </a:blipFill>
                      </a:tcPr>
                    </a:tc>
                    <a:extLst>
                      <a:ext uri="{0D108BD9-81ED-4DB2-BD59-A6C34878D82A}">
                        <a16:rowId xmlns:a16="http://schemas.microsoft.com/office/drawing/2014/main" val="5696878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8" name="表 7">
                <a:extLst>
                  <a:ext uri="{FF2B5EF4-FFF2-40B4-BE49-F238E27FC236}">
                    <a16:creationId xmlns:a16="http://schemas.microsoft.com/office/drawing/2014/main" id="{C3E66E83-6BEE-6E6C-C38A-D10A5FDC0E9F}"/>
                  </a:ext>
                </a:extLst>
              </p:cNvPr>
              <p:cNvGraphicFramePr>
                <a:graphicFrameLocks noGrp="1"/>
              </p:cNvGraphicFramePr>
              <p:nvPr>
                <p:extLst>
                  <p:ext uri="{D42A27DB-BD31-4B8C-83A1-F6EECF244321}">
                    <p14:modId xmlns:p14="http://schemas.microsoft.com/office/powerpoint/2010/main" val="4083027506"/>
                  </p:ext>
                </p:extLst>
              </p:nvPr>
            </p:nvGraphicFramePr>
            <p:xfrm>
              <a:off x="6156960" y="759537"/>
              <a:ext cx="5964784" cy="3541586"/>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クライアント側勾配の計算</a:t>
                          </a:r>
                          <a:endParaRPr lang="en-US" altLang="ja-JP" sz="1800">
                            <a:solidFill>
                              <a:schemeClr val="tx1"/>
                            </a:solidFill>
                          </a:endParaRPr>
                        </a:p>
                        <a:p>
                          <a:pPr algn="ct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𝑔</m:t>
                                    </m:r>
                                  </m:e>
                                  <m:sub>
                                    <m:r>
                                      <a:rPr kumimoji="1" lang="ja-JP" altLang="en-US" sz="1800" i="1" dirty="0">
                                        <a:solidFill>
                                          <a:schemeClr val="tx1"/>
                                        </a:solidFill>
                                        <a:latin typeface="Cambria Math" panose="02040503050406030204" pitchFamily="18" charset="0"/>
                                      </a:rPr>
                                      <m:t>𝑟</m:t>
                                    </m:r>
                                  </m:sub>
                                </m:sSub>
                                <m:r>
                                  <a:rPr kumimoji="1" lang="ja-JP" altLang="en-US" sz="1800" i="0" dirty="0">
                                    <a:solidFill>
                                      <a:schemeClr val="tx1"/>
                                    </a:solidFill>
                                    <a:latin typeface="Cambria Math" panose="02040503050406030204" pitchFamily="18" charset="0"/>
                                  </a:rPr>
                                  <m:t>=</m:t>
                                </m:r>
                                <m:sSub>
                                  <m:sSubPr>
                                    <m:ctrlPr>
                                      <a:rPr kumimoji="1" lang="ja-JP" altLang="en-US" sz="1800" i="1" dirty="0">
                                        <a:solidFill>
                                          <a:schemeClr val="tx1"/>
                                        </a:solidFill>
                                        <a:latin typeface="Cambria Math" panose="02040503050406030204" pitchFamily="18" charset="0"/>
                                      </a:rPr>
                                    </m:ctrlPr>
                                  </m:sSubPr>
                                  <m:e>
                                    <m:r>
                                      <m:rPr>
                                        <m:sty m:val="p"/>
                                      </m:rPr>
                                      <a:rPr kumimoji="1" lang="ja-JP" altLang="en-US" sz="1800" i="0" dirty="0">
                                        <a:solidFill>
                                          <a:schemeClr val="tx1"/>
                                        </a:solidFill>
                                        <a:latin typeface="Cambria Math" panose="02040503050406030204" pitchFamily="18" charset="0"/>
                                      </a:rPr>
                                      <m:t>∇</m:t>
                                    </m:r>
                                  </m:e>
                                  <m:sub>
                                    <m:sSub>
                                      <m:sSubPr>
                                        <m:ctrlPr>
                                          <a:rPr kumimoji="1" lang="ja-JP" altLang="en-US" sz="1800" i="1" dirty="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sub>
                                </m:sSub>
                                <m:sSubSup>
                                  <m:sSubSupPr>
                                    <m:ctrlPr>
                                      <a:rPr kumimoji="1" lang="ja-JP" altLang="en-US" sz="1800" b="0" i="1" dirty="0">
                                        <a:solidFill>
                                          <a:schemeClr val="tx1"/>
                                        </a:solidFill>
                                        <a:latin typeface="Cambria Math" panose="02040503050406030204" pitchFamily="18" charset="0"/>
                                      </a:rPr>
                                    </m:ctrlPr>
                                  </m:sSubSupPr>
                                  <m:e>
                                    <m:r>
                                      <a:rPr kumimoji="1" lang="ja-JP" altLang="en-US" sz="1800" b="0" i="0" dirty="0">
                                        <a:solidFill>
                                          <a:schemeClr val="tx1"/>
                                        </a:solidFill>
                                        <a:latin typeface="Cambria Math" panose="02040503050406030204" pitchFamily="18" charset="0"/>
                                      </a:rPr>
                                      <m:t>ℒ</m:t>
                                    </m:r>
                                  </m:e>
                                  <m:sub>
                                    <m:r>
                                      <a:rPr kumimoji="1" lang="en-US" altLang="ja-JP" sz="1800" b="0" i="1" dirty="0" smtClean="0">
                                        <a:solidFill>
                                          <a:schemeClr val="tx1"/>
                                        </a:solidFill>
                                        <a:latin typeface="Cambria Math" panose="02040503050406030204" pitchFamily="18" charset="0"/>
                                      </a:rPr>
                                      <m:t>𝑝𝑟𝑒𝑑</m:t>
                                    </m:r>
                                  </m:sub>
                                  <m:sup>
                                    <m:d>
                                      <m:dPr>
                                        <m:ctrlPr>
                                          <a:rPr kumimoji="1" lang="ja-JP" altLang="en-US" sz="1800" b="0" i="1" dirty="0">
                                            <a:solidFill>
                                              <a:schemeClr val="tx1"/>
                                            </a:solidFill>
                                            <a:latin typeface="Cambria Math" panose="02040503050406030204" pitchFamily="18" charset="0"/>
                                          </a:rPr>
                                        </m:ctrlPr>
                                      </m:dPr>
                                      <m:e>
                                        <m:r>
                                          <a:rPr kumimoji="1" lang="ja-JP" altLang="en-US" sz="1800" b="0" i="1" dirty="0">
                                            <a:solidFill>
                                              <a:schemeClr val="tx1"/>
                                            </a:solidFill>
                                            <a:latin typeface="Cambria Math" panose="02040503050406030204" pitchFamily="18" charset="0"/>
                                          </a:rPr>
                                          <m:t>𝑟</m:t>
                                        </m:r>
                                      </m:e>
                                    </m:d>
                                  </m:sup>
                                </m:sSubSup>
                              </m:oMath>
                            </m:oMathPara>
                          </a14:m>
                          <a:endParaRPr kumimoji="1" lang="en-US" altLang="ja-JP" sz="180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kumimoji="1" lang="ja-JP" altLang="en-US" sz="1800" i="1" dirty="0" smtClean="0">
                                        <a:solidFill>
                                          <a:schemeClr val="tx1"/>
                                        </a:solidFill>
                                        <a:latin typeface="Cambria Math" panose="02040503050406030204" pitchFamily="18" charset="0"/>
                                      </a:rPr>
                                    </m:ctrlPr>
                                  </m:sSubPr>
                                  <m:e>
                                    <m:r>
                                      <a:rPr kumimoji="1" lang="ja-JP" altLang="en-US" sz="1800" i="1" dirty="0">
                                        <a:solidFill>
                                          <a:schemeClr val="tx1"/>
                                        </a:solidFill>
                                        <a:latin typeface="Cambria Math" panose="02040503050406030204" pitchFamily="18" charset="0"/>
                                      </a:rPr>
                                      <m:t>𝜃</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d>
                                  <m:dPr>
                                    <m:begChr m:val="{"/>
                                    <m:endChr m:val="}"/>
                                    <m:ctrlPr>
                                      <a:rPr kumimoji="1" lang="en-US" altLang="ja-JP" sz="1800" b="0" i="1" dirty="0" smtClean="0">
                                        <a:solidFill>
                                          <a:schemeClr val="tx1"/>
                                        </a:solidFill>
                                        <a:latin typeface="Cambria Math" panose="02040503050406030204" pitchFamily="18" charset="0"/>
                                      </a:rPr>
                                    </m:ctrlPr>
                                  </m:dPr>
                                  <m:e>
                                    <m:sSub>
                                      <m:sSubPr>
                                        <m:ctrlPr>
                                          <a:rPr kumimoji="1" lang="en-US" altLang="ja-JP" sz="1800" b="0" i="1" dirty="0" smtClean="0">
                                            <a:solidFill>
                                              <a:schemeClr val="tx1"/>
                                            </a:solidFill>
                                            <a:latin typeface="Cambria Math" panose="02040503050406030204" pitchFamily="18" charset="0"/>
                                          </a:rPr>
                                        </m:ctrlPr>
                                      </m:sSubPr>
                                      <m:e>
                                        <m:r>
                                          <a:rPr kumimoji="1" lang="ja-JP" altLang="en-US" sz="1800" b="0" i="1" dirty="0" smtClean="0">
                                            <a:solidFill>
                                              <a:schemeClr val="tx1"/>
                                            </a:solidFill>
                                            <a:latin typeface="Cambria Math" panose="02040503050406030204" pitchFamily="18" charset="0"/>
                                          </a:rPr>
                                          <m:t>𝜙</m:t>
                                        </m:r>
                                      </m:e>
                                      <m:sub>
                                        <m:r>
                                          <a:rPr kumimoji="1" lang="en-US" altLang="ja-JP" sz="1800" b="0" i="1" dirty="0" smtClean="0">
                                            <a:solidFill>
                                              <a:schemeClr val="tx1"/>
                                            </a:solidFill>
                                            <a:latin typeface="Cambria Math" panose="02040503050406030204" pitchFamily="18" charset="0"/>
                                          </a:rPr>
                                          <m:t>𝑏𝑎𝑠𝑒</m:t>
                                        </m:r>
                                      </m:sub>
                                    </m:sSub>
                                    <m:r>
                                      <a:rPr kumimoji="1" lang="en-US" altLang="ja-JP" sz="1800" b="0" i="1" dirty="0" smtClean="0">
                                        <a:solidFill>
                                          <a:schemeClr val="tx1"/>
                                        </a:solidFill>
                                        <a:latin typeface="Cambria Math" panose="02040503050406030204" pitchFamily="18" charset="0"/>
                                      </a:rPr>
                                      <m:t>,</m:t>
                                    </m:r>
                                    <m:sSub>
                                      <m:sSubPr>
                                        <m:ctrlPr>
                                          <a:rPr kumimoji="1" lang="en-US" altLang="ja-JP" sz="1800" b="0" i="1" dirty="0" smtClean="0">
                                            <a:solidFill>
                                              <a:schemeClr val="tx1"/>
                                            </a:solidFill>
                                            <a:latin typeface="Cambria Math" panose="02040503050406030204" pitchFamily="18" charset="0"/>
                                          </a:rPr>
                                        </m:ctrlPr>
                                      </m:sSubPr>
                                      <m:e>
                                        <m:r>
                                          <a:rPr kumimoji="1" lang="en-US" altLang="ja-JP" sz="1800" b="0" i="1" dirty="0" smtClean="0">
                                            <a:solidFill>
                                              <a:schemeClr val="tx1"/>
                                            </a:solidFill>
                                            <a:latin typeface="Cambria Math" panose="02040503050406030204" pitchFamily="18" charset="0"/>
                                          </a:rPr>
                                          <m:t>𝑤</m:t>
                                        </m:r>
                                      </m:e>
                                      <m:sub>
                                        <m:r>
                                          <a:rPr kumimoji="1" lang="en-US" altLang="ja-JP" sz="1800" b="0" i="1" dirty="0" smtClean="0">
                                            <a:solidFill>
                                              <a:schemeClr val="tx1"/>
                                            </a:solidFill>
                                            <a:latin typeface="Cambria Math" panose="02040503050406030204" pitchFamily="18" charset="0"/>
                                          </a:rPr>
                                          <m:t>𝑏𝑎𝑠𝑒</m:t>
                                        </m:r>
                                      </m:sub>
                                    </m:sSub>
                                  </m:e>
                                </m:d>
                              </m:oMath>
                            </m:oMathPara>
                          </a14:m>
                          <a:endParaRPr kumimoji="1" lang="en-US" altLang="ja-JP" sz="1800" b="0">
                            <a:solidFill>
                              <a:schemeClr val="tx1"/>
                            </a:solidFill>
                          </a:endParaRPr>
                        </a:p>
                        <a:p>
                          <a:pPr marL="0" indent="0">
                            <a:buNone/>
                          </a:pPr>
                          <a:endParaRPr lang="en-US" altLang="ja-JP" sz="1800">
                            <a:solidFill>
                              <a:schemeClr val="tx1"/>
                            </a:solidFill>
                          </a:endParaRPr>
                        </a:p>
                        <a:p>
                          <a:r>
                            <a:rPr lang="ja-JP" altLang="ja-JP" b="1">
                              <a:solidFill>
                                <a:schemeClr val="tx1"/>
                              </a:solidFill>
                            </a:rPr>
                            <a:t>入力</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en-US" b="0">
                              <a:solidFill>
                                <a:schemeClr val="tx1"/>
                              </a:solidFill>
                            </a:rPr>
                            <a:t>蒸留損失</a:t>
                          </a:r>
                          <a:endParaRPr lang="en-US" altLang="ja-JP" b="0">
                            <a:solidFill>
                              <a:schemeClr val="tx1"/>
                            </a:solidFill>
                          </a:endParaRPr>
                        </a:p>
                        <a:p>
                          <a:pPr marL="285750" indent="-285750">
                            <a:buFont typeface="Arial" panose="020B0604020202020204" pitchFamily="34" charset="0"/>
                            <a:buChar char="•"/>
                          </a:pPr>
                          <a:r>
                            <a:rPr lang="ja-JP" altLang="en-US" b="0">
                              <a:solidFill>
                                <a:schemeClr val="tx1"/>
                              </a:solidFill>
                            </a:rPr>
                            <a:t>クライアント</a:t>
                          </a:r>
                          <a:r>
                            <a:rPr lang="en-US" altLang="ja-JP" b="0" err="1">
                              <a:solidFill>
                                <a:schemeClr val="tx1"/>
                              </a:solidFill>
                            </a:rPr>
                            <a:t>LoRA</a:t>
                          </a:r>
                          <a:r>
                            <a:rPr lang="ja-JP" altLang="en-US" b="0">
                              <a:solidFill>
                                <a:schemeClr val="tx1"/>
                              </a:solidFill>
                            </a:rPr>
                            <a:t>・分類ヘッド</a:t>
                          </a:r>
                          <a:endParaRPr lang="en-US" altLang="ja-JP" b="0">
                            <a:solidFill>
                              <a:schemeClr val="tx1"/>
                            </a:solidFill>
                          </a:endParaRPr>
                        </a:p>
                        <a:p>
                          <a:pPr marL="0" indent="0">
                            <a:buFont typeface="Arial" panose="020B0604020202020204" pitchFamily="34" charset="0"/>
                            <a:buNone/>
                          </a:pPr>
                          <a:r>
                            <a:rPr lang="ja-JP" altLang="ja-JP" b="1">
                              <a:solidFill>
                                <a:schemeClr val="tx1"/>
                              </a:solidFill>
                            </a:rPr>
                            <a:t>処理</a:t>
                          </a:r>
                          <a:r>
                            <a:rPr lang="ja-JP" altLang="en-US" b="1">
                              <a:solidFill>
                                <a:schemeClr val="tx1"/>
                              </a:solidFill>
                            </a:rPr>
                            <a:t>；</a:t>
                          </a:r>
                          <a:endParaRPr lang="ja-JP" altLang="ja-JP">
                            <a:solidFill>
                              <a:schemeClr val="tx1"/>
                            </a:solidFill>
                          </a:endParaRPr>
                        </a:p>
                        <a:p>
                          <a:pPr marL="285750" indent="-285750">
                            <a:buFont typeface="Arial" panose="020B0604020202020204" pitchFamily="34" charset="0"/>
                            <a:buChar char="•"/>
                          </a:pPr>
                          <a:r>
                            <a:rPr lang="ja-JP" altLang="en-US" b="0">
                              <a:solidFill>
                                <a:schemeClr val="tx1"/>
                              </a:solidFill>
                            </a:rPr>
                            <a:t>蒸留損失をクライアント側パラメータについて微分</a:t>
                          </a:r>
                          <a:endParaRPr lang="en-US" altLang="ja-JP" b="0">
                            <a:solidFill>
                              <a:schemeClr val="tx1"/>
                            </a:solidFill>
                          </a:endParaRPr>
                        </a:p>
                        <a:p>
                          <a:pPr marL="0" indent="0">
                            <a:buFont typeface="Arial" panose="020B0604020202020204" pitchFamily="34" charset="0"/>
                            <a:buNone/>
                          </a:pPr>
                          <a:r>
                            <a:rPr lang="ja-JP" altLang="ja-JP" sz="1800">
                              <a:solidFill>
                                <a:schemeClr val="tx1"/>
                              </a:solidFill>
                            </a:rPr>
                            <a:t>出力</a:t>
                          </a:r>
                          <a:r>
                            <a:rPr lang="ja-JP" altLang="en-US" sz="1800">
                              <a:solidFill>
                                <a:schemeClr val="tx1"/>
                              </a:solidFill>
                            </a:rPr>
                            <a:t>：</a:t>
                          </a:r>
                          <a:r>
                            <a:rPr lang="ja-JP" altLang="ja-JP" b="0">
                              <a:solidFill>
                                <a:schemeClr val="tx1"/>
                              </a:solidFill>
                            </a:rPr>
                            <a:t>student分布 </a:t>
                          </a:r>
                          <a14:m>
                            <m:oMath xmlns:m="http://schemas.openxmlformats.org/officeDocument/2006/math">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𝑞</m:t>
                                  </m:r>
                                </m:e>
                                <m:sub>
                                  <m:r>
                                    <a:rPr kumimoji="1" lang="ja-JP" altLang="en-US" sz="1800" b="0" i="1" kern="1200">
                                      <a:solidFill>
                                        <a:schemeClr val="tx1"/>
                                      </a:solidFill>
                                      <a:latin typeface="Cambria Math" panose="02040503050406030204" pitchFamily="18" charset="0"/>
                                      <a:ea typeface="+mn-ea"/>
                                      <a:cs typeface="+mn-cs"/>
                                    </a:rPr>
                                    <m:t>𝑐</m:t>
                                  </m:r>
                                </m:sub>
                                <m:sup>
                                  <m:r>
                                    <a:rPr kumimoji="1" lang="en-US" altLang="ja-JP" sz="1800" b="0" i="1" kern="1200" smtClean="0">
                                      <a:solidFill>
                                        <a:schemeClr val="tx1"/>
                                      </a:solidFill>
                                      <a:latin typeface="Cambria Math" panose="02040503050406030204" pitchFamily="18" charset="0"/>
                                      <a:ea typeface="+mn-ea"/>
                                      <a:cs typeface="+mn-cs"/>
                                    </a:rPr>
                                    <m:t>(</m:t>
                                  </m:r>
                                  <m:r>
                                    <a:rPr kumimoji="1" lang="en-US" altLang="ja-JP" sz="1800" b="0" i="1" kern="1200" smtClean="0">
                                      <a:solidFill>
                                        <a:schemeClr val="tx1"/>
                                      </a:solidFill>
                                      <a:latin typeface="Cambria Math" panose="02040503050406030204" pitchFamily="18" charset="0"/>
                                      <a:ea typeface="+mn-ea"/>
                                      <a:cs typeface="+mn-cs"/>
                                    </a:rPr>
                                    <m:t>𝑘</m:t>
                                  </m:r>
                                  <m:r>
                                    <a:rPr kumimoji="1" lang="en-US" altLang="ja-JP" sz="1800" b="0" i="1" kern="1200" smtClean="0">
                                      <a:solidFill>
                                        <a:schemeClr val="tx1"/>
                                      </a:solidFill>
                                      <a:latin typeface="Cambria Math" panose="02040503050406030204" pitchFamily="18" charset="0"/>
                                      <a:ea typeface="+mn-ea"/>
                                      <a:cs typeface="+mn-cs"/>
                                    </a:rPr>
                                    <m:t>,</m:t>
                                  </m:r>
                                  <m:r>
                                    <a:rPr kumimoji="1" lang="en-US" altLang="ja-JP" sz="1800" b="0" i="1" kern="1200" smtClean="0">
                                      <a:solidFill>
                                        <a:schemeClr val="tx1"/>
                                      </a:solidFill>
                                      <a:latin typeface="Cambria Math" panose="02040503050406030204" pitchFamily="18" charset="0"/>
                                      <a:ea typeface="+mn-ea"/>
                                      <a:cs typeface="+mn-cs"/>
                                    </a:rPr>
                                    <m:t>𝑟</m:t>
                                  </m:r>
                                  <m:r>
                                    <a:rPr kumimoji="1" lang="en-US" altLang="ja-JP" sz="1800" b="0" i="1" kern="1200" smtClean="0">
                                      <a:solidFill>
                                        <a:schemeClr val="tx1"/>
                                      </a:solidFill>
                                      <a:latin typeface="Cambria Math" panose="02040503050406030204" pitchFamily="18" charset="0"/>
                                      <a:ea typeface="+mn-ea"/>
                                      <a:cs typeface="+mn-cs"/>
                                    </a:rPr>
                                    <m:t>+1)</m:t>
                                  </m:r>
                                </m:sup>
                              </m:sSubSup>
                            </m:oMath>
                          </a14:m>
                          <a:endParaRPr lang="en-US" altLang="ja-JP" b="0">
                            <a:solidFill>
                              <a:schemeClr val="tx1"/>
                            </a:solidFill>
                          </a:endParaRPr>
                        </a:p>
                        <a:p>
                          <a:pPr marL="0" indent="0">
                            <a:buFont typeface="Arial" panose="020B0604020202020204" pitchFamily="34" charset="0"/>
                            <a:buNone/>
                          </a:pPr>
                          <a:r>
                            <a:rPr lang="ja-JP" altLang="en-US" b="1">
                              <a:solidFill>
                                <a:schemeClr val="tx1"/>
                              </a:solidFill>
                            </a:rPr>
                            <a:t>微分対象：</a:t>
                          </a:r>
                          <a:endParaRPr lang="en-US" altLang="ja-JP" b="1">
                            <a:solidFill>
                              <a:schemeClr val="tx1"/>
                            </a:solidFill>
                          </a:endParaRPr>
                        </a:p>
                        <a:p>
                          <a:pPr marL="285750" indent="-285750">
                            <a:buFont typeface="Arial" panose="020B0604020202020204" pitchFamily="34" charset="0"/>
                            <a:buChar char="•"/>
                          </a:pPr>
                          <a:r>
                            <a:rPr lang="ja-JP" altLang="en-US" b="0">
                              <a:solidFill>
                                <a:schemeClr val="tx1"/>
                              </a:solidFill>
                            </a:rPr>
                            <a:t>クライアント</a:t>
                          </a:r>
                          <a:r>
                            <a:rPr lang="en-US" altLang="ja-JP" b="0" err="1">
                              <a:solidFill>
                                <a:schemeClr val="tx1"/>
                              </a:solidFill>
                            </a:rPr>
                            <a:t>LoRA</a:t>
                          </a:r>
                          <a:r>
                            <a:rPr lang="ja-JP" altLang="en-US" b="0">
                              <a:solidFill>
                                <a:schemeClr val="tx1"/>
                              </a:solidFill>
                            </a:rPr>
                            <a:t>，分類ヘッド</a:t>
                          </a:r>
                          <a:endParaRPr lang="en-US" altLang="ja-JP"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mc:Choice>
        <mc:Fallback>
          <p:graphicFrame>
            <p:nvGraphicFramePr>
              <p:cNvPr id="8" name="表 7">
                <a:extLst>
                  <a:ext uri="{FF2B5EF4-FFF2-40B4-BE49-F238E27FC236}">
                    <a16:creationId xmlns:a16="http://schemas.microsoft.com/office/drawing/2014/main" id="{C3E66E83-6BEE-6E6C-C38A-D10A5FDC0E9F}"/>
                  </a:ext>
                </a:extLst>
              </p:cNvPr>
              <p:cNvGraphicFramePr>
                <a:graphicFrameLocks noGrp="1"/>
              </p:cNvGraphicFramePr>
              <p:nvPr>
                <p:extLst>
                  <p:ext uri="{D42A27DB-BD31-4B8C-83A1-F6EECF244321}">
                    <p14:modId xmlns:p14="http://schemas.microsoft.com/office/powerpoint/2010/main" val="4083027506"/>
                  </p:ext>
                </p:extLst>
              </p:nvPr>
            </p:nvGraphicFramePr>
            <p:xfrm>
              <a:off x="6156960" y="759537"/>
              <a:ext cx="5964784" cy="3541586"/>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541586">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04" t="-1375" r="-204" b="-2921"/>
                          </a:stretch>
                        </a:blipFill>
                      </a:tcPr>
                    </a:tc>
                    <a:extLst>
                      <a:ext uri="{0D108BD9-81ED-4DB2-BD59-A6C34878D82A}">
                        <a16:rowId xmlns:a16="http://schemas.microsoft.com/office/drawing/2014/main" val="56968783"/>
                      </a:ext>
                    </a:extLst>
                  </a:tr>
                </a:tbl>
              </a:graphicData>
            </a:graphic>
          </p:graphicFrame>
        </mc:Fallback>
      </mc:AlternateContent>
      <p:graphicFrame>
        <p:nvGraphicFramePr>
          <p:cNvPr id="5" name="表 4">
            <a:extLst>
              <a:ext uri="{FF2B5EF4-FFF2-40B4-BE49-F238E27FC236}">
                <a16:creationId xmlns:a16="http://schemas.microsoft.com/office/drawing/2014/main" id="{6049DBD3-4BEC-B248-DAD8-798BF57B4369}"/>
              </a:ext>
            </a:extLst>
          </p:cNvPr>
          <p:cNvGraphicFramePr>
            <a:graphicFrameLocks noGrp="1"/>
          </p:cNvGraphicFramePr>
          <p:nvPr>
            <p:extLst>
              <p:ext uri="{D42A27DB-BD31-4B8C-83A1-F6EECF244321}">
                <p14:modId xmlns:p14="http://schemas.microsoft.com/office/powerpoint/2010/main" val="2170467498"/>
              </p:ext>
            </p:extLst>
          </p:nvPr>
        </p:nvGraphicFramePr>
        <p:xfrm>
          <a:off x="6156960" y="4498011"/>
          <a:ext cx="5964784" cy="2286000"/>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kumimoji="1" lang="ja-JP" altLang="en-US">
                          <a:solidFill>
                            <a:schemeClr val="tx1"/>
                          </a:solidFill>
                        </a:rPr>
                        <a:t>次ラウンド用パラメータの更新・配布</a:t>
                      </a:r>
                      <a:endParaRPr kumimoji="1" lang="en-US" altLang="ja-JP">
                        <a:solidFill>
                          <a:schemeClr val="tx1"/>
                        </a:solidFill>
                      </a:endParaRPr>
                    </a:p>
                    <a:p>
                      <a:pPr algn="l"/>
                      <a:r>
                        <a:rPr kumimoji="1" lang="ja-JP" altLang="en-US">
                          <a:solidFill>
                            <a:schemeClr val="tx1"/>
                          </a:solidFill>
                        </a:rPr>
                        <a:t>入力：</a:t>
                      </a:r>
                      <a:endParaRPr kumimoji="1" lang="en-US" altLang="ja-JP">
                        <a:solidFill>
                          <a:schemeClr val="tx1"/>
                        </a:solidFill>
                      </a:endParaRPr>
                    </a:p>
                    <a:p>
                      <a:pPr marL="285750" indent="-285750" algn="l">
                        <a:buFont typeface="Arial" panose="020B0604020202020204" pitchFamily="34" charset="0"/>
                        <a:buChar char="•"/>
                      </a:pPr>
                      <a:r>
                        <a:rPr kumimoji="1" lang="ja-JP" altLang="en-US" b="0">
                          <a:solidFill>
                            <a:schemeClr val="tx1"/>
                          </a:solidFill>
                        </a:rPr>
                        <a:t>クライアント側勾配</a:t>
                      </a:r>
                      <a:endParaRPr kumimoji="1" lang="en-US" altLang="ja-JP" b="0">
                        <a:solidFill>
                          <a:schemeClr val="tx1"/>
                        </a:solidFill>
                      </a:endParaRPr>
                    </a:p>
                    <a:p>
                      <a:pPr marL="285750" indent="-285750" algn="l">
                        <a:buFont typeface="Arial" panose="020B0604020202020204" pitchFamily="34" charset="0"/>
                        <a:buChar char="•"/>
                      </a:pPr>
                      <a:r>
                        <a:rPr kumimoji="1" lang="ja-JP" altLang="en-US" b="0">
                          <a:solidFill>
                            <a:schemeClr val="tx1"/>
                          </a:solidFill>
                        </a:rPr>
                        <a:t>蒸留前パラメータ</a:t>
                      </a:r>
                      <a:endParaRPr kumimoji="1" lang="en-US" altLang="ja-JP" b="0">
                        <a:solidFill>
                          <a:schemeClr val="tx1"/>
                        </a:solidFill>
                      </a:endParaRPr>
                    </a:p>
                    <a:p>
                      <a:pPr algn="l"/>
                      <a:r>
                        <a:rPr kumimoji="1" lang="ja-JP" altLang="en-US">
                          <a:solidFill>
                            <a:schemeClr val="tx1"/>
                          </a:solidFill>
                        </a:rPr>
                        <a:t>処理：</a:t>
                      </a:r>
                      <a:r>
                        <a:rPr kumimoji="1" lang="en-US" altLang="ja-JP" b="0">
                          <a:solidFill>
                            <a:schemeClr val="tx1"/>
                          </a:solidFill>
                        </a:rPr>
                        <a:t>optimizer</a:t>
                      </a:r>
                      <a:r>
                        <a:rPr kumimoji="1" lang="ja-JP" altLang="en-US" b="0">
                          <a:solidFill>
                            <a:schemeClr val="tx1"/>
                          </a:solidFill>
                        </a:rPr>
                        <a:t>で</a:t>
                      </a:r>
                      <a:r>
                        <a:rPr kumimoji="1" lang="en-US" altLang="ja-JP" b="0" err="1">
                          <a:solidFill>
                            <a:schemeClr val="tx1"/>
                          </a:solidFill>
                        </a:rPr>
                        <a:t>LoRA</a:t>
                      </a:r>
                      <a:r>
                        <a:rPr kumimoji="1" lang="ja-JP" altLang="en-US" b="0">
                          <a:solidFill>
                            <a:schemeClr val="tx1"/>
                          </a:solidFill>
                        </a:rPr>
                        <a:t>・分類ヘッドを更新し，各端末へ配布</a:t>
                      </a:r>
                      <a:endParaRPr kumimoji="1" lang="en-US" altLang="ja-JP" b="0">
                        <a:solidFill>
                          <a:schemeClr val="tx1"/>
                        </a:solidFill>
                      </a:endParaRPr>
                    </a:p>
                    <a:p>
                      <a:pPr algn="l"/>
                      <a:r>
                        <a:rPr kumimoji="1" lang="ja-JP" altLang="en-US">
                          <a:solidFill>
                            <a:schemeClr val="tx1"/>
                          </a:solidFill>
                        </a:rPr>
                        <a:t>出力：</a:t>
                      </a:r>
                      <a:r>
                        <a:rPr kumimoji="1" lang="ja-JP" altLang="en-US" b="0">
                          <a:solidFill>
                            <a:schemeClr val="tx1"/>
                          </a:solidFill>
                        </a:rPr>
                        <a:t>次ラウンド用クライアントパラメータ</a:t>
                      </a:r>
                      <a:endParaRPr kumimoji="1" lang="en-US" altLang="ja-JP" b="0">
                        <a:solidFill>
                          <a:schemeClr val="tx1"/>
                        </a:solidFill>
                      </a:endParaRPr>
                    </a:p>
                    <a:p>
                      <a:pPr algn="l"/>
                      <a:r>
                        <a:rPr kumimoji="1" lang="ja-JP" altLang="en-US">
                          <a:solidFill>
                            <a:schemeClr val="tx1"/>
                          </a:solidFill>
                        </a:rPr>
                        <a:t>更新対象：</a:t>
                      </a:r>
                      <a:r>
                        <a:rPr kumimoji="1" lang="ja-JP" altLang="en-US" b="0">
                          <a:solidFill>
                            <a:schemeClr val="tx1"/>
                          </a:solidFill>
                        </a:rPr>
                        <a:t>クライアント</a:t>
                      </a:r>
                      <a:r>
                        <a:rPr kumimoji="1" lang="en-US" altLang="ja-JP" b="0" err="1">
                          <a:solidFill>
                            <a:schemeClr val="tx1"/>
                          </a:solidFill>
                        </a:rPr>
                        <a:t>LoRA</a:t>
                      </a:r>
                      <a:r>
                        <a:rPr kumimoji="1" lang="ja-JP" altLang="en-US" b="0">
                          <a:solidFill>
                            <a:schemeClr val="tx1"/>
                          </a:solidFill>
                        </a:rPr>
                        <a:t>，分類ヘッド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bl>
          </a:graphicData>
        </a:graphic>
      </p:graphicFrame>
    </p:spTree>
    <p:extLst>
      <p:ext uri="{BB962C8B-B14F-4D97-AF65-F5344CB8AC3E}">
        <p14:creationId xmlns:p14="http://schemas.microsoft.com/office/powerpoint/2010/main" val="2152367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DEE292-366C-839A-32C6-69F9B54ADAB1}"/>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6B2C701B-3D09-D4C7-E108-01B1EFAB1B28}"/>
              </a:ext>
            </a:extLst>
          </p:cNvPr>
          <p:cNvSpPr>
            <a:spLocks noGrp="1"/>
          </p:cNvSpPr>
          <p:nvPr>
            <p:ph type="sldNum" sz="quarter" idx="4"/>
          </p:nvPr>
        </p:nvSpPr>
        <p:spPr/>
        <p:txBody>
          <a:bodyPr/>
          <a:lstStyle/>
          <a:p>
            <a:fld id="{C088C981-6885-4100-82A1-DE7074EC4480}" type="slidenum">
              <a:rPr lang="ja-JP" altLang="en-US" smtClean="0"/>
              <a:pPr/>
              <a:t>13</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5" name="表 4">
                <a:extLst>
                  <a:ext uri="{FF2B5EF4-FFF2-40B4-BE49-F238E27FC236}">
                    <a16:creationId xmlns:a16="http://schemas.microsoft.com/office/drawing/2014/main" id="{ED97BC56-AFB0-B72B-1111-618DDC971E26}"/>
                  </a:ext>
                </a:extLst>
              </p:cNvPr>
              <p:cNvGraphicFramePr>
                <a:graphicFrameLocks noGrp="1"/>
              </p:cNvGraphicFramePr>
              <p:nvPr>
                <p:extLst>
                  <p:ext uri="{D42A27DB-BD31-4B8C-83A1-F6EECF244321}">
                    <p14:modId xmlns:p14="http://schemas.microsoft.com/office/powerpoint/2010/main" val="924092233"/>
                  </p:ext>
                </p:extLst>
              </p:nvPr>
            </p:nvGraphicFramePr>
            <p:xfrm>
              <a:off x="1482290" y="2951087"/>
              <a:ext cx="9227420" cy="2468880"/>
            </p:xfrm>
            <a:graphic>
              <a:graphicData uri="http://schemas.openxmlformats.org/drawingml/2006/table">
                <a:tbl>
                  <a:tblPr/>
                  <a:tblGrid>
                    <a:gridCol w="1845484">
                      <a:extLst>
                        <a:ext uri="{9D8B030D-6E8A-4147-A177-3AD203B41FA5}">
                          <a16:colId xmlns:a16="http://schemas.microsoft.com/office/drawing/2014/main" val="3473278632"/>
                        </a:ext>
                      </a:extLst>
                    </a:gridCol>
                    <a:gridCol w="1845484">
                      <a:extLst>
                        <a:ext uri="{9D8B030D-6E8A-4147-A177-3AD203B41FA5}">
                          <a16:colId xmlns:a16="http://schemas.microsoft.com/office/drawing/2014/main" val="3588816168"/>
                        </a:ext>
                      </a:extLst>
                    </a:gridCol>
                    <a:gridCol w="1845484">
                      <a:extLst>
                        <a:ext uri="{9D8B030D-6E8A-4147-A177-3AD203B41FA5}">
                          <a16:colId xmlns:a16="http://schemas.microsoft.com/office/drawing/2014/main" val="3579803213"/>
                        </a:ext>
                      </a:extLst>
                    </a:gridCol>
                    <a:gridCol w="1845484">
                      <a:extLst>
                        <a:ext uri="{9D8B030D-6E8A-4147-A177-3AD203B41FA5}">
                          <a16:colId xmlns:a16="http://schemas.microsoft.com/office/drawing/2014/main" val="814301880"/>
                        </a:ext>
                      </a:extLst>
                    </a:gridCol>
                    <a:gridCol w="1845484">
                      <a:extLst>
                        <a:ext uri="{9D8B030D-6E8A-4147-A177-3AD203B41FA5}">
                          <a16:colId xmlns:a16="http://schemas.microsoft.com/office/drawing/2014/main" val="1903494176"/>
                        </a:ext>
                      </a:extLst>
                    </a:gridCol>
                  </a:tblGrid>
                  <a:tr h="0">
                    <a:tc>
                      <a:txBody>
                        <a:bodyPr/>
                        <a:lstStyle/>
                        <a:p>
                          <a:pPr>
                            <a:buNone/>
                          </a:pPr>
                          <a:r>
                            <a:rPr lang="ja-JP"/>
                            <a:t>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teacher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利用データ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損失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実際に更新するもの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7518260"/>
                      </a:ext>
                    </a:extLst>
                  </a:tr>
                  <a:tr h="0">
                    <a:tc>
                      <a:txBody>
                        <a:bodyPr/>
                        <a:lstStyle/>
                        <a:p>
                          <a:pPr>
                            <a:buNone/>
                          </a:pPr>
                          <a:r>
                            <a:rPr lang="ja-JP"/>
                            <a:t>クライアント局所適応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正解ラベル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端末固有データ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kumimoji="1" lang="ja-JP" altLang="en-US" sz="1800" b="0" i="1" kern="1200" smtClean="0">
                                        <a:solidFill>
                                          <a:schemeClr val="tx1"/>
                                        </a:solidFill>
                                        <a:latin typeface="Cambria Math" panose="02040503050406030204" pitchFamily="18" charset="0"/>
                                        <a:ea typeface="+mn-ea"/>
                                        <a:cs typeface="+mn-cs"/>
                                      </a:rPr>
                                    </m:ctrlPr>
                                  </m:sSubPr>
                                  <m:e>
                                    <m:r>
                                      <a:rPr kumimoji="1" lang="ja-JP" altLang="en-US" sz="1800" b="0" i="1" kern="1200" smtClean="0">
                                        <a:solidFill>
                                          <a:schemeClr val="tx1"/>
                                        </a:solidFill>
                                        <a:latin typeface="Cambria Math" panose="02040503050406030204" pitchFamily="18" charset="0"/>
                                        <a:ea typeface="+mn-ea"/>
                                        <a:cs typeface="+mn-cs"/>
                                      </a:rPr>
                                      <m:t>𝐿</m:t>
                                    </m:r>
                                  </m:e>
                                  <m:sub>
                                    <m:r>
                                      <a:rPr kumimoji="1" lang="en-US" altLang="ja-JP" sz="1800" b="0" i="1" kern="1200" smtClean="0">
                                        <a:solidFill>
                                          <a:schemeClr val="tx1"/>
                                        </a:solidFill>
                                        <a:latin typeface="Cambria Math" panose="02040503050406030204" pitchFamily="18" charset="0"/>
                                        <a:ea typeface="+mn-ea"/>
                                        <a:cs typeface="+mn-cs"/>
                                      </a:rPr>
                                      <m:t>𝑡𝑎𝑠𝑘</m:t>
                                    </m:r>
                                  </m:sub>
                                </m:sSub>
                              </m:oMath>
                            </m:oMathPara>
                          </a14:m>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クライアントLoRA＋分類ヘッド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1202050"/>
                      </a:ext>
                    </a:extLst>
                  </a:tr>
                  <a:tr h="0">
                    <a:tc>
                      <a:txBody>
                        <a:bodyPr/>
                        <a:lstStyle/>
                        <a:p>
                          <a:pPr>
                            <a:buNone/>
                          </a:pPr>
                          <a:r>
                            <a:rPr lang="ja-JP"/>
                            <a:t>次ラウンド用蒸留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更新済み基盤分布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還元用整合データ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kumimoji="1" lang="ja-JP" altLang="en-US" sz="1800" b="0" i="1" kern="1200" smtClean="0">
                                        <a:solidFill>
                                          <a:schemeClr val="tx1"/>
                                        </a:solidFill>
                                        <a:latin typeface="Cambria Math" panose="02040503050406030204" pitchFamily="18" charset="0"/>
                                        <a:ea typeface="+mn-ea"/>
                                        <a:cs typeface="+mn-cs"/>
                                      </a:rPr>
                                    </m:ctrlPr>
                                  </m:sSubPr>
                                  <m:e>
                                    <m:r>
                                      <a:rPr kumimoji="1" lang="ja-JP" altLang="en-US" sz="1800" b="0" i="1" kern="1200" smtClean="0">
                                        <a:solidFill>
                                          <a:schemeClr val="tx1"/>
                                        </a:solidFill>
                                        <a:latin typeface="Cambria Math" panose="02040503050406030204" pitchFamily="18" charset="0"/>
                                        <a:ea typeface="+mn-ea"/>
                                        <a:cs typeface="+mn-cs"/>
                                      </a:rPr>
                                      <m:t>𝐿</m:t>
                                    </m:r>
                                  </m:e>
                                  <m:sub>
                                    <m:r>
                                      <m:rPr>
                                        <m:sty m:val="p"/>
                                      </m:rPr>
                                      <a:rPr kumimoji="1" lang="en-US" altLang="ja-JP" sz="1800" b="0" i="0" kern="1200" smtClean="0">
                                        <a:solidFill>
                                          <a:schemeClr val="tx1"/>
                                        </a:solidFill>
                                        <a:latin typeface="Cambria Math" panose="02040503050406030204" pitchFamily="18" charset="0"/>
                                        <a:ea typeface="+mn-ea"/>
                                        <a:cs typeface="+mn-cs"/>
                                      </a:rPr>
                                      <m:t>dist</m:t>
                                    </m:r>
                                  </m:sub>
                                </m:sSub>
                              </m:oMath>
                            </m:oMathPara>
                          </a14:m>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クライアントLoRA＋分類ヘッド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4371186"/>
                      </a:ext>
                    </a:extLst>
                  </a:tr>
                </a:tbl>
              </a:graphicData>
            </a:graphic>
          </p:graphicFrame>
        </mc:Choice>
        <mc:Fallback>
          <p:graphicFrame>
            <p:nvGraphicFramePr>
              <p:cNvPr id="5" name="表 4">
                <a:extLst>
                  <a:ext uri="{FF2B5EF4-FFF2-40B4-BE49-F238E27FC236}">
                    <a16:creationId xmlns:a16="http://schemas.microsoft.com/office/drawing/2014/main" id="{ED97BC56-AFB0-B72B-1111-618DDC971E26}"/>
                  </a:ext>
                </a:extLst>
              </p:cNvPr>
              <p:cNvGraphicFramePr>
                <a:graphicFrameLocks noGrp="1"/>
              </p:cNvGraphicFramePr>
              <p:nvPr>
                <p:extLst>
                  <p:ext uri="{D42A27DB-BD31-4B8C-83A1-F6EECF244321}">
                    <p14:modId xmlns:p14="http://schemas.microsoft.com/office/powerpoint/2010/main" val="924092233"/>
                  </p:ext>
                </p:extLst>
              </p:nvPr>
            </p:nvGraphicFramePr>
            <p:xfrm>
              <a:off x="1482290" y="2951087"/>
              <a:ext cx="9227420" cy="2468880"/>
            </p:xfrm>
            <a:graphic>
              <a:graphicData uri="http://schemas.openxmlformats.org/drawingml/2006/table">
                <a:tbl>
                  <a:tblPr/>
                  <a:tblGrid>
                    <a:gridCol w="1845484">
                      <a:extLst>
                        <a:ext uri="{9D8B030D-6E8A-4147-A177-3AD203B41FA5}">
                          <a16:colId xmlns:a16="http://schemas.microsoft.com/office/drawing/2014/main" val="3473278632"/>
                        </a:ext>
                      </a:extLst>
                    </a:gridCol>
                    <a:gridCol w="1845484">
                      <a:extLst>
                        <a:ext uri="{9D8B030D-6E8A-4147-A177-3AD203B41FA5}">
                          <a16:colId xmlns:a16="http://schemas.microsoft.com/office/drawing/2014/main" val="3588816168"/>
                        </a:ext>
                      </a:extLst>
                    </a:gridCol>
                    <a:gridCol w="1845484">
                      <a:extLst>
                        <a:ext uri="{9D8B030D-6E8A-4147-A177-3AD203B41FA5}">
                          <a16:colId xmlns:a16="http://schemas.microsoft.com/office/drawing/2014/main" val="3579803213"/>
                        </a:ext>
                      </a:extLst>
                    </a:gridCol>
                    <a:gridCol w="1845484">
                      <a:extLst>
                        <a:ext uri="{9D8B030D-6E8A-4147-A177-3AD203B41FA5}">
                          <a16:colId xmlns:a16="http://schemas.microsoft.com/office/drawing/2014/main" val="814301880"/>
                        </a:ext>
                      </a:extLst>
                    </a:gridCol>
                    <a:gridCol w="1845484">
                      <a:extLst>
                        <a:ext uri="{9D8B030D-6E8A-4147-A177-3AD203B41FA5}">
                          <a16:colId xmlns:a16="http://schemas.microsoft.com/office/drawing/2014/main" val="1903494176"/>
                        </a:ext>
                      </a:extLst>
                    </a:gridCol>
                  </a:tblGrid>
                  <a:tr h="640080">
                    <a:tc>
                      <a:txBody>
                        <a:bodyPr/>
                        <a:lstStyle/>
                        <a:p>
                          <a:pPr>
                            <a:buNone/>
                          </a:pPr>
                          <a:r>
                            <a:rPr lang="ja-JP"/>
                            <a:t>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teacher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利用データ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損失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実際に更新するもの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7518260"/>
                      </a:ext>
                    </a:extLst>
                  </a:tr>
                  <a:tr h="914400">
                    <a:tc>
                      <a:txBody>
                        <a:bodyPr/>
                        <a:lstStyle/>
                        <a:p>
                          <a:pPr>
                            <a:buNone/>
                          </a:pPr>
                          <a:r>
                            <a:rPr lang="ja-JP"/>
                            <a:t>クライアント局所適応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正解ラベル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端末固有データ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000" t="-72848" r="-100660" b="-107285"/>
                          </a:stretch>
                        </a:blipFill>
                      </a:tcPr>
                    </a:tc>
                    <a:tc>
                      <a:txBody>
                        <a:bodyPr/>
                        <a:lstStyle/>
                        <a:p>
                          <a:pPr>
                            <a:buNone/>
                          </a:pPr>
                          <a:r>
                            <a:rPr lang="ja-JP"/>
                            <a:t>クライアントLoRA＋分類ヘッド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1202050"/>
                      </a:ext>
                    </a:extLst>
                  </a:tr>
                  <a:tr h="914400">
                    <a:tc>
                      <a:txBody>
                        <a:bodyPr/>
                        <a:lstStyle/>
                        <a:p>
                          <a:pPr>
                            <a:buNone/>
                          </a:pPr>
                          <a:r>
                            <a:rPr lang="ja-JP"/>
                            <a:t>次ラウンド用蒸留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更新済み基盤分布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還元用整合データ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000" t="-174000" r="-100660" b="-8000"/>
                          </a:stretch>
                        </a:blipFill>
                      </a:tcPr>
                    </a:tc>
                    <a:tc>
                      <a:txBody>
                        <a:bodyPr/>
                        <a:lstStyle/>
                        <a:p>
                          <a:pPr>
                            <a:buNone/>
                          </a:pPr>
                          <a:r>
                            <a:rPr lang="ja-JP"/>
                            <a:t>クライアントLoRA＋分類ヘッド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4371186"/>
                      </a:ext>
                    </a:extLst>
                  </a:tr>
                </a:tbl>
              </a:graphicData>
            </a:graphic>
          </p:graphicFrame>
        </mc:Fallback>
      </mc:AlternateContent>
    </p:spTree>
    <p:extLst>
      <p:ext uri="{BB962C8B-B14F-4D97-AF65-F5344CB8AC3E}">
        <p14:creationId xmlns:p14="http://schemas.microsoft.com/office/powerpoint/2010/main" val="54164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04D9CD-EE99-3D42-088F-161D318F9731}"/>
              </a:ext>
            </a:extLst>
          </p:cNvPr>
          <p:cNvSpPr>
            <a:spLocks noGrp="1"/>
          </p:cNvSpPr>
          <p:nvPr>
            <p:ph type="title"/>
          </p:nvPr>
        </p:nvSpPr>
        <p:spPr/>
        <p:txBody>
          <a:bodyPr>
            <a:normAutofit/>
          </a:bodyPr>
          <a:lstStyle/>
          <a:p>
            <a:r>
              <a:rPr lang="ja-JP" altLang="en-US">
                <a:latin typeface="Cambria Math" panose="02040503050406030204" pitchFamily="18" charset="0"/>
              </a:rPr>
              <a:t>蒸留プロセス</a:t>
            </a:r>
            <a:endParaRPr kumimoji="1" lang="ja-JP" altLang="en-US"/>
          </a:p>
        </p:txBody>
      </p:sp>
      <p:sp>
        <p:nvSpPr>
          <p:cNvPr id="3" name="スライド番号プレースホルダー 2">
            <a:extLst>
              <a:ext uri="{FF2B5EF4-FFF2-40B4-BE49-F238E27FC236}">
                <a16:creationId xmlns:a16="http://schemas.microsoft.com/office/drawing/2014/main" id="{04F491E3-FB56-0650-061D-33695FEE1244}"/>
              </a:ext>
            </a:extLst>
          </p:cNvPr>
          <p:cNvSpPr>
            <a:spLocks noGrp="1"/>
          </p:cNvSpPr>
          <p:nvPr>
            <p:ph type="sldNum" sz="quarter" idx="4"/>
          </p:nvPr>
        </p:nvSpPr>
        <p:spPr/>
        <p:txBody>
          <a:bodyPr/>
          <a:lstStyle/>
          <a:p>
            <a:fld id="{C088C981-6885-4100-82A1-DE7074EC4480}" type="slidenum">
              <a:rPr lang="ja-JP" altLang="en-US" smtClean="0"/>
              <a:pPr/>
              <a:t>14</a:t>
            </a:fld>
            <a:endParaRPr lang="ja-JP" altLang="en-US">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C9B5B045-B460-6F95-1F5B-8638F71ACBD4}"/>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767758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66F1C0-FA66-8F5E-C70F-9E8DFCC23DEF}"/>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7E3C59D3-4BAA-CEDE-314A-4426F19DC117}"/>
              </a:ext>
            </a:extLst>
          </p:cNvPr>
          <p:cNvSpPr>
            <a:spLocks noGrp="1"/>
          </p:cNvSpPr>
          <p:nvPr>
            <p:ph type="sldNum" sz="quarter" idx="4"/>
          </p:nvPr>
        </p:nvSpPr>
        <p:spPr/>
        <p:txBody>
          <a:bodyPr/>
          <a:lstStyle/>
          <a:p>
            <a:fld id="{C088C981-6885-4100-82A1-DE7074EC4480}" type="slidenum">
              <a:rPr lang="ja-JP" altLang="en-US" smtClean="0"/>
              <a:pPr/>
              <a:t>15</a:t>
            </a:fld>
            <a:endParaRPr lang="ja-JP" altLang="en-US">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37BAE057-0288-3FA2-D3CE-88FEAAE06353}"/>
              </a:ext>
            </a:extLst>
          </p:cNvPr>
          <p:cNvSpPr>
            <a:spLocks noGrp="1"/>
          </p:cNvSpPr>
          <p:nvPr>
            <p:ph idx="1"/>
          </p:nvPr>
        </p:nvSpPr>
        <p:spPr/>
        <p:txBody>
          <a:bodyPr>
            <a:normAutofit fontScale="70000" lnSpcReduction="20000"/>
          </a:bodyPr>
          <a:lstStyle/>
          <a:p>
            <a:r>
              <a:rPr lang="ja-JP" altLang="ja-JP"/>
              <a:t>従来 FL（FedAvg型）</a:t>
            </a:r>
          </a:p>
          <a:p>
            <a:pPr lvl="1"/>
            <a:r>
              <a:rPr lang="ja-JP" altLang="ja-JP"/>
              <a:t>端末がクライアント LoRA + 分類ヘッドを学習する</a:t>
            </a:r>
          </a:p>
          <a:p>
            <a:pPr lvl="1"/>
            <a:r>
              <a:rPr lang="ja-JP" altLang="ja-JP"/>
              <a:t>クラウドがそのパラメータを平均する</a:t>
            </a:r>
          </a:p>
          <a:p>
            <a:pPr lvl="1"/>
            <a:r>
              <a:rPr lang="ja-JP" altLang="ja-JP"/>
              <a:t>FedAvg 後の重みを端末へ配布する</a:t>
            </a:r>
          </a:p>
          <a:p>
            <a:pPr lvl="1"/>
            <a:r>
              <a:rPr lang="ja-JP" altLang="ja-JP"/>
              <a:t>クラウド側では、損失を定義して基盤 LoRAを逆伝播更新しない</a:t>
            </a:r>
          </a:p>
          <a:p>
            <a:r>
              <a:rPr lang="ja-JP" altLang="ja-JP"/>
              <a:t>今回の提案</a:t>
            </a:r>
          </a:p>
          <a:p>
            <a:pPr lvl="1"/>
            <a:r>
              <a:rPr lang="ja-JP" altLang="ja-JP"/>
              <a:t>端末が公開整合セット上のlogitsを送る</a:t>
            </a:r>
          </a:p>
          <a:p>
            <a:pPr lvl="1"/>
            <a:r>
              <a:rPr lang="ja-JP" altLang="ja-JP"/>
              <a:t>クラウドがlogitsを集約する</a:t>
            </a:r>
          </a:p>
          <a:p>
            <a:pPr lvl="1"/>
            <a:r>
              <a:rPr lang="ja-JP" altLang="ja-JP"/>
              <a:t>集約logitsとのLpredを定義する</a:t>
            </a:r>
          </a:p>
          <a:p>
            <a:pPr lvl="1"/>
            <a:r>
              <a:rPr lang="ja-JP" altLang="ja-JP"/>
              <a:t>Lpredを基盤 LoRAについて微分し、optimizerで更新する</a:t>
            </a:r>
          </a:p>
          <a:p>
            <a:pPr lvl="1"/>
            <a:r>
              <a:rPr lang="ja-JP" altLang="ja-JP"/>
              <a:t>更新した基盤のlogitsを、次ラウンドの端末へ蒸留配布する</a:t>
            </a:r>
            <a:endParaRPr lang="en-US" altLang="ja-JP"/>
          </a:p>
          <a:p>
            <a:r>
              <a:rPr lang="ja-JP" altLang="en-US"/>
              <a:t>つまり</a:t>
            </a:r>
            <a:endParaRPr lang="en-US" altLang="ja-JP"/>
          </a:p>
          <a:p>
            <a:pPr lvl="1"/>
            <a:r>
              <a:rPr lang="ja-JP" altLang="ja-JP"/>
              <a:t>端末の出力分布を、クラウド側で最適化可能な目的関数へ変換し、凍結した基盤モデル本体を維持したまま基盤 LoRAを更新する経路を作ったこと</a:t>
            </a:r>
          </a:p>
          <a:p>
            <a:endParaRPr kumimoji="1" lang="ja-JP" altLang="en-US"/>
          </a:p>
        </p:txBody>
      </p:sp>
    </p:spTree>
    <p:extLst>
      <p:ext uri="{BB962C8B-B14F-4D97-AF65-F5344CB8AC3E}">
        <p14:creationId xmlns:p14="http://schemas.microsoft.com/office/powerpoint/2010/main" val="709365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FB99AB-81F2-B2F2-8FEA-5B775E86AE77}"/>
              </a:ext>
            </a:extLst>
          </p:cNvPr>
          <p:cNvSpPr>
            <a:spLocks noGrp="1"/>
          </p:cNvSpPr>
          <p:nvPr>
            <p:ph type="title"/>
          </p:nvPr>
        </p:nvSpPr>
        <p:spPr/>
        <p:txBody>
          <a:bodyPr>
            <a:normAutofit/>
          </a:bodyPr>
          <a:lstStyle/>
          <a:p>
            <a:r>
              <a:rPr kumimoji="1" lang="ja-JP" altLang="en-US"/>
              <a:t>②クライアント局所適応の詳細プロセス</a:t>
            </a:r>
          </a:p>
        </p:txBody>
      </p:sp>
      <p:sp>
        <p:nvSpPr>
          <p:cNvPr id="3" name="スライド番号プレースホルダー 2">
            <a:extLst>
              <a:ext uri="{FF2B5EF4-FFF2-40B4-BE49-F238E27FC236}">
                <a16:creationId xmlns:a16="http://schemas.microsoft.com/office/drawing/2014/main" id="{196EBA82-552F-E43C-4992-6FC6525D4E86}"/>
              </a:ext>
            </a:extLst>
          </p:cNvPr>
          <p:cNvSpPr>
            <a:spLocks noGrp="1"/>
          </p:cNvSpPr>
          <p:nvPr>
            <p:ph type="sldNum" sz="quarter" idx="4"/>
          </p:nvPr>
        </p:nvSpPr>
        <p:spPr/>
        <p:txBody>
          <a:bodyPr/>
          <a:lstStyle/>
          <a:p>
            <a:fld id="{C088C981-6885-4100-82A1-DE7074EC4480}" type="slidenum">
              <a:rPr lang="ja-JP" altLang="en-US" smtClean="0"/>
              <a:pPr/>
              <a:t>16</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sp>
            <p:nvSpPr>
              <p:cNvPr id="5" name="テキスト ボックス 4">
                <a:extLst>
                  <a:ext uri="{FF2B5EF4-FFF2-40B4-BE49-F238E27FC236}">
                    <a16:creationId xmlns:a16="http://schemas.microsoft.com/office/drawing/2014/main" id="{BC53F1EF-FAC9-4EB7-1600-9A610333BE72}"/>
                  </a:ext>
                </a:extLst>
              </p:cNvPr>
              <p:cNvSpPr txBox="1"/>
              <p:nvPr/>
            </p:nvSpPr>
            <p:spPr>
              <a:xfrm>
                <a:off x="4058206" y="832465"/>
                <a:ext cx="4563280" cy="1100429"/>
              </a:xfrm>
              <a:prstGeom prst="rect">
                <a:avLst/>
              </a:prstGeom>
              <a:noFill/>
            </p:spPr>
            <p:txBody>
              <a:bodyPr wrap="square">
                <a:spAutoFit/>
              </a:bodyPr>
              <a:lstStyle/>
              <a:p>
                <a:pPr algn="ctr"/>
                <a:r>
                  <a:rPr lang="ja-JP" altLang="en-US">
                    <a:latin typeface="Cambria Math" panose="02040503050406030204" pitchFamily="18" charset="0"/>
                  </a:rPr>
                  <a:t>端末学習</a:t>
                </a:r>
                <a:endParaRPr lang="en-US" altLang="ja-JP">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Sup>
                        <m:sSubSupPr>
                          <m:ctrlPr>
                            <a:rPr lang="ja-JP" altLang="en-US" i="1" smtClean="0">
                              <a:latin typeface="Cambria Math" panose="02040503050406030204" pitchFamily="18" charset="0"/>
                            </a:rPr>
                          </m:ctrlPr>
                        </m:sSubSupPr>
                        <m:e>
                          <m:r>
                            <a:rPr lang="en-US" altLang="ja-JP" i="1">
                              <a:latin typeface="Cambria Math" panose="02040503050406030204" pitchFamily="18" charset="0"/>
                            </a:rPr>
                            <m:t>ℒ</m:t>
                          </m:r>
                        </m:e>
                        <m:sub>
                          <m:r>
                            <m:rPr>
                              <m:sty m:val="p"/>
                            </m:rPr>
                            <a:rPr lang="ja-JP" altLang="en-US" i="0">
                              <a:latin typeface="Cambria Math" panose="02040503050406030204" pitchFamily="18" charset="0"/>
                            </a:rPr>
                            <m:t>task</m:t>
                          </m:r>
                        </m:sub>
                        <m:sup>
                          <m:r>
                            <a:rPr lang="en-US" altLang="ja-JP" b="0" i="1" smtClean="0">
                              <a:latin typeface="Cambria Math" panose="02040503050406030204" pitchFamily="18" charset="0"/>
                            </a:rPr>
                            <m:t>𝑘</m:t>
                          </m:r>
                        </m:sup>
                      </m:sSubSup>
                      <m:r>
                        <a:rPr lang="en-US" altLang="ja-JP" i="1">
                          <a:latin typeface="Cambria Math" panose="02040503050406030204" pitchFamily="18" charset="0"/>
                        </a:rPr>
                        <m:t>=</m:t>
                      </m:r>
                      <m:f>
                        <m:fPr>
                          <m:ctrlPr>
                            <a:rPr lang="ja-JP" altLang="en-US" i="1">
                              <a:latin typeface="Cambria Math" panose="02040503050406030204" pitchFamily="18" charset="0"/>
                            </a:rPr>
                          </m:ctrlPr>
                        </m:fPr>
                        <m:num>
                          <m:r>
                            <a:rPr lang="en-US" altLang="ja-JP" i="1">
                              <a:latin typeface="Cambria Math" panose="02040503050406030204" pitchFamily="18" charset="0"/>
                            </a:rPr>
                            <m:t>1</m:t>
                          </m:r>
                        </m:num>
                        <m:den>
                          <m:d>
                            <m:dPr>
                              <m:begChr m:val="|"/>
                              <m:endChr m:val="|"/>
                              <m:ctrlPr>
                                <a:rPr lang="ja-JP" altLang="en-US" i="1">
                                  <a:latin typeface="Cambria Math" panose="02040503050406030204" pitchFamily="18" charset="0"/>
                                </a:rPr>
                              </m:ctrlPr>
                            </m:dPr>
                            <m:e>
                              <m:sSup>
                                <m:sSupPr>
                                  <m:ctrlPr>
                                    <a:rPr lang="en-US" altLang="ja-JP" b="0" i="1" smtClean="0">
                                      <a:latin typeface="Cambria Math" panose="02040503050406030204" pitchFamily="18" charset="0"/>
                                    </a:rPr>
                                  </m:ctrlPr>
                                </m:sSupPr>
                                <m:e>
                                  <m:r>
                                    <a:rPr lang="ja-JP" altLang="en-US" i="1">
                                      <a:latin typeface="Cambria Math" panose="02040503050406030204" pitchFamily="18" charset="0"/>
                                    </a:rPr>
                                    <m:t>𝒟</m:t>
                                  </m:r>
                                </m:e>
                                <m:sup>
                                  <m:r>
                                    <a:rPr lang="en-US" altLang="ja-JP" b="0" i="1" smtClean="0">
                                      <a:latin typeface="Cambria Math" panose="02040503050406030204" pitchFamily="18" charset="0"/>
                                    </a:rPr>
                                    <m:t>𝑘</m:t>
                                  </m:r>
                                </m:sup>
                              </m:sSup>
                            </m:e>
                          </m:d>
                        </m:den>
                      </m:f>
                      <m:nary>
                        <m:naryPr>
                          <m:chr m:val="∑"/>
                          <m:limLoc m:val="undOvr"/>
                          <m:grow m:val="on"/>
                          <m:supHide m:val="on"/>
                          <m:ctrlPr>
                            <a:rPr lang="ja-JP" altLang="en-US" i="1">
                              <a:latin typeface="Cambria Math" panose="02040503050406030204" pitchFamily="18" charset="0"/>
                            </a:rPr>
                          </m:ctrlPr>
                        </m:naryPr>
                        <m:sub>
                          <m:r>
                            <a:rPr lang="en-US" altLang="ja-JP" i="1">
                              <a:latin typeface="Cambria Math" panose="02040503050406030204" pitchFamily="18" charset="0"/>
                            </a:rPr>
                            <m:t>(</m:t>
                          </m:r>
                          <m:r>
                            <a:rPr lang="ja-JP" altLang="en-US" i="1">
                              <a:latin typeface="Cambria Math" panose="02040503050406030204" pitchFamily="18" charset="0"/>
                            </a:rPr>
                            <m:t>𝑥</m:t>
                          </m:r>
                          <m:r>
                            <a:rPr lang="en-US" altLang="ja-JP" i="1">
                              <a:latin typeface="Cambria Math" panose="02040503050406030204" pitchFamily="18" charset="0"/>
                            </a:rPr>
                            <m:t>,</m:t>
                          </m:r>
                          <m:r>
                            <a:rPr lang="ja-JP" altLang="en-US" i="1">
                              <a:latin typeface="Cambria Math" panose="02040503050406030204" pitchFamily="18" charset="0"/>
                            </a:rPr>
                            <m:t>𝑦</m:t>
                          </m:r>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ja-JP" altLang="en-US" i="1">
                                  <a:latin typeface="Cambria Math" panose="02040503050406030204" pitchFamily="18" charset="0"/>
                                </a:rPr>
                                <m:t>𝒟</m:t>
                              </m:r>
                            </m:e>
                            <m:sup>
                              <m:r>
                                <a:rPr lang="en-US" altLang="ja-JP" i="1">
                                  <a:latin typeface="Cambria Math" panose="02040503050406030204" pitchFamily="18" charset="0"/>
                                </a:rPr>
                                <m:t>𝑘</m:t>
                              </m:r>
                            </m:sup>
                          </m:sSup>
                        </m:sub>
                        <m:sup/>
                        <m:e>
                          <m:r>
                            <a:rPr lang="ja-JP" altLang="en-US" i="1">
                              <a:latin typeface="Cambria Math" panose="02040503050406030204" pitchFamily="18" charset="0"/>
                            </a:rPr>
                            <m:t> </m:t>
                          </m:r>
                        </m:e>
                      </m:nary>
                      <m:r>
                        <m:rPr>
                          <m:sty m:val="p"/>
                        </m:rPr>
                        <a:rPr lang="en-US" altLang="ja-JP">
                          <a:latin typeface="Cambria Math" panose="02040503050406030204" pitchFamily="18" charset="0"/>
                        </a:rPr>
                        <m:t>CE</m:t>
                      </m:r>
                      <m:d>
                        <m:dPr>
                          <m:ctrlPr>
                            <a:rPr lang="ja-JP" altLang="en-US" i="1">
                              <a:latin typeface="Cambria Math" panose="02040503050406030204" pitchFamily="18" charset="0"/>
                            </a:rPr>
                          </m:ctrlPr>
                        </m:dPr>
                        <m:e>
                          <m:r>
                            <a:rPr lang="en-US" altLang="ja-JP" i="1">
                              <a:latin typeface="Cambria Math" panose="02040503050406030204" pitchFamily="18" charset="0"/>
                            </a:rPr>
                            <m:t>𝑓</m:t>
                          </m:r>
                          <m:d>
                            <m:dPr>
                              <m:ctrlPr>
                                <a:rPr lang="ja-JP" altLang="en-US" i="1">
                                  <a:latin typeface="Cambria Math" panose="02040503050406030204" pitchFamily="18" charset="0"/>
                                </a:rPr>
                              </m:ctrlPr>
                            </m:dPr>
                            <m:e>
                              <m:r>
                                <a:rPr lang="ja-JP" altLang="en-US" i="1">
                                  <a:latin typeface="Cambria Math" panose="02040503050406030204" pitchFamily="18" charset="0"/>
                                </a:rPr>
                                <m:t>𝑥</m:t>
                              </m:r>
                              <m:r>
                                <a:rPr lang="en-US" altLang="ja-JP" i="1">
                                  <a:latin typeface="Cambria Math" panose="02040503050406030204" pitchFamily="18" charset="0"/>
                                </a:rPr>
                                <m:t>;</m:t>
                              </m:r>
                              <m:sSubSup>
                                <m:sSubSupPr>
                                  <m:ctrlPr>
                                    <a:rPr lang="en-US" altLang="ja-JP" i="1">
                                      <a:latin typeface="Cambria Math" panose="02040503050406030204" pitchFamily="18" charset="0"/>
                                    </a:rPr>
                                  </m:ctrlPr>
                                </m:sSubSupPr>
                                <m:e>
                                  <m:r>
                                    <a:rPr lang="ja-JP" altLang="en-US" i="1">
                                      <a:latin typeface="Cambria Math" panose="02040503050406030204" pitchFamily="18" charset="0"/>
                                    </a:rPr>
                                    <m:t>𝜃</m:t>
                                  </m:r>
                                </m:e>
                                <m:sub>
                                  <m:r>
                                    <a:rPr lang="en-US" altLang="ja-JP" i="1">
                                      <a:latin typeface="Cambria Math" panose="02040503050406030204" pitchFamily="18" charset="0"/>
                                    </a:rPr>
                                    <m:t>𝑐</m:t>
                                  </m:r>
                                </m:sub>
                                <m:sup>
                                  <m:d>
                                    <m:dPr>
                                      <m:ctrlPr>
                                        <a:rPr lang="en-US" altLang="ja-JP" i="1">
                                          <a:latin typeface="Cambria Math" panose="02040503050406030204" pitchFamily="18" charset="0"/>
                                        </a:rPr>
                                      </m:ctrlPr>
                                    </m:dPr>
                                    <m:e>
                                      <m:r>
                                        <a:rPr lang="en-US" altLang="ja-JP" i="1">
                                          <a:latin typeface="Cambria Math" panose="02040503050406030204" pitchFamily="18" charset="0"/>
                                        </a:rPr>
                                        <m:t>𝑘</m:t>
                                      </m:r>
                                      <m:r>
                                        <a:rPr lang="en-US" altLang="ja-JP" i="1">
                                          <a:latin typeface="Cambria Math" panose="02040503050406030204" pitchFamily="18" charset="0"/>
                                        </a:rPr>
                                        <m:t>,</m:t>
                                      </m:r>
                                      <m:r>
                                        <a:rPr lang="en-US" altLang="ja-JP" i="1">
                                          <a:latin typeface="Cambria Math" panose="02040503050406030204" pitchFamily="18" charset="0"/>
                                        </a:rPr>
                                        <m:t>𝑟</m:t>
                                      </m:r>
                                    </m:e>
                                  </m:d>
                                </m:sup>
                              </m:sSubSup>
                            </m:e>
                          </m:d>
                          <m:r>
                            <a:rPr lang="en-US" altLang="ja-JP" i="1">
                              <a:latin typeface="Cambria Math" panose="02040503050406030204" pitchFamily="18" charset="0"/>
                            </a:rPr>
                            <m:t>,</m:t>
                          </m:r>
                          <m:r>
                            <a:rPr lang="ja-JP" altLang="en-US" i="1">
                              <a:latin typeface="Cambria Math" panose="02040503050406030204" pitchFamily="18" charset="0"/>
                            </a:rPr>
                            <m:t>𝑦</m:t>
                          </m:r>
                        </m:e>
                      </m:d>
                    </m:oMath>
                  </m:oMathPara>
                </a14:m>
                <a:endParaRPr lang="ja-JP" altLang="en-US"/>
              </a:p>
            </p:txBody>
          </p:sp>
        </mc:Choice>
        <mc:Fallback>
          <p:sp>
            <p:nvSpPr>
              <p:cNvPr id="5" name="テキスト ボックス 4">
                <a:extLst>
                  <a:ext uri="{FF2B5EF4-FFF2-40B4-BE49-F238E27FC236}">
                    <a16:creationId xmlns:a16="http://schemas.microsoft.com/office/drawing/2014/main" id="{BC53F1EF-FAC9-4EB7-1600-9A610333BE72}"/>
                  </a:ext>
                </a:extLst>
              </p:cNvPr>
              <p:cNvSpPr txBox="1">
                <a:spLocks noRot="1" noChangeAspect="1" noMove="1" noResize="1" noEditPoints="1" noAdjustHandles="1" noChangeArrowheads="1" noChangeShapeType="1" noTextEdit="1"/>
              </p:cNvSpPr>
              <p:nvPr/>
            </p:nvSpPr>
            <p:spPr>
              <a:xfrm>
                <a:off x="4058206" y="832465"/>
                <a:ext cx="4563280" cy="1100429"/>
              </a:xfrm>
              <a:prstGeom prst="rect">
                <a:avLst/>
              </a:prstGeom>
              <a:blipFill>
                <a:blip r:embed="rId2"/>
                <a:stretch>
                  <a:fillRect t="-4444"/>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 name="コンテンツ プレースホルダー 3">
                <a:extLst>
                  <a:ext uri="{FF2B5EF4-FFF2-40B4-BE49-F238E27FC236}">
                    <a16:creationId xmlns:a16="http://schemas.microsoft.com/office/drawing/2014/main" id="{377A4C70-20F3-464E-058E-45CEFF616ADE}"/>
                  </a:ext>
                </a:extLst>
              </p:cNvPr>
              <p:cNvSpPr>
                <a:spLocks noGrp="1"/>
              </p:cNvSpPr>
              <p:nvPr>
                <p:ph idx="1"/>
              </p:nvPr>
            </p:nvSpPr>
            <p:spPr>
              <a:xfrm>
                <a:off x="0" y="1743743"/>
                <a:ext cx="12322628" cy="3294549"/>
              </a:xfrm>
            </p:spPr>
            <p:txBody>
              <a:bodyPr>
                <a:normAutofit/>
              </a:bodyPr>
              <a:lstStyle/>
              <a:p>
                <a:pPr marL="514350" indent="-514350">
                  <a:buFont typeface="+mj-lt"/>
                  <a:buAutoNum type="arabicPeriod"/>
                </a:pPr>
                <a:r>
                  <a:rPr lang="ja-JP" altLang="en-US" sz="1800">
                    <a:solidFill>
                      <a:srgbClr val="203864"/>
                    </a:solidFill>
                    <a:latin typeface="+mn-ea"/>
                    <a:ea typeface="+mn-ea"/>
                    <a:cs typeface="Calibri" panose="020F0502020204030204" pitchFamily="34" charset="0"/>
                  </a:rPr>
                  <a:t>端末固有データ </a:t>
                </a:r>
                <a14:m>
                  <m:oMath xmlns:m="http://schemas.openxmlformats.org/officeDocument/2006/math">
                    <m:r>
                      <a:rPr lang="en-US" altLang="ja-JP" sz="1800" i="1">
                        <a:solidFill>
                          <a:srgbClr val="203864"/>
                        </a:solidFill>
                        <a:latin typeface="Cambria Math" panose="02040503050406030204" pitchFamily="18" charset="0"/>
                        <a:ea typeface="+mn-ea"/>
                      </a:rPr>
                      <m:t>(</m:t>
                    </m:r>
                    <m:r>
                      <a:rPr lang="en-US" altLang="ja-JP" sz="1800" i="1">
                        <a:solidFill>
                          <a:srgbClr val="203864"/>
                        </a:solidFill>
                        <a:latin typeface="Cambria Math" panose="02040503050406030204" pitchFamily="18" charset="0"/>
                        <a:ea typeface="+mn-ea"/>
                      </a:rPr>
                      <m:t>𝑥</m:t>
                    </m:r>
                    <m:r>
                      <a:rPr lang="en-US" altLang="ja-JP" sz="1800" i="1">
                        <a:solidFill>
                          <a:srgbClr val="203864"/>
                        </a:solidFill>
                        <a:latin typeface="Cambria Math" panose="02040503050406030204" pitchFamily="18" charset="0"/>
                        <a:ea typeface="+mn-ea"/>
                      </a:rPr>
                      <m:t>,</m:t>
                    </m:r>
                    <m:r>
                      <a:rPr lang="en-US" altLang="ja-JP" sz="1800" i="1">
                        <a:solidFill>
                          <a:srgbClr val="203864"/>
                        </a:solidFill>
                        <a:latin typeface="Cambria Math" panose="02040503050406030204" pitchFamily="18" charset="0"/>
                        <a:ea typeface="+mn-ea"/>
                      </a:rPr>
                      <m:t>𝑦</m:t>
                    </m:r>
                    <m:r>
                      <a:rPr lang="en-US" altLang="ja-JP" sz="1800" i="1">
                        <a:solidFill>
                          <a:srgbClr val="203864"/>
                        </a:solidFill>
                        <a:latin typeface="Cambria Math" panose="02040503050406030204" pitchFamily="18" charset="0"/>
                        <a:ea typeface="+mn-ea"/>
                      </a:rPr>
                      <m:t>)∈</m:t>
                    </m:r>
                    <m:sSup>
                      <m:sSupPr>
                        <m:ctrlPr>
                          <a:rPr lang="en-US" altLang="ja-JP" sz="1800" i="1">
                            <a:latin typeface="Cambria Math" panose="02040503050406030204" pitchFamily="18" charset="0"/>
                          </a:rPr>
                        </m:ctrlPr>
                      </m:sSupPr>
                      <m:e>
                        <m:r>
                          <a:rPr lang="ja-JP" altLang="en-US" sz="1800" i="1">
                            <a:latin typeface="Cambria Math" panose="02040503050406030204" pitchFamily="18" charset="0"/>
                          </a:rPr>
                          <m:t>𝒟</m:t>
                        </m:r>
                      </m:e>
                      <m:sup>
                        <m:r>
                          <a:rPr lang="en-US" altLang="ja-JP" sz="1800" i="1">
                            <a:latin typeface="Cambria Math" panose="02040503050406030204" pitchFamily="18" charset="0"/>
                          </a:rPr>
                          <m:t>𝑘</m:t>
                        </m:r>
                      </m:sup>
                    </m:sSup>
                    <m:r>
                      <a:rPr lang="ja-JP" altLang="en-US" sz="1800" i="0" smtClean="0">
                        <a:solidFill>
                          <a:srgbClr val="203864"/>
                        </a:solidFill>
                        <a:latin typeface="Cambria Math" panose="02040503050406030204" pitchFamily="18" charset="0"/>
                        <a:ea typeface="+mn-ea"/>
                      </a:rPr>
                      <m:t>を用いて</m:t>
                    </m:r>
                  </m:oMath>
                </a14:m>
                <a:r>
                  <a:rPr lang="ja-JP" altLang="en-US" sz="1800">
                    <a:solidFill>
                      <a:srgbClr val="203864"/>
                    </a:solidFill>
                    <a:latin typeface="+mn-ea"/>
                    <a:ea typeface="+mn-ea"/>
                  </a:rPr>
                  <a:t>学習を行う</a:t>
                </a:r>
              </a:p>
              <a:p>
                <a:pPr marL="514350" indent="-514350">
                  <a:buFont typeface="+mj-lt"/>
                  <a:buAutoNum type="arabicPeriod"/>
                </a:pPr>
                <a14:m>
                  <m:oMath xmlns:m="http://schemas.openxmlformats.org/officeDocument/2006/math">
                    <m:r>
                      <a:rPr lang="en-US" altLang="ja-JP" sz="1800" i="1">
                        <a:latin typeface="Cambria Math" panose="02040503050406030204" pitchFamily="18" charset="0"/>
                      </a:rPr>
                      <m:t>𝑓</m:t>
                    </m:r>
                    <m:r>
                      <a:rPr lang="en-US" altLang="ja-JP" sz="1800" i="1">
                        <a:latin typeface="Cambria Math" panose="02040503050406030204" pitchFamily="18" charset="0"/>
                      </a:rPr>
                      <m:t> </m:t>
                    </m:r>
                    <m:d>
                      <m:dPr>
                        <m:ctrlPr>
                          <a:rPr lang="ja-JP" altLang="en-US" sz="1800" i="1">
                            <a:solidFill>
                              <a:srgbClr val="203864"/>
                            </a:solidFill>
                            <a:latin typeface="Cambria Math" panose="02040503050406030204" pitchFamily="18" charset="0"/>
                            <a:ea typeface="+mn-ea"/>
                          </a:rPr>
                        </m:ctrlPr>
                      </m:dPr>
                      <m:e>
                        <m:r>
                          <a:rPr lang="ja-JP" altLang="en-US" sz="1800" i="1">
                            <a:solidFill>
                              <a:srgbClr val="203864"/>
                            </a:solidFill>
                            <a:latin typeface="Cambria Math" panose="02040503050406030204" pitchFamily="18" charset="0"/>
                            <a:ea typeface="+mn-ea"/>
                          </a:rPr>
                          <m:t>𝑥</m:t>
                        </m:r>
                        <m:r>
                          <a:rPr lang="en-US" altLang="ja-JP" sz="1800" i="1">
                            <a:solidFill>
                              <a:srgbClr val="203864"/>
                            </a:solidFill>
                            <a:latin typeface="Cambria Math" panose="02040503050406030204" pitchFamily="18" charset="0"/>
                            <a:ea typeface="+mn-ea"/>
                          </a:rPr>
                          <m:t>;</m:t>
                        </m:r>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e>
                    </m:d>
                  </m:oMath>
                </a14:m>
                <a:r>
                  <a:rPr lang="ja-JP" altLang="en-US" sz="1800">
                    <a:solidFill>
                      <a:srgbClr val="203864"/>
                    </a:solidFill>
                    <a:latin typeface="+mn-ea"/>
                    <a:ea typeface="+mn-ea"/>
                  </a:rPr>
                  <a:t>：関数</a:t>
                </a:r>
                <a14:m>
                  <m:oMath xmlns:m="http://schemas.openxmlformats.org/officeDocument/2006/math">
                    <m:r>
                      <a:rPr lang="en-US" altLang="ja-JP" sz="1800" i="1">
                        <a:latin typeface="Cambria Math" panose="02040503050406030204" pitchFamily="18" charset="0"/>
                      </a:rPr>
                      <m:t>𝑓</m:t>
                    </m:r>
                  </m:oMath>
                </a14:m>
                <a:r>
                  <a:rPr lang="ja-JP" altLang="en-US" sz="1800">
                    <a:solidFill>
                      <a:srgbClr val="203864"/>
                    </a:solidFill>
                    <a:latin typeface="+mn-ea"/>
                    <a:ea typeface="+mn-ea"/>
                  </a:rPr>
                  <a:t>で入力データ</a:t>
                </a:r>
                <a14:m>
                  <m:oMath xmlns:m="http://schemas.openxmlformats.org/officeDocument/2006/math">
                    <m:r>
                      <a:rPr lang="en-US" altLang="ja-JP" sz="1800" i="1">
                        <a:solidFill>
                          <a:srgbClr val="203864"/>
                        </a:solidFill>
                        <a:latin typeface="Cambria Math" panose="02040503050406030204" pitchFamily="18" charset="0"/>
                        <a:ea typeface="+mn-ea"/>
                      </a:rPr>
                      <m:t>𝑥</m:t>
                    </m:r>
                  </m:oMath>
                </a14:m>
                <a:r>
                  <a:rPr lang="ja-JP" altLang="en-US" sz="1800">
                    <a:solidFill>
                      <a:srgbClr val="203864"/>
                    </a:solidFill>
                    <a:latin typeface="+mn-ea"/>
                    <a:ea typeface="+mn-ea"/>
                  </a:rPr>
                  <a:t>に対して</a:t>
                </a:r>
                <a:r>
                  <a:rPr lang="ja-JP" altLang="ja-JP" sz="1800">
                    <a:solidFill>
                      <a:srgbClr val="203864"/>
                    </a:solidFill>
                    <a:latin typeface="+mn-ea"/>
                    <a:ea typeface="+mn-ea"/>
                  </a:rPr>
                  <a:t>パラメータ</a:t>
                </a:r>
                <a14:m>
                  <m:oMath xmlns:m="http://schemas.openxmlformats.org/officeDocument/2006/math">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r>
                      <a:rPr lang="ja-JP" altLang="en-US" sz="1800">
                        <a:latin typeface="Cambria Math" panose="02040503050406030204" pitchFamily="18" charset="0"/>
                      </a:rPr>
                      <m:t>=</m:t>
                    </m:r>
                    <m:d>
                      <m:dPr>
                        <m:begChr m:val="{"/>
                        <m:endChr m:val="}"/>
                        <m:ctrlPr>
                          <a:rPr lang="ja-JP" altLang="en-US" sz="1800" i="1">
                            <a:latin typeface="Cambria Math" panose="02040503050406030204" pitchFamily="18" charset="0"/>
                          </a:rPr>
                        </m:ctrlPr>
                      </m:dPr>
                      <m:e>
                        <m:sSubSup>
                          <m:sSubSupPr>
                            <m:ctrlPr>
                              <a:rPr lang="en-US" altLang="ja-JP" sz="1800" b="0" i="1" smtClean="0">
                                <a:latin typeface="Cambria Math" panose="02040503050406030204" pitchFamily="18" charset="0"/>
                              </a:rPr>
                            </m:ctrlPr>
                          </m:sSubSupPr>
                          <m:e>
                            <m:r>
                              <a:rPr lang="ja-JP" altLang="en-US" sz="1800" i="1">
                                <a:latin typeface="Cambria Math" panose="02040503050406030204" pitchFamily="18" charset="0"/>
                              </a:rPr>
                              <m:t>𝜙</m:t>
                            </m:r>
                          </m:e>
                          <m:sub>
                            <m:r>
                              <a:rPr lang="en-US" altLang="ja-JP" sz="1800" b="0" i="1" smtClean="0">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r>
                          <a:rPr lang="ja-JP" altLang="en-US" sz="1800">
                            <a:latin typeface="Cambria Math" panose="02040503050406030204" pitchFamily="18" charset="0"/>
                          </a:rPr>
                          <m:t>,</m:t>
                        </m:r>
                        <m:sSubSup>
                          <m:sSubSupPr>
                            <m:ctrlPr>
                              <a:rPr lang="ja-JP" altLang="en-US" sz="1800" i="1">
                                <a:latin typeface="Cambria Math" panose="02040503050406030204" pitchFamily="18" charset="0"/>
                              </a:rPr>
                            </m:ctrlPr>
                          </m:sSubSupPr>
                          <m:e>
                            <m:r>
                              <a:rPr lang="en-US" altLang="ja-JP" sz="1800" i="1">
                                <a:latin typeface="Cambria Math" panose="02040503050406030204" pitchFamily="18" charset="0"/>
                              </a:rPr>
                              <m:t>𝑤</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e>
                    </m:d>
                  </m:oMath>
                </a14:m>
                <a:r>
                  <a:rPr lang="ja-JP" altLang="en-US" sz="1800">
                    <a:solidFill>
                      <a:srgbClr val="203864"/>
                    </a:solidFill>
                    <a:latin typeface="+mn-ea"/>
                    <a:ea typeface="+mn-ea"/>
                  </a:rPr>
                  <a:t>を使って予測を行う。</a:t>
                </a:r>
                <a:endParaRPr lang="en-US" altLang="ja-JP" sz="1800">
                  <a:solidFill>
                    <a:srgbClr val="203864"/>
                  </a:solidFill>
                  <a:latin typeface="+mn-ea"/>
                  <a:ea typeface="+mn-ea"/>
                </a:endParaRPr>
              </a:p>
              <a:p>
                <a:pPr marL="514350" indent="-514350">
                  <a:buFont typeface="+mj-lt"/>
                  <a:buAutoNum type="arabicPeriod"/>
                </a:pPr>
                <a14:m>
                  <m:oMath xmlns:m="http://schemas.openxmlformats.org/officeDocument/2006/math">
                    <m:sSubSup>
                      <m:sSubSupPr>
                        <m:ctrlPr>
                          <a:rPr lang="ja-JP" altLang="en-US" sz="1800" i="1">
                            <a:latin typeface="Cambria Math" panose="02040503050406030204" pitchFamily="18" charset="0"/>
                          </a:rPr>
                        </m:ctrlPr>
                      </m:sSubSupPr>
                      <m:e>
                        <m:r>
                          <a:rPr lang="en-US" altLang="ja-JP" sz="1800" i="1">
                            <a:latin typeface="Cambria Math" panose="02040503050406030204" pitchFamily="18" charset="0"/>
                          </a:rPr>
                          <m:t>ℒ</m:t>
                        </m:r>
                      </m:e>
                      <m:sub>
                        <m:r>
                          <a:rPr lang="ja-JP" altLang="en-US" sz="1800" i="1">
                            <a:latin typeface="Cambria Math" panose="02040503050406030204" pitchFamily="18" charset="0"/>
                          </a:rPr>
                          <m:t>𝑡𝑎𝑠𝑘</m:t>
                        </m:r>
                      </m:sub>
                      <m:sup>
                        <m:r>
                          <a:rPr lang="en-US" altLang="ja-JP" sz="1800" b="0" i="1" smtClean="0">
                            <a:latin typeface="Cambria Math" panose="02040503050406030204" pitchFamily="18" charset="0"/>
                          </a:rPr>
                          <m:t>𝑘</m:t>
                        </m:r>
                      </m:sup>
                    </m:sSubSup>
                  </m:oMath>
                </a14:m>
                <a:r>
                  <a:rPr lang="ja-JP" altLang="en-US" sz="1800">
                    <a:solidFill>
                      <a:srgbClr val="203864"/>
                    </a:solidFill>
                    <a:latin typeface="+mn-ea"/>
                    <a:ea typeface="+mn-ea"/>
                  </a:rPr>
                  <a:t>を各学習パラメータ</a:t>
                </a:r>
                <a14:m>
                  <m:oMath xmlns:m="http://schemas.openxmlformats.org/officeDocument/2006/math">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r>
                      <a:rPr lang="ja-JP" altLang="en-US" sz="1800">
                        <a:latin typeface="Cambria Math" panose="02040503050406030204" pitchFamily="18" charset="0"/>
                      </a:rPr>
                      <m:t>=</m:t>
                    </m:r>
                    <m:d>
                      <m:dPr>
                        <m:begChr m:val="{"/>
                        <m:endChr m:val="}"/>
                        <m:ctrlPr>
                          <a:rPr lang="ja-JP" altLang="en-US" sz="1800" i="1">
                            <a:latin typeface="Cambria Math" panose="02040503050406030204" pitchFamily="18" charset="0"/>
                          </a:rPr>
                        </m:ctrlPr>
                      </m:dPr>
                      <m:e>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𝜙</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r>
                          <a:rPr lang="ja-JP" altLang="en-US" sz="1800">
                            <a:latin typeface="Cambria Math" panose="02040503050406030204" pitchFamily="18" charset="0"/>
                          </a:rPr>
                          <m:t>,</m:t>
                        </m:r>
                        <m:sSubSup>
                          <m:sSubSupPr>
                            <m:ctrlPr>
                              <a:rPr lang="ja-JP" altLang="en-US" sz="1800" i="1">
                                <a:latin typeface="Cambria Math" panose="02040503050406030204" pitchFamily="18" charset="0"/>
                              </a:rPr>
                            </m:ctrlPr>
                          </m:sSubSupPr>
                          <m:e>
                            <m:r>
                              <a:rPr lang="en-US" altLang="ja-JP" sz="1800" i="1">
                                <a:latin typeface="Cambria Math" panose="02040503050406030204" pitchFamily="18" charset="0"/>
                              </a:rPr>
                              <m:t>𝑤</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e>
                    </m:d>
                    <m:r>
                      <a:rPr lang="ja-JP" altLang="en-US" sz="1800" i="1">
                        <a:latin typeface="Cambria Math" panose="02040503050406030204" pitchFamily="18" charset="0"/>
                      </a:rPr>
                      <m:t>で</m:t>
                    </m:r>
                  </m:oMath>
                </a14:m>
                <a:r>
                  <a:rPr lang="ja-JP" altLang="en-US" sz="1800">
                    <a:solidFill>
                      <a:srgbClr val="203864"/>
                    </a:solidFill>
                    <a:latin typeface="+mn-ea"/>
                    <a:ea typeface="+mn-ea"/>
                  </a:rPr>
                  <a:t>偏微分した結果を</a:t>
                </a:r>
                <a14:m>
                  <m:oMath xmlns:m="http://schemas.openxmlformats.org/officeDocument/2006/math">
                    <m:sSub>
                      <m:sSubPr>
                        <m:ctrlPr>
                          <a:rPr lang="ja-JP" altLang="en-US" sz="1900" i="1">
                            <a:latin typeface="Cambria Math" panose="02040503050406030204" pitchFamily="18" charset="0"/>
                          </a:rPr>
                        </m:ctrlPr>
                      </m:sSubPr>
                      <m:e>
                        <m:r>
                          <m:rPr>
                            <m:sty m:val="p"/>
                          </m:rPr>
                          <a:rPr lang="ja-JP" altLang="en-US" sz="1900">
                            <a:latin typeface="Cambria Math" panose="02040503050406030204" pitchFamily="18" charset="0"/>
                          </a:rPr>
                          <m:t>∇</m:t>
                        </m:r>
                      </m:e>
                      <m:sub>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sub>
                    </m:sSub>
                    <m:sSubSup>
                      <m:sSubSupPr>
                        <m:ctrlPr>
                          <a:rPr lang="ja-JP" altLang="en-US" sz="1900" i="1">
                            <a:latin typeface="Cambria Math" panose="02040503050406030204" pitchFamily="18" charset="0"/>
                          </a:rPr>
                        </m:ctrlPr>
                      </m:sSubSupPr>
                      <m:e>
                        <m:r>
                          <a:rPr lang="en-US" altLang="ja-JP" sz="1900" i="1">
                            <a:latin typeface="Cambria Math" panose="02040503050406030204" pitchFamily="18" charset="0"/>
                          </a:rPr>
                          <m:t>ℒ</m:t>
                        </m:r>
                      </m:e>
                      <m:sub>
                        <m:r>
                          <a:rPr lang="ja-JP" altLang="en-US" sz="1900" i="1">
                            <a:latin typeface="Cambria Math" panose="02040503050406030204" pitchFamily="18" charset="0"/>
                          </a:rPr>
                          <m:t>𝑡𝑎𝑠𝑘</m:t>
                        </m:r>
                      </m:sub>
                      <m:sup>
                        <m:r>
                          <a:rPr lang="en-US" altLang="ja-JP" sz="1900" b="0" i="1" smtClean="0">
                            <a:latin typeface="Cambria Math" panose="02040503050406030204" pitchFamily="18" charset="0"/>
                          </a:rPr>
                          <m:t>𝑘</m:t>
                        </m:r>
                      </m:sup>
                    </m:sSubSup>
                    <m:r>
                      <a:rPr lang="en-US" altLang="ja-JP" sz="1900" i="1">
                        <a:latin typeface="Cambria Math" panose="02040503050406030204" pitchFamily="18" charset="0"/>
                      </a:rPr>
                      <m:t>=</m:t>
                    </m:r>
                    <m:d>
                      <m:dPr>
                        <m:begChr m:val="{"/>
                        <m:endChr m:val="}"/>
                        <m:ctrlPr>
                          <a:rPr lang="ja-JP" altLang="en-US" sz="1900" i="1">
                            <a:latin typeface="Cambria Math" panose="02040503050406030204" pitchFamily="18" charset="0"/>
                          </a:rPr>
                        </m:ctrlPr>
                      </m:dPr>
                      <m:e>
                        <m:eqArr>
                          <m:eqArrPr>
                            <m:ctrlPr>
                              <a:rPr lang="ja-JP" altLang="en-US" sz="1900" i="1">
                                <a:latin typeface="Cambria Math" panose="02040503050406030204" pitchFamily="18" charset="0"/>
                              </a:rPr>
                            </m:ctrlPr>
                          </m:eqArrPr>
                          <m:e>
                            <m:sSub>
                              <m:sSubPr>
                                <m:ctrlPr>
                                  <a:rPr lang="ja-JP" altLang="en-US" sz="1900" i="1">
                                    <a:latin typeface="Cambria Math" panose="02040503050406030204" pitchFamily="18" charset="0"/>
                                  </a:rPr>
                                </m:ctrlPr>
                              </m:sSubPr>
                              <m:e>
                                <m:r>
                                  <m:rPr>
                                    <m:sty m:val="p"/>
                                  </m:rPr>
                                  <a:rPr lang="ja-JP" altLang="en-US" sz="1900">
                                    <a:latin typeface="Cambria Math" panose="02040503050406030204" pitchFamily="18" charset="0"/>
                                  </a:rPr>
                                  <m:t>∇</m:t>
                                </m:r>
                              </m:e>
                              <m:sub>
                                <m:sSubSup>
                                  <m:sSubSupPr>
                                    <m:ctrlPr>
                                      <a:rPr lang="en-US" altLang="ja-JP" sz="2000" i="1">
                                        <a:latin typeface="Cambria Math" panose="02040503050406030204" pitchFamily="18" charset="0"/>
                                      </a:rPr>
                                    </m:ctrlPr>
                                  </m:sSubSupPr>
                                  <m:e>
                                    <m:r>
                                      <a:rPr lang="ja-JP" altLang="en-US" sz="2000" i="1">
                                        <a:latin typeface="Cambria Math" panose="02040503050406030204" pitchFamily="18" charset="0"/>
                                      </a:rPr>
                                      <m:t>𝜙</m:t>
                                    </m:r>
                                  </m:e>
                                  <m:sub>
                                    <m:r>
                                      <a:rPr lang="en-US" altLang="ja-JP" sz="2000" i="1">
                                        <a:latin typeface="Cambria Math" panose="02040503050406030204" pitchFamily="18" charset="0"/>
                                      </a:rPr>
                                      <m:t>𝑐</m:t>
                                    </m:r>
                                  </m:sub>
                                  <m:sup>
                                    <m:d>
                                      <m:dPr>
                                        <m:ctrlPr>
                                          <a:rPr lang="en-US" altLang="ja-JP" sz="2000" i="1">
                                            <a:latin typeface="Cambria Math" panose="02040503050406030204" pitchFamily="18" charset="0"/>
                                          </a:rPr>
                                        </m:ctrlPr>
                                      </m:dPr>
                                      <m:e>
                                        <m:r>
                                          <a:rPr lang="en-US" altLang="ja-JP" sz="2000" i="1">
                                            <a:latin typeface="Cambria Math" panose="02040503050406030204" pitchFamily="18" charset="0"/>
                                          </a:rPr>
                                          <m:t>𝑘</m:t>
                                        </m:r>
                                        <m:r>
                                          <a:rPr lang="en-US" altLang="ja-JP" sz="2000" i="1">
                                            <a:latin typeface="Cambria Math" panose="02040503050406030204" pitchFamily="18" charset="0"/>
                                          </a:rPr>
                                          <m:t>,</m:t>
                                        </m:r>
                                        <m:r>
                                          <a:rPr lang="en-US" altLang="ja-JP" sz="2000" i="1">
                                            <a:latin typeface="Cambria Math" panose="02040503050406030204" pitchFamily="18" charset="0"/>
                                          </a:rPr>
                                          <m:t>𝑟</m:t>
                                        </m:r>
                                      </m:e>
                                    </m:d>
                                  </m:sup>
                                </m:sSubSup>
                              </m:sub>
                            </m:sSub>
                            <m:sSubSup>
                              <m:sSubSupPr>
                                <m:ctrlPr>
                                  <a:rPr lang="ja-JP" altLang="en-US" sz="1900" i="1">
                                    <a:latin typeface="Cambria Math" panose="02040503050406030204" pitchFamily="18" charset="0"/>
                                  </a:rPr>
                                </m:ctrlPr>
                              </m:sSubSupPr>
                              <m:e>
                                <m:r>
                                  <a:rPr lang="en-US" altLang="ja-JP" sz="1900" i="1">
                                    <a:latin typeface="Cambria Math" panose="02040503050406030204" pitchFamily="18" charset="0"/>
                                  </a:rPr>
                                  <m:t>ℒ</m:t>
                                </m:r>
                              </m:e>
                              <m:sub>
                                <m:r>
                                  <a:rPr lang="ja-JP" altLang="en-US" sz="1900" i="1">
                                    <a:latin typeface="Cambria Math" panose="02040503050406030204" pitchFamily="18" charset="0"/>
                                  </a:rPr>
                                  <m:t>𝑡𝑎𝑠𝑘</m:t>
                                </m:r>
                              </m:sub>
                              <m:sup>
                                <m:r>
                                  <a:rPr lang="en-US" altLang="ja-JP" sz="1900" b="0" i="1" smtClean="0">
                                    <a:latin typeface="Cambria Math" panose="02040503050406030204" pitchFamily="18" charset="0"/>
                                  </a:rPr>
                                  <m:t>𝑘</m:t>
                                </m:r>
                              </m:sup>
                            </m:sSubSup>
                            <m:r>
                              <a:rPr lang="en-US" altLang="ja-JP" sz="1900" b="0" i="1" smtClean="0">
                                <a:latin typeface="Cambria Math" panose="02040503050406030204" pitchFamily="18" charset="0"/>
                              </a:rPr>
                              <m:t>,</m:t>
                            </m:r>
                            <m:sSub>
                              <m:sSubPr>
                                <m:ctrlPr>
                                  <a:rPr lang="ja-JP" altLang="en-US" sz="1900" i="1">
                                    <a:latin typeface="Cambria Math" panose="02040503050406030204" pitchFamily="18" charset="0"/>
                                  </a:rPr>
                                </m:ctrlPr>
                              </m:sSubPr>
                              <m:e>
                                <m:r>
                                  <m:rPr>
                                    <m:sty m:val="p"/>
                                  </m:rPr>
                                  <a:rPr lang="ja-JP" altLang="en-US" sz="1900">
                                    <a:latin typeface="Cambria Math" panose="02040503050406030204" pitchFamily="18" charset="0"/>
                                  </a:rPr>
                                  <m:t>∇</m:t>
                                </m:r>
                              </m:e>
                              <m:sub>
                                <m:sSubSup>
                                  <m:sSubSupPr>
                                    <m:ctrlPr>
                                      <a:rPr lang="ja-JP" altLang="en-US" sz="1800" i="1">
                                        <a:latin typeface="Cambria Math" panose="02040503050406030204" pitchFamily="18" charset="0"/>
                                      </a:rPr>
                                    </m:ctrlPr>
                                  </m:sSubSupPr>
                                  <m:e>
                                    <m:r>
                                      <a:rPr lang="en-US" altLang="ja-JP" sz="1800" i="1">
                                        <a:latin typeface="Cambria Math" panose="02040503050406030204" pitchFamily="18" charset="0"/>
                                      </a:rPr>
                                      <m:t>𝑤</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sub>
                            </m:sSub>
                            <m:sSubSup>
                              <m:sSubSupPr>
                                <m:ctrlPr>
                                  <a:rPr lang="ja-JP" altLang="en-US" sz="1900" i="1">
                                    <a:latin typeface="Cambria Math" panose="02040503050406030204" pitchFamily="18" charset="0"/>
                                  </a:rPr>
                                </m:ctrlPr>
                              </m:sSubSupPr>
                              <m:e>
                                <m:r>
                                  <a:rPr lang="en-US" altLang="ja-JP" sz="1900" i="1">
                                    <a:latin typeface="Cambria Math" panose="02040503050406030204" pitchFamily="18" charset="0"/>
                                  </a:rPr>
                                  <m:t>ℒ</m:t>
                                </m:r>
                              </m:e>
                              <m:sub>
                                <m:r>
                                  <a:rPr lang="ja-JP" altLang="en-US" sz="1900" i="1">
                                    <a:latin typeface="Cambria Math" panose="02040503050406030204" pitchFamily="18" charset="0"/>
                                  </a:rPr>
                                  <m:t>𝑡𝑎𝑠𝑘</m:t>
                                </m:r>
                              </m:sub>
                              <m:sup>
                                <m:r>
                                  <a:rPr lang="en-US" altLang="ja-JP" sz="1900" b="0" i="1" smtClean="0">
                                    <a:latin typeface="Cambria Math" panose="02040503050406030204" pitchFamily="18" charset="0"/>
                                  </a:rPr>
                                  <m:t>𝑘</m:t>
                                </m:r>
                              </m:sup>
                            </m:sSubSup>
                          </m:e>
                        </m:eqArr>
                      </m:e>
                    </m:d>
                  </m:oMath>
                </a14:m>
                <a:r>
                  <a:rPr lang="ja-JP" altLang="en-US" sz="1900">
                    <a:solidFill>
                      <a:srgbClr val="203864"/>
                    </a:solidFill>
                    <a:latin typeface="+mn-ea"/>
                    <a:ea typeface="+mn-ea"/>
                  </a:rPr>
                  <a:t>とする</a:t>
                </a:r>
                <a:endParaRPr lang="en-US" altLang="ja-JP" sz="1900">
                  <a:solidFill>
                    <a:srgbClr val="203864"/>
                  </a:solidFill>
                  <a:latin typeface="+mn-ea"/>
                  <a:ea typeface="+mn-ea"/>
                </a:endParaRPr>
              </a:p>
              <a:p>
                <a:pPr marL="514350" indent="-514350">
                  <a:buFont typeface="+mj-lt"/>
                  <a:buAutoNum type="arabicPeriod"/>
                </a:pPr>
                <a:r>
                  <a:rPr lang="ja-JP" altLang="ja-JP" sz="1800"/>
                  <a:t>得られた勾配を用いて、クライアント側のオプティマイザ</a:t>
                </a:r>
                <a:r>
                  <a:rPr lang="ja-JP" altLang="en-US" sz="1800"/>
                  <a:t>（</a:t>
                </a:r>
                <a:r>
                  <a:rPr lang="en-US" altLang="ja-JP" sz="1800"/>
                  <a:t>SGD</a:t>
                </a:r>
                <a:r>
                  <a:rPr lang="ja-JP" altLang="en-US" sz="1800"/>
                  <a:t>等）で</a:t>
                </a:r>
                <a14:m>
                  <m:oMath xmlns:m="http://schemas.openxmlformats.org/officeDocument/2006/math">
                    <m:r>
                      <a:rPr lang="ja-JP" altLang="en-US" sz="1800" i="1">
                        <a:latin typeface="Cambria Math" panose="02040503050406030204" pitchFamily="18" charset="0"/>
                      </a:rPr>
                      <m:t>パラメータ</m:t>
                    </m:r>
                    <m:r>
                      <a:rPr lang="ja-JP" altLang="en-US" sz="1800" i="1" smtClean="0">
                        <a:latin typeface="Cambria Math" panose="02040503050406030204" pitchFamily="18" charset="0"/>
                      </a:rPr>
                      <m:t>を</m:t>
                    </m:r>
                    <m:r>
                      <a:rPr lang="ja-JP" altLang="en-US" sz="1800" i="1">
                        <a:latin typeface="Cambria Math" panose="02040503050406030204" pitchFamily="18" charset="0"/>
                      </a:rPr>
                      <m:t>更新する</m:t>
                    </m:r>
                  </m:oMath>
                </a14:m>
                <a:endParaRPr lang="en-US" altLang="ja-JP" sz="1800"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r>
                            <a:rPr lang="en-US" altLang="ja-JP" sz="1800" b="0" i="1" smtClean="0">
                              <a:latin typeface="Cambria Math" panose="02040503050406030204" pitchFamily="18" charset="0"/>
                            </a:rPr>
                            <m:t>′</m:t>
                          </m:r>
                          <m:d>
                            <m:dPr>
                              <m:ctrlPr>
                                <a:rPr lang="en-US" altLang="ja-JP" sz="1800" b="0" i="1" smtClean="0">
                                  <a:latin typeface="Cambria Math" panose="02040503050406030204" pitchFamily="18" charset="0"/>
                                </a:rPr>
                              </m:ctrlPr>
                            </m:dPr>
                            <m:e>
                              <m:r>
                                <a:rPr lang="en-US" altLang="ja-JP" sz="1800" i="1">
                                  <a:latin typeface="Cambria Math" panose="02040503050406030204" pitchFamily="18" charset="0"/>
                                </a:rPr>
                                <m:t>𝑘</m:t>
                              </m:r>
                              <m:r>
                                <a:rPr lang="en-US" altLang="ja-JP" sz="1800" b="0" i="1" smtClean="0">
                                  <a:latin typeface="Cambria Math" panose="02040503050406030204" pitchFamily="18" charset="0"/>
                                </a:rPr>
                                <m:t>,</m:t>
                              </m:r>
                              <m:r>
                                <a:rPr lang="en-US" altLang="ja-JP" sz="1800" b="0" i="1" smtClean="0">
                                  <a:latin typeface="Cambria Math" panose="02040503050406030204" pitchFamily="18" charset="0"/>
                                </a:rPr>
                                <m:t>𝑟</m:t>
                              </m:r>
                            </m:e>
                          </m:d>
                        </m:sup>
                      </m:sSubSup>
                      <m:r>
                        <a:rPr lang="ja-JP" altLang="en-US" sz="1800" i="1">
                          <a:latin typeface="Cambria Math" panose="02040503050406030204" pitchFamily="18" charset="0"/>
                        </a:rPr>
                        <m:t>←</m:t>
                      </m:r>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r>
                        <a:rPr lang="ja-JP" altLang="en-US" sz="1800" i="1">
                          <a:latin typeface="Cambria Math" panose="02040503050406030204" pitchFamily="18" charset="0"/>
                        </a:rPr>
                        <m:t>−</m:t>
                      </m:r>
                      <m:sSup>
                        <m:sSupPr>
                          <m:ctrlPr>
                            <a:rPr lang="en-US" altLang="ja-JP" sz="1800" b="0" i="1" smtClean="0">
                              <a:latin typeface="Cambria Math" panose="02040503050406030204" pitchFamily="18" charset="0"/>
                            </a:rPr>
                          </m:ctrlPr>
                        </m:sSupPr>
                        <m:e>
                          <m:r>
                            <a:rPr lang="ja-JP" altLang="en-US" sz="1800" i="1">
                              <a:latin typeface="Cambria Math" panose="02040503050406030204" pitchFamily="18" charset="0"/>
                            </a:rPr>
                            <m:t>𝜂</m:t>
                          </m:r>
                        </m:e>
                        <m:sup>
                          <m:r>
                            <a:rPr lang="en-US" altLang="ja-JP" sz="1800" b="0" i="1" smtClean="0">
                              <a:latin typeface="Cambria Math" panose="02040503050406030204" pitchFamily="18" charset="0"/>
                            </a:rPr>
                            <m:t>𝑘</m:t>
                          </m:r>
                        </m:sup>
                      </m:sSup>
                      <m:sSub>
                        <m:sSubPr>
                          <m:ctrlPr>
                            <a:rPr lang="ja-JP" altLang="en-US" sz="1800" i="1">
                              <a:latin typeface="Cambria Math" panose="02040503050406030204" pitchFamily="18" charset="0"/>
                            </a:rPr>
                          </m:ctrlPr>
                        </m:sSubPr>
                        <m:e>
                          <m:r>
                            <m:rPr>
                              <m:sty m:val="p"/>
                            </m:rPr>
                            <a:rPr lang="ja-JP" altLang="en-US" sz="1800">
                              <a:latin typeface="Cambria Math" panose="02040503050406030204" pitchFamily="18" charset="0"/>
                            </a:rPr>
                            <m:t>∇</m:t>
                          </m:r>
                        </m:e>
                        <m:sub>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d>
                                <m:dPr>
                                  <m:ctrlPr>
                                    <a:rPr lang="en-US" altLang="ja-JP"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e>
                              </m:d>
                            </m:sup>
                          </m:sSubSup>
                        </m:sub>
                      </m:sSub>
                      <m:sSubSup>
                        <m:sSubSupPr>
                          <m:ctrlPr>
                            <a:rPr lang="ja-JP" altLang="en-US" sz="1800" i="1">
                              <a:latin typeface="Cambria Math" panose="02040503050406030204" pitchFamily="18" charset="0"/>
                            </a:rPr>
                          </m:ctrlPr>
                        </m:sSubSupPr>
                        <m:e>
                          <m:r>
                            <a:rPr lang="en-US" altLang="ja-JP" sz="1800" i="1">
                              <a:latin typeface="Cambria Math" panose="02040503050406030204" pitchFamily="18" charset="0"/>
                            </a:rPr>
                            <m:t>ℒ</m:t>
                          </m:r>
                        </m:e>
                        <m:sub>
                          <m:r>
                            <a:rPr lang="ja-JP" altLang="en-US" sz="1800" i="1">
                              <a:latin typeface="Cambria Math" panose="02040503050406030204" pitchFamily="18" charset="0"/>
                            </a:rPr>
                            <m:t>𝑡𝑎𝑠𝑘</m:t>
                          </m:r>
                        </m:sub>
                        <m:sup>
                          <m:r>
                            <a:rPr lang="en-US" altLang="ja-JP" sz="1800" b="0" i="1" smtClean="0">
                              <a:latin typeface="Cambria Math" panose="02040503050406030204" pitchFamily="18" charset="0"/>
                            </a:rPr>
                            <m:t>𝑘</m:t>
                          </m:r>
                        </m:sup>
                      </m:sSubSup>
                    </m:oMath>
                  </m:oMathPara>
                </a14:m>
                <a:endParaRPr lang="en-US" altLang="ja-JP" sz="1800">
                  <a:solidFill>
                    <a:srgbClr val="203864"/>
                  </a:solidFill>
                  <a:latin typeface="+mn-ea"/>
                  <a:ea typeface="+mn-ea"/>
                </a:endParaRPr>
              </a:p>
              <a:p>
                <a:pPr marL="514350" indent="-514350">
                  <a:buFont typeface="+mj-lt"/>
                  <a:buAutoNum type="arabicPeriod"/>
                </a:pPr>
                <a:endParaRPr lang="en-US" altLang="ja-JP" sz="1800">
                  <a:solidFill>
                    <a:srgbClr val="203864"/>
                  </a:solidFill>
                  <a:latin typeface="+mn-ea"/>
                  <a:ea typeface="+mn-ea"/>
                </a:endParaRPr>
              </a:p>
            </p:txBody>
          </p:sp>
        </mc:Choice>
        <mc:Fallback>
          <p:sp>
            <p:nvSpPr>
              <p:cNvPr id="7" name="コンテンツ プレースホルダー 3">
                <a:extLst>
                  <a:ext uri="{FF2B5EF4-FFF2-40B4-BE49-F238E27FC236}">
                    <a16:creationId xmlns:a16="http://schemas.microsoft.com/office/drawing/2014/main" id="{377A4C70-20F3-464E-058E-45CEFF616ADE}"/>
                  </a:ext>
                </a:extLst>
              </p:cNvPr>
              <p:cNvSpPr>
                <a:spLocks noGrp="1" noRot="1" noChangeAspect="1" noMove="1" noResize="1" noEditPoints="1" noAdjustHandles="1" noChangeArrowheads="1" noChangeShapeType="1" noTextEdit="1"/>
              </p:cNvSpPr>
              <p:nvPr>
                <p:ph idx="1"/>
              </p:nvPr>
            </p:nvSpPr>
            <p:spPr>
              <a:xfrm>
                <a:off x="0" y="1743743"/>
                <a:ext cx="12322628" cy="3294549"/>
              </a:xfrm>
              <a:blipFill>
                <a:blip r:embed="rId3"/>
                <a:stretch>
                  <a:fillRect l="-39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テキスト ボックス 8">
                <a:extLst>
                  <a:ext uri="{FF2B5EF4-FFF2-40B4-BE49-F238E27FC236}">
                    <a16:creationId xmlns:a16="http://schemas.microsoft.com/office/drawing/2014/main" id="{23D8815F-BD31-7214-DC88-F4FDB09AA4A6}"/>
                  </a:ext>
                </a:extLst>
              </p:cNvPr>
              <p:cNvSpPr txBox="1"/>
              <p:nvPr/>
            </p:nvSpPr>
            <p:spPr>
              <a:xfrm>
                <a:off x="6278879" y="4866064"/>
                <a:ext cx="6043749" cy="1991892"/>
              </a:xfrm>
              <a:prstGeom prst="rect">
                <a:avLst/>
              </a:prstGeom>
              <a:noFill/>
            </p:spPr>
            <p:txBody>
              <a:bodyPr wrap="square">
                <a:spAutoFit/>
              </a:bodyPr>
              <a:lstStyle/>
              <a:p>
                <a:pPr marL="514350" indent="-514350">
                  <a:buFont typeface="Arial" panose="020B0604020202020204" pitchFamily="34" charset="0"/>
                  <a:buChar char="•"/>
                </a:pPr>
                <a14:m>
                  <m:oMath xmlns:m="http://schemas.openxmlformats.org/officeDocument/2006/math">
                    <m:sSubSup>
                      <m:sSubSupPr>
                        <m:ctrlPr>
                          <a:rPr lang="en-US" altLang="ja-JP" b="0" i="1" smtClean="0">
                            <a:latin typeface="Cambria Math" panose="02040503050406030204" pitchFamily="18" charset="0"/>
                          </a:rPr>
                        </m:ctrlPr>
                      </m:sSubSupPr>
                      <m:e>
                        <m:r>
                          <a:rPr lang="ja-JP" altLang="en-US" i="1" smtClean="0">
                            <a:latin typeface="Cambria Math" panose="02040503050406030204" pitchFamily="18" charset="0"/>
                          </a:rPr>
                          <m:t>𝜃</m:t>
                        </m:r>
                      </m:e>
                      <m:sub>
                        <m:r>
                          <a:rPr lang="en-US" altLang="ja-JP" b="0" i="1" smtClean="0">
                            <a:latin typeface="Cambria Math" panose="02040503050406030204" pitchFamily="18" charset="0"/>
                          </a:rPr>
                          <m:t>𝑐</m:t>
                        </m:r>
                      </m:sub>
                      <m:sup>
                        <m:d>
                          <m:dPr>
                            <m:ctrlPr>
                              <a:rPr lang="en-US" altLang="ja-JP" i="1">
                                <a:latin typeface="Cambria Math" panose="02040503050406030204" pitchFamily="18" charset="0"/>
                              </a:rPr>
                            </m:ctrlPr>
                          </m:dPr>
                          <m:e>
                            <m:r>
                              <a:rPr lang="en-US" altLang="ja-JP" i="1">
                                <a:latin typeface="Cambria Math" panose="02040503050406030204" pitchFamily="18" charset="0"/>
                              </a:rPr>
                              <m:t>𝑘</m:t>
                            </m:r>
                            <m:r>
                              <a:rPr lang="en-US" altLang="ja-JP" i="1">
                                <a:latin typeface="Cambria Math" panose="02040503050406030204" pitchFamily="18" charset="0"/>
                              </a:rPr>
                              <m:t>,</m:t>
                            </m:r>
                            <m:r>
                              <a:rPr lang="en-US" altLang="ja-JP" i="1">
                                <a:latin typeface="Cambria Math" panose="02040503050406030204" pitchFamily="18" charset="0"/>
                              </a:rPr>
                              <m:t>𝑟</m:t>
                            </m:r>
                          </m:e>
                        </m:d>
                      </m:sup>
                    </m:sSubSup>
                  </m:oMath>
                </a14:m>
                <a:r>
                  <a:rPr lang="ja-JP" altLang="en-US"/>
                  <a:t>：</a:t>
                </a:r>
                <a:r>
                  <a:rPr lang="ja-JP" altLang="ja-JP"/>
                  <a:t>更新対象となるクライアント側の</a:t>
                </a:r>
                <a:r>
                  <a:rPr lang="ja-JP" altLang="en-US"/>
                  <a:t>パラメータ</a:t>
                </a:r>
                <a:endParaRPr lang="en-US" altLang="ja-JP" i="1">
                  <a:latin typeface="Cambria Math" panose="02040503050406030204" pitchFamily="18" charset="0"/>
                </a:endParaRPr>
              </a:p>
              <a:p>
                <a:pPr marL="514350" indent="-514350">
                  <a:buFont typeface="Arial" panose="020B0604020202020204" pitchFamily="34" charset="0"/>
                  <a:buChar char="•"/>
                </a:pPr>
                <a14:m>
                  <m:oMath xmlns:m="http://schemas.openxmlformats.org/officeDocument/2006/math">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𝜙</m:t>
                        </m:r>
                      </m:e>
                      <m:sub>
                        <m:r>
                          <a:rPr lang="en-US" altLang="ja-JP" b="0" i="1" smtClean="0">
                            <a:latin typeface="Cambria Math" panose="02040503050406030204" pitchFamily="18" charset="0"/>
                          </a:rPr>
                          <m:t>𝑐</m:t>
                        </m:r>
                      </m:sub>
                      <m:sup>
                        <m:d>
                          <m:dPr>
                            <m:ctrlPr>
                              <a:rPr lang="en-US" altLang="ja-JP" i="1">
                                <a:latin typeface="Cambria Math" panose="02040503050406030204" pitchFamily="18" charset="0"/>
                              </a:rPr>
                            </m:ctrlPr>
                          </m:dPr>
                          <m:e>
                            <m:r>
                              <a:rPr lang="en-US" altLang="ja-JP" i="1">
                                <a:latin typeface="Cambria Math" panose="02040503050406030204" pitchFamily="18" charset="0"/>
                              </a:rPr>
                              <m:t>𝑘</m:t>
                            </m:r>
                            <m:r>
                              <a:rPr lang="en-US" altLang="ja-JP" i="1">
                                <a:latin typeface="Cambria Math" panose="02040503050406030204" pitchFamily="18" charset="0"/>
                              </a:rPr>
                              <m:t>,</m:t>
                            </m:r>
                            <m:r>
                              <a:rPr lang="en-US" altLang="ja-JP" i="1">
                                <a:latin typeface="Cambria Math" panose="02040503050406030204" pitchFamily="18" charset="0"/>
                              </a:rPr>
                              <m:t>𝑟</m:t>
                            </m:r>
                          </m:e>
                        </m:d>
                      </m:sup>
                    </m:sSubSup>
                    <m:r>
                      <a:rPr lang="ja-JP" altLang="en-US" i="1">
                        <a:latin typeface="Cambria Math" panose="02040503050406030204" pitchFamily="18" charset="0"/>
                      </a:rPr>
                      <m:t>：</m:t>
                    </m:r>
                  </m:oMath>
                </a14:m>
                <a:r>
                  <a:rPr lang="ja-JP" altLang="ja-JP"/>
                  <a:t>クライアントLoRAの重み行列</a:t>
                </a:r>
                <a:endParaRPr lang="en-US" altLang="ja-JP"/>
              </a:p>
              <a:p>
                <a:pPr marL="514350" indent="-514350">
                  <a:buFont typeface="Arial" panose="020B0604020202020204" pitchFamily="34" charset="0"/>
                  <a:buChar char="•"/>
                </a:pPr>
                <a14:m>
                  <m:oMath xmlns:m="http://schemas.openxmlformats.org/officeDocument/2006/math">
                    <m:sSubSup>
                      <m:sSubSupPr>
                        <m:ctrlPr>
                          <a:rPr lang="ja-JP" altLang="en-US" i="1">
                            <a:latin typeface="Cambria Math" panose="02040503050406030204" pitchFamily="18" charset="0"/>
                          </a:rPr>
                        </m:ctrlPr>
                      </m:sSubSupPr>
                      <m:e>
                        <m:r>
                          <a:rPr lang="en-US" altLang="ja-JP" b="0" i="1" smtClean="0">
                            <a:latin typeface="Cambria Math" panose="02040503050406030204" pitchFamily="18" charset="0"/>
                          </a:rPr>
                          <m:t>𝑤</m:t>
                        </m:r>
                      </m:e>
                      <m:sub>
                        <m:r>
                          <a:rPr lang="en-US" altLang="ja-JP" b="0" i="1" smtClean="0">
                            <a:latin typeface="Cambria Math" panose="02040503050406030204" pitchFamily="18" charset="0"/>
                          </a:rPr>
                          <m:t>𝑐</m:t>
                        </m:r>
                      </m:sub>
                      <m:sup>
                        <m:d>
                          <m:dPr>
                            <m:ctrlPr>
                              <a:rPr lang="en-US" altLang="ja-JP" i="1">
                                <a:latin typeface="Cambria Math" panose="02040503050406030204" pitchFamily="18" charset="0"/>
                              </a:rPr>
                            </m:ctrlPr>
                          </m:dPr>
                          <m:e>
                            <m:r>
                              <a:rPr lang="en-US" altLang="ja-JP" i="1">
                                <a:latin typeface="Cambria Math" panose="02040503050406030204" pitchFamily="18" charset="0"/>
                              </a:rPr>
                              <m:t>𝑘</m:t>
                            </m:r>
                            <m:r>
                              <a:rPr lang="en-US" altLang="ja-JP" i="1">
                                <a:latin typeface="Cambria Math" panose="02040503050406030204" pitchFamily="18" charset="0"/>
                              </a:rPr>
                              <m:t>,</m:t>
                            </m:r>
                            <m:r>
                              <a:rPr lang="en-US" altLang="ja-JP" i="1">
                                <a:latin typeface="Cambria Math" panose="02040503050406030204" pitchFamily="18" charset="0"/>
                              </a:rPr>
                              <m:t>𝑟</m:t>
                            </m:r>
                          </m:e>
                        </m:d>
                      </m:sup>
                    </m:sSubSup>
                  </m:oMath>
                </a14:m>
                <a:r>
                  <a:rPr lang="ja-JP" altLang="en-US"/>
                  <a:t>：</a:t>
                </a:r>
                <a:r>
                  <a:rPr lang="ja-JP" altLang="ja-JP"/>
                  <a:t>分類ヘッドの重み行列</a:t>
                </a:r>
                <a:endParaRPr lang="en-US" altLang="ja-JP"/>
              </a:p>
              <a:p>
                <a:pPr marL="514350" indent="-514350">
                  <a:buFont typeface="Arial" panose="020B0604020202020204" pitchFamily="34" charset="0"/>
                  <a:buChar char="•"/>
                </a:pPr>
                <a14:m>
                  <m:oMath xmlns:m="http://schemas.openxmlformats.org/officeDocument/2006/math">
                    <m:r>
                      <a:rPr lang="en-US" altLang="ja-JP" i="1">
                        <a:latin typeface="Cambria Math" panose="02040503050406030204" pitchFamily="18" charset="0"/>
                      </a:rPr>
                      <m:t>𝑘</m:t>
                    </m:r>
                    <m:r>
                      <a:rPr lang="en-US" altLang="ja-JP" i="1">
                        <a:latin typeface="Cambria Math" panose="02040503050406030204" pitchFamily="18" charset="0"/>
                        <a:ea typeface="Cambria Math" panose="02040503050406030204" pitchFamily="18" charset="0"/>
                      </a:rPr>
                      <m:t>∈{1,…,</m:t>
                    </m:r>
                    <m:r>
                      <a:rPr lang="en-US" altLang="ja-JP" i="1">
                        <a:latin typeface="Cambria Math" panose="02040503050406030204" pitchFamily="18" charset="0"/>
                      </a:rPr>
                      <m:t>𝐾</m:t>
                    </m:r>
                    <m:r>
                      <a:rPr lang="en-US" altLang="ja-JP" i="1">
                        <a:latin typeface="Cambria Math" panose="02040503050406030204" pitchFamily="18" charset="0"/>
                      </a:rPr>
                      <m:t>}</m:t>
                    </m:r>
                    <m:r>
                      <a:rPr lang="ja-JP" altLang="en-US" i="1">
                        <a:latin typeface="Cambria Math" panose="02040503050406030204" pitchFamily="18" charset="0"/>
                      </a:rPr>
                      <m:t>：</m:t>
                    </m:r>
                  </m:oMath>
                </a14:m>
                <a:r>
                  <a:rPr lang="ja-JP" altLang="en-US"/>
                  <a:t>端末番号</a:t>
                </a:r>
                <a:endParaRPr lang="en-US" altLang="ja-JP"/>
              </a:p>
              <a:p>
                <a:pPr marL="514350" indent="-514350">
                  <a:buFont typeface="Arial" panose="020B0604020202020204" pitchFamily="34" charset="0"/>
                  <a:buChar char="•"/>
                </a:pPr>
                <a14:m>
                  <m:oMath xmlns:m="http://schemas.openxmlformats.org/officeDocument/2006/math">
                    <m:r>
                      <a:rPr lang="en-US" altLang="ja-JP" b="0" i="1" smtClean="0">
                        <a:latin typeface="Cambria Math" panose="02040503050406030204" pitchFamily="18" charset="0"/>
                        <a:ea typeface="Cambria Math" panose="02040503050406030204" pitchFamily="18" charset="0"/>
                      </a:rPr>
                      <m:t>𝑟</m:t>
                    </m:r>
                    <m:r>
                      <a:rPr lang="en-US" altLang="ja-JP" i="1">
                        <a:latin typeface="Cambria Math" panose="02040503050406030204" pitchFamily="18" charset="0"/>
                        <a:ea typeface="Cambria Math" panose="02040503050406030204" pitchFamily="18" charset="0"/>
                      </a:rPr>
                      <m:t>∈{1,…,</m:t>
                    </m:r>
                    <m:r>
                      <a:rPr lang="en-US" altLang="ja-JP" b="0" i="1" smtClean="0">
                        <a:latin typeface="Cambria Math" panose="02040503050406030204" pitchFamily="18" charset="0"/>
                        <a:ea typeface="Cambria Math" panose="02040503050406030204" pitchFamily="18" charset="0"/>
                      </a:rPr>
                      <m:t>𝑅</m:t>
                    </m:r>
                    <m:r>
                      <a:rPr lang="en-US" altLang="ja-JP" i="1">
                        <a:latin typeface="Cambria Math" panose="02040503050406030204" pitchFamily="18" charset="0"/>
                      </a:rPr>
                      <m:t>}</m:t>
                    </m:r>
                    <m:r>
                      <a:rPr lang="ja-JP" altLang="en-US" i="1">
                        <a:latin typeface="Cambria Math" panose="02040503050406030204" pitchFamily="18" charset="0"/>
                      </a:rPr>
                      <m:t>：</m:t>
                    </m:r>
                  </m:oMath>
                </a14:m>
                <a:r>
                  <a:rPr lang="ja-JP" altLang="en-US"/>
                  <a:t>ラウンド数</a:t>
                </a:r>
                <a:endParaRPr lang="en-US" altLang="ja-JP"/>
              </a:p>
              <a:p>
                <a:pPr marL="514350" indent="-514350">
                  <a:buFont typeface="Arial" panose="020B0604020202020204" pitchFamily="34" charset="0"/>
                  <a:buChar char="•"/>
                </a:pPr>
                <a14:m>
                  <m:oMath xmlns:m="http://schemas.openxmlformats.org/officeDocument/2006/math">
                    <m:sSubSup>
                      <m:sSubSupPr>
                        <m:ctrlPr>
                          <a:rPr lang="ja-JP" altLang="en-US" i="1">
                            <a:latin typeface="Cambria Math" panose="02040503050406030204" pitchFamily="18" charset="0"/>
                          </a:rPr>
                        </m:ctrlPr>
                      </m:sSubSupPr>
                      <m:e>
                        <m:r>
                          <a:rPr lang="ja-JP" altLang="en-US" i="1">
                            <a:latin typeface="Cambria Math" panose="02040503050406030204" pitchFamily="18" charset="0"/>
                          </a:rPr>
                          <m:t>𝜃</m:t>
                        </m:r>
                      </m:e>
                      <m:sub>
                        <m:r>
                          <a:rPr lang="en-US" altLang="ja-JP" b="0" i="1" smtClean="0">
                            <a:latin typeface="Cambria Math" panose="02040503050406030204" pitchFamily="18" charset="0"/>
                          </a:rPr>
                          <m:t>𝑐</m:t>
                        </m:r>
                      </m:sub>
                      <m:sup>
                        <m:r>
                          <a:rPr lang="en-US" altLang="ja-JP" i="1">
                            <a:latin typeface="Cambria Math" panose="02040503050406030204" pitchFamily="18" charset="0"/>
                          </a:rPr>
                          <m:t>′</m:t>
                        </m:r>
                        <m:d>
                          <m:dPr>
                            <m:ctrlPr>
                              <a:rPr lang="ja-JP" altLang="en-US" i="1">
                                <a:latin typeface="Cambria Math" panose="02040503050406030204" pitchFamily="18" charset="0"/>
                              </a:rPr>
                            </m:ctrlPr>
                          </m:dPr>
                          <m:e>
                            <m:r>
                              <a:rPr lang="en-US" altLang="ja-JP" i="1">
                                <a:latin typeface="Cambria Math" panose="02040503050406030204" pitchFamily="18" charset="0"/>
                              </a:rPr>
                              <m:t>𝑘</m:t>
                            </m:r>
                            <m:r>
                              <a:rPr lang="en-US" altLang="ja-JP" i="1">
                                <a:latin typeface="Cambria Math" panose="02040503050406030204" pitchFamily="18" charset="0"/>
                              </a:rPr>
                              <m:t>,</m:t>
                            </m:r>
                            <m:r>
                              <a:rPr lang="en-US" altLang="ja-JP" i="1">
                                <a:latin typeface="Cambria Math" panose="02040503050406030204" pitchFamily="18" charset="0"/>
                              </a:rPr>
                              <m:t>𝑟</m:t>
                            </m:r>
                          </m:e>
                        </m:d>
                      </m:sup>
                    </m:sSubSup>
                  </m:oMath>
                </a14:m>
                <a:r>
                  <a:rPr lang="ja-JP" altLang="en-US"/>
                  <a:t> ：</a:t>
                </a:r>
                <a:r>
                  <a:rPr lang="ja-JP" altLang="ja-JP"/>
                  <a:t>更新</a:t>
                </a:r>
                <a:r>
                  <a:rPr lang="ja-JP" altLang="en-US"/>
                  <a:t>後</a:t>
                </a:r>
                <a:r>
                  <a:rPr lang="ja-JP" altLang="ja-JP"/>
                  <a:t>の</a:t>
                </a:r>
                <a:r>
                  <a:rPr lang="ja-JP" altLang="en-US"/>
                  <a:t>パラメータ</a:t>
                </a:r>
                <a:endParaRPr lang="en-US" altLang="ja-JP"/>
              </a:p>
            </p:txBody>
          </p:sp>
        </mc:Choice>
        <mc:Fallback>
          <p:sp>
            <p:nvSpPr>
              <p:cNvPr id="9" name="テキスト ボックス 8">
                <a:extLst>
                  <a:ext uri="{FF2B5EF4-FFF2-40B4-BE49-F238E27FC236}">
                    <a16:creationId xmlns:a16="http://schemas.microsoft.com/office/drawing/2014/main" id="{23D8815F-BD31-7214-DC88-F4FDB09AA4A6}"/>
                  </a:ext>
                </a:extLst>
              </p:cNvPr>
              <p:cNvSpPr txBox="1">
                <a:spLocks noRot="1" noChangeAspect="1" noMove="1" noResize="1" noEditPoints="1" noAdjustHandles="1" noChangeArrowheads="1" noChangeShapeType="1" noTextEdit="1"/>
              </p:cNvSpPr>
              <p:nvPr/>
            </p:nvSpPr>
            <p:spPr>
              <a:xfrm>
                <a:off x="6278879" y="4866064"/>
                <a:ext cx="6043749" cy="1991892"/>
              </a:xfrm>
              <a:prstGeom prst="rect">
                <a:avLst/>
              </a:prstGeom>
              <a:blipFill>
                <a:blip r:embed="rId4"/>
                <a:stretch>
                  <a:fillRect l="-605" r="-404" b="-2141"/>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83AAECAE-B2D1-9EA6-B2E8-462258B10452}"/>
                  </a:ext>
                </a:extLst>
              </p:cNvPr>
              <p:cNvSpPr txBox="1"/>
              <p:nvPr/>
            </p:nvSpPr>
            <p:spPr>
              <a:xfrm>
                <a:off x="9161417" y="965246"/>
                <a:ext cx="4974771" cy="1026691"/>
              </a:xfrm>
              <a:prstGeom prst="rect">
                <a:avLst/>
              </a:prstGeom>
              <a:noFill/>
            </p:spPr>
            <p:txBody>
              <a:bodyPr wrap="square">
                <a:spAutoFit/>
              </a:bodyPr>
              <a:lstStyle/>
              <a:p>
                <a:pPr marL="514350" indent="-514350">
                  <a:buFont typeface="Arial" panose="020B0604020202020204" pitchFamily="34" charset="0"/>
                  <a:buChar char="•"/>
                </a:pPr>
                <a:r>
                  <a:rPr lang="ja-JP" altLang="en-US" sz="2000"/>
                  <a:t>入力：</a:t>
                </a:r>
                <a:r>
                  <a:rPr lang="ja-JP" altLang="en-US" sz="2000">
                    <a:solidFill>
                      <a:srgbClr val="203864"/>
                    </a:solidFill>
                    <a:latin typeface="+mn-ea"/>
                    <a:cs typeface="Calibri" panose="020F0502020204030204" pitchFamily="34" charset="0"/>
                  </a:rPr>
                  <a:t>端末固有データ </a:t>
                </a:r>
                <a14:m>
                  <m:oMath xmlns:m="http://schemas.openxmlformats.org/officeDocument/2006/math">
                    <m:r>
                      <a:rPr lang="en-US" altLang="ja-JP" sz="2000" i="1">
                        <a:solidFill>
                          <a:srgbClr val="203864"/>
                        </a:solidFill>
                        <a:latin typeface="Cambria Math" panose="02040503050406030204" pitchFamily="18" charset="0"/>
                      </a:rPr>
                      <m:t>(</m:t>
                    </m:r>
                    <m:r>
                      <a:rPr lang="en-US" altLang="ja-JP" sz="2000" i="1">
                        <a:solidFill>
                          <a:srgbClr val="203864"/>
                        </a:solidFill>
                        <a:latin typeface="Cambria Math" panose="02040503050406030204" pitchFamily="18" charset="0"/>
                      </a:rPr>
                      <m:t>𝑥</m:t>
                    </m:r>
                    <m:r>
                      <a:rPr lang="en-US" altLang="ja-JP" sz="2000" i="1">
                        <a:solidFill>
                          <a:srgbClr val="203864"/>
                        </a:solidFill>
                        <a:latin typeface="Cambria Math" panose="02040503050406030204" pitchFamily="18" charset="0"/>
                      </a:rPr>
                      <m:t>,</m:t>
                    </m:r>
                    <m:r>
                      <a:rPr lang="en-US" altLang="ja-JP" sz="2000" i="1">
                        <a:solidFill>
                          <a:srgbClr val="203864"/>
                        </a:solidFill>
                        <a:latin typeface="Cambria Math" panose="02040503050406030204" pitchFamily="18" charset="0"/>
                      </a:rPr>
                      <m:t>𝑦</m:t>
                    </m:r>
                    <m:r>
                      <a:rPr lang="en-US" altLang="ja-JP" sz="2000" i="1">
                        <a:solidFill>
                          <a:srgbClr val="203864"/>
                        </a:solidFill>
                        <a:latin typeface="Cambria Math" panose="02040503050406030204" pitchFamily="18" charset="0"/>
                      </a:rPr>
                      <m:t>)∈</m:t>
                    </m:r>
                    <m:sSup>
                      <m:sSupPr>
                        <m:ctrlPr>
                          <a:rPr lang="en-US" altLang="ja-JP" sz="2000" i="1">
                            <a:latin typeface="Cambria Math" panose="02040503050406030204" pitchFamily="18" charset="0"/>
                          </a:rPr>
                        </m:ctrlPr>
                      </m:sSupPr>
                      <m:e>
                        <m:r>
                          <a:rPr lang="ja-JP" altLang="en-US" sz="2000" i="1">
                            <a:latin typeface="Cambria Math" panose="02040503050406030204" pitchFamily="18" charset="0"/>
                          </a:rPr>
                          <m:t>𝒟</m:t>
                        </m:r>
                      </m:e>
                      <m:sup>
                        <m:r>
                          <a:rPr lang="en-US" altLang="ja-JP" sz="2000" i="1">
                            <a:latin typeface="Cambria Math" panose="02040503050406030204" pitchFamily="18" charset="0"/>
                          </a:rPr>
                          <m:t>𝑘</m:t>
                        </m:r>
                      </m:sup>
                    </m:sSup>
                  </m:oMath>
                </a14:m>
                <a:endParaRPr lang="en-US" altLang="ja-JP" sz="2000"/>
              </a:p>
              <a:p>
                <a:pPr marL="514350" indent="-514350">
                  <a:buFont typeface="Arial" panose="020B0604020202020204" pitchFamily="34" charset="0"/>
                  <a:buChar char="•"/>
                </a:pPr>
                <a:r>
                  <a:rPr lang="ja-JP" altLang="en-US" sz="2000"/>
                  <a:t>出力：</a:t>
                </a:r>
                <a:endParaRPr lang="en-US" altLang="ja-JP" sz="2000"/>
              </a:p>
              <a:p>
                <a:pPr marL="514350" indent="-514350">
                  <a:buFont typeface="Arial" panose="020B0604020202020204" pitchFamily="34" charset="0"/>
                  <a:buChar char="•"/>
                </a:pPr>
                <a:r>
                  <a:rPr lang="ja-JP" altLang="en-US" sz="2000"/>
                  <a:t>更新対象：</a:t>
                </a:r>
                <a14:m>
                  <m:oMath xmlns:m="http://schemas.openxmlformats.org/officeDocument/2006/math">
                    <m:sSup>
                      <m:sSupPr>
                        <m:ctrlPr>
                          <a:rPr lang="en-US" altLang="ja-JP" sz="2000" i="1">
                            <a:latin typeface="Cambria Math" panose="02040503050406030204" pitchFamily="18" charset="0"/>
                          </a:rPr>
                        </m:ctrlPr>
                      </m:sSupPr>
                      <m:e>
                        <m:r>
                          <a:rPr lang="ja-JP" altLang="en-US" sz="2000" i="1">
                            <a:latin typeface="Cambria Math" panose="02040503050406030204" pitchFamily="18" charset="0"/>
                          </a:rPr>
                          <m:t>𝜃</m:t>
                        </m:r>
                      </m:e>
                      <m:sup>
                        <m:r>
                          <a:rPr lang="en-US" altLang="ja-JP" sz="2000" i="1">
                            <a:latin typeface="Cambria Math" panose="02040503050406030204" pitchFamily="18" charset="0"/>
                          </a:rPr>
                          <m:t>𝑘</m:t>
                        </m:r>
                      </m:sup>
                    </m:sSup>
                  </m:oMath>
                </a14:m>
                <a:endParaRPr lang="en-US" altLang="ja-JP" sz="2000"/>
              </a:p>
            </p:txBody>
          </p:sp>
        </mc:Choice>
        <mc:Fallback>
          <p:sp>
            <p:nvSpPr>
              <p:cNvPr id="11" name="テキスト ボックス 10">
                <a:extLst>
                  <a:ext uri="{FF2B5EF4-FFF2-40B4-BE49-F238E27FC236}">
                    <a16:creationId xmlns:a16="http://schemas.microsoft.com/office/drawing/2014/main" id="{83AAECAE-B2D1-9EA6-B2E8-462258B10452}"/>
                  </a:ext>
                </a:extLst>
              </p:cNvPr>
              <p:cNvSpPr txBox="1">
                <a:spLocks noRot="1" noChangeAspect="1" noMove="1" noResize="1" noEditPoints="1" noAdjustHandles="1" noChangeArrowheads="1" noChangeShapeType="1" noTextEdit="1"/>
              </p:cNvSpPr>
              <p:nvPr/>
            </p:nvSpPr>
            <p:spPr>
              <a:xfrm>
                <a:off x="9161417" y="965246"/>
                <a:ext cx="4974771" cy="1026691"/>
              </a:xfrm>
              <a:prstGeom prst="rect">
                <a:avLst/>
              </a:prstGeom>
              <a:blipFill>
                <a:blip r:embed="rId5"/>
                <a:stretch>
                  <a:fillRect l="-1103" t="-4142" b="-769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17247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837AFB-3066-6885-941C-7A192F1A9791}"/>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05BEFE20-72A0-C0F3-F6C4-9D7371EB62E5}"/>
              </a:ext>
            </a:extLst>
          </p:cNvPr>
          <p:cNvSpPr>
            <a:spLocks noGrp="1"/>
          </p:cNvSpPr>
          <p:nvPr>
            <p:ph type="sldNum" sz="quarter" idx="4"/>
          </p:nvPr>
        </p:nvSpPr>
        <p:spPr/>
        <p:txBody>
          <a:bodyPr/>
          <a:lstStyle/>
          <a:p>
            <a:fld id="{C088C981-6885-4100-82A1-DE7074EC4480}" type="slidenum">
              <a:rPr lang="ja-JP" altLang="en-US" smtClean="0"/>
              <a:pPr/>
              <a:t>17</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6" name="表 5">
                <a:extLst>
                  <a:ext uri="{FF2B5EF4-FFF2-40B4-BE49-F238E27FC236}">
                    <a16:creationId xmlns:a16="http://schemas.microsoft.com/office/drawing/2014/main" id="{6E03E5BC-C82D-D508-CAC2-F1859D9CE2B2}"/>
                  </a:ext>
                </a:extLst>
              </p:cNvPr>
              <p:cNvGraphicFramePr>
                <a:graphicFrameLocks noGrp="1"/>
              </p:cNvGraphicFramePr>
              <p:nvPr>
                <p:extLst>
                  <p:ext uri="{D42A27DB-BD31-4B8C-83A1-F6EECF244321}">
                    <p14:modId xmlns:p14="http://schemas.microsoft.com/office/powerpoint/2010/main" val="279299226"/>
                  </p:ext>
                </p:extLst>
              </p:nvPr>
            </p:nvGraphicFramePr>
            <p:xfrm>
              <a:off x="70256" y="745418"/>
              <a:ext cx="5964784" cy="5518532"/>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370840">
                    <a:tc>
                      <a:txBody>
                        <a:bodyPr/>
                        <a:lstStyle/>
                        <a:p>
                          <a:pPr algn="ctr"/>
                          <a:r>
                            <a:rPr lang="ja-JP" altLang="en-US" sz="1800">
                              <a:solidFill>
                                <a:schemeClr val="tx1"/>
                              </a:solidFill>
                            </a:rPr>
                            <a:t>基盤モデルが同じ整合用入力を前向き推論</a:t>
                          </a:r>
                          <a:endParaRPr lang="en-US" altLang="ja-JP" sz="1800">
                            <a:solidFill>
                              <a:schemeClr val="tx1"/>
                            </a:solidFill>
                          </a:endParaRPr>
                        </a:p>
                        <a:p>
                          <a:pPr algn="ctr"/>
                          <a:r>
                            <a:rPr lang="ja-JP" altLang="en-US" sz="1800">
                              <a:solidFill>
                                <a:schemeClr val="tx1"/>
                              </a:solidFill>
                            </a:rPr>
                            <a:t>クラウド側の現在の基盤モデル＋基盤</a:t>
                          </a:r>
                          <a:r>
                            <a:rPr lang="en-US" altLang="ja-JP" sz="1800">
                              <a:solidFill>
                                <a:schemeClr val="tx1"/>
                              </a:solidFill>
                            </a:rPr>
                            <a:t>LoRA</a:t>
                          </a:r>
                          <a:r>
                            <a:rPr lang="ja-JP" altLang="en-US" sz="1800">
                              <a:solidFill>
                                <a:schemeClr val="tx1"/>
                              </a:solidFill>
                            </a:rPr>
                            <a:t>に、同じ整合用入力 </a:t>
                          </a:r>
                          <a:r>
                            <a:rPr lang="en-US" altLang="ja-JP" sz="1800">
                              <a:solidFill>
                                <a:schemeClr val="tx1"/>
                              </a:solidFill>
                            </a:rPr>
                            <a:t>x </a:t>
                          </a:r>
                          <a:r>
                            <a:rPr lang="ja-JP" altLang="en-US" sz="1800">
                              <a:solidFill>
                                <a:schemeClr val="tx1"/>
                              </a:solidFill>
                            </a:rPr>
                            <a:t>を入力する。</a:t>
                          </a:r>
                          <a:endParaRPr lang="en-US" altLang="ja-JP" sz="1800">
                            <a:solidFill>
                              <a:schemeClr val="tx1"/>
                            </a:solidFill>
                          </a:endParaRPr>
                        </a:p>
                        <a:p>
                          <a:pPr algn="ctr"/>
                          <a14:m>
                            <m:oMathPara xmlns:m="http://schemas.openxmlformats.org/officeDocument/2006/math">
                              <m:oMathParaPr>
                                <m:jc m:val="centerGroup"/>
                              </m:oMathParaPr>
                              <m:oMath xmlns:m="http://schemas.openxmlformats.org/officeDocument/2006/math">
                                <m:sSubSup>
                                  <m:sSubSupPr>
                                    <m:ctrlPr>
                                      <a:rPr lang="en-US" altLang="ja-JP" sz="1800" i="1" dirty="0" smtClean="0">
                                        <a:solidFill>
                                          <a:schemeClr val="tx1"/>
                                        </a:solidFill>
                                        <a:latin typeface="Cambria Math" panose="02040503050406030204" pitchFamily="18" charset="0"/>
                                      </a:rPr>
                                    </m:ctrlPr>
                                  </m:sSubSupPr>
                                  <m:e>
                                    <m:r>
                                      <a:rPr lang="en-US" altLang="ja-JP" sz="1800" i="1" dirty="0" smtClean="0">
                                        <a:solidFill>
                                          <a:schemeClr val="tx1"/>
                                        </a:solidFill>
                                        <a:latin typeface="Cambria Math" panose="02040503050406030204" pitchFamily="18" charset="0"/>
                                      </a:rPr>
                                      <m:t>𝑧</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up>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𝑟</m:t>
                                        </m:r>
                                        <m:r>
                                          <a:rPr lang="en-US" altLang="ja-JP" sz="1800" b="0" i="1" dirty="0" smtClean="0">
                                            <a:solidFill>
                                              <a:schemeClr val="tx1"/>
                                            </a:solidFill>
                                            <a:latin typeface="Cambria Math" panose="02040503050406030204" pitchFamily="18" charset="0"/>
                                          </a:rPr>
                                          <m:t>−1</m:t>
                                        </m:r>
                                      </m:e>
                                    </m:d>
                                  </m:sup>
                                </m:sSubSup>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𝑥</m:t>
                                    </m:r>
                                  </m:e>
                                </m:d>
                                <m:r>
                                  <a:rPr lang="en-US" altLang="ja-JP" sz="1800" b="0" i="1" dirty="0" smtClean="0">
                                    <a:solidFill>
                                      <a:schemeClr val="tx1"/>
                                    </a:solidFill>
                                    <a:latin typeface="Cambria Math" panose="02040503050406030204" pitchFamily="18" charset="0"/>
                                  </a:rPr>
                                  <m:t>=</m:t>
                                </m:r>
                                <m:sSub>
                                  <m:sSubPr>
                                    <m:ctrlPr>
                                      <a:rPr lang="en-US" altLang="ja-JP" sz="1800" b="0" i="1" dirty="0" smtClean="0">
                                        <a:solidFill>
                                          <a:schemeClr val="tx1"/>
                                        </a:solidFill>
                                        <a:latin typeface="Cambria Math" panose="02040503050406030204" pitchFamily="18" charset="0"/>
                                      </a:rPr>
                                    </m:ctrlPr>
                                  </m:sSubPr>
                                  <m:e>
                                    <m:r>
                                      <a:rPr lang="en-US" altLang="ja-JP" sz="1800" b="0" i="1" dirty="0" smtClean="0">
                                        <a:solidFill>
                                          <a:schemeClr val="tx1"/>
                                        </a:solidFill>
                                        <a:latin typeface="Cambria Math" panose="02040503050406030204" pitchFamily="18" charset="0"/>
                                      </a:rPr>
                                      <m:t>𝑓</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Sub>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𝑥</m:t>
                                    </m:r>
                                    <m:r>
                                      <a:rPr lang="en-US" altLang="ja-JP" sz="1800" b="0" i="1" dirty="0" smtClean="0">
                                        <a:solidFill>
                                          <a:schemeClr val="tx1"/>
                                        </a:solidFill>
                                        <a:latin typeface="Cambria Math" panose="02040503050406030204" pitchFamily="18" charset="0"/>
                                      </a:rPr>
                                      <m:t>;</m:t>
                                    </m:r>
                                    <m:sSub>
                                      <m:sSubPr>
                                        <m:ctrlPr>
                                          <a:rPr lang="en-US" altLang="ja-JP" sz="1800" b="0" i="1" dirty="0" smtClean="0">
                                            <a:solidFill>
                                              <a:schemeClr val="tx1"/>
                                            </a:solidFill>
                                            <a:latin typeface="Cambria Math" panose="02040503050406030204" pitchFamily="18" charset="0"/>
                                          </a:rPr>
                                        </m:ctrlPr>
                                      </m:sSubPr>
                                      <m:e>
                                        <m:r>
                                          <a:rPr lang="en-US" altLang="ja-JP" sz="1800" b="0" i="1" dirty="0" smtClean="0">
                                            <a:solidFill>
                                              <a:schemeClr val="tx1"/>
                                            </a:solidFill>
                                            <a:latin typeface="Cambria Math" panose="02040503050406030204" pitchFamily="18" charset="0"/>
                                          </a:rPr>
                                          <m:t>𝐹</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Sub>
                                    <m:r>
                                      <a:rPr lang="en-US" altLang="ja-JP" sz="1800" b="0" i="1" dirty="0" smtClean="0">
                                        <a:solidFill>
                                          <a:schemeClr val="tx1"/>
                                        </a:solidFill>
                                        <a:latin typeface="Cambria Math" panose="02040503050406030204" pitchFamily="18" charset="0"/>
                                      </a:rPr>
                                      <m:t>,</m:t>
                                    </m:r>
                                    <m:sSubSup>
                                      <m:sSubSupPr>
                                        <m:ctrlPr>
                                          <a:rPr lang="en-US" altLang="ja-JP" sz="1800" b="0" i="1" dirty="0" smtClean="0">
                                            <a:solidFill>
                                              <a:schemeClr val="tx1"/>
                                            </a:solidFill>
                                            <a:latin typeface="Cambria Math" panose="02040503050406030204" pitchFamily="18" charset="0"/>
                                          </a:rPr>
                                        </m:ctrlPr>
                                      </m:sSubSupPr>
                                      <m:e>
                                        <m:r>
                                          <a:rPr lang="en-US" altLang="ja-JP" sz="1800" b="0" i="1" dirty="0" smtClean="0">
                                            <a:solidFill>
                                              <a:schemeClr val="tx1"/>
                                            </a:solidFill>
                                            <a:latin typeface="Cambria Math" panose="02040503050406030204" pitchFamily="18" charset="0"/>
                                          </a:rPr>
                                          <m:t>𝜙</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up>
                                        <m:d>
                                          <m:dPr>
                                            <m:ctrlPr>
                                              <a:rPr lang="en-US" altLang="ja-JP" sz="1800" b="0" i="1" dirty="0" smtClean="0">
                                                <a:solidFill>
                                                  <a:schemeClr val="tx1"/>
                                                </a:solidFill>
                                                <a:latin typeface="Cambria Math" panose="02040503050406030204" pitchFamily="18" charset="0"/>
                                              </a:rPr>
                                            </m:ctrlPr>
                                          </m:dPr>
                                          <m:e>
                                            <m:r>
                                              <a:rPr lang="en-US" altLang="ja-JP" sz="1800" b="0" i="1" dirty="0" smtClean="0">
                                                <a:solidFill>
                                                  <a:schemeClr val="tx1"/>
                                                </a:solidFill>
                                                <a:latin typeface="Cambria Math" panose="02040503050406030204" pitchFamily="18" charset="0"/>
                                              </a:rPr>
                                              <m:t>𝑟</m:t>
                                            </m:r>
                                            <m:r>
                                              <a:rPr lang="en-US" altLang="ja-JP" sz="1800" b="0" i="1" dirty="0" smtClean="0">
                                                <a:solidFill>
                                                  <a:schemeClr val="tx1"/>
                                                </a:solidFill>
                                                <a:latin typeface="Cambria Math" panose="02040503050406030204" pitchFamily="18" charset="0"/>
                                              </a:rPr>
                                              <m:t>−1</m:t>
                                            </m:r>
                                          </m:e>
                                        </m:d>
                                      </m:sup>
                                    </m:sSubSup>
                                    <m:r>
                                      <a:rPr lang="en-US" altLang="ja-JP" sz="1800" b="0" i="1" dirty="0" smtClean="0">
                                        <a:solidFill>
                                          <a:schemeClr val="tx1"/>
                                        </a:solidFill>
                                        <a:latin typeface="Cambria Math" panose="02040503050406030204" pitchFamily="18" charset="0"/>
                                      </a:rPr>
                                      <m:t>,</m:t>
                                    </m:r>
                                    <m:sSub>
                                      <m:sSubPr>
                                        <m:ctrlPr>
                                          <a:rPr lang="en-US" altLang="ja-JP" sz="1800" b="0" i="1" dirty="0" smtClean="0">
                                            <a:solidFill>
                                              <a:schemeClr val="tx1"/>
                                            </a:solidFill>
                                            <a:latin typeface="Cambria Math" panose="02040503050406030204" pitchFamily="18" charset="0"/>
                                          </a:rPr>
                                        </m:ctrlPr>
                                      </m:sSubPr>
                                      <m:e>
                                        <m:r>
                                          <a:rPr lang="en-US" altLang="ja-JP" sz="1800" b="0" i="1" dirty="0" smtClean="0">
                                            <a:solidFill>
                                              <a:schemeClr val="tx1"/>
                                            </a:solidFill>
                                            <a:latin typeface="Cambria Math" panose="02040503050406030204" pitchFamily="18" charset="0"/>
                                          </a:rPr>
                                          <m:t>𝑤</m:t>
                                        </m:r>
                                      </m:e>
                                      <m:sub>
                                        <m:r>
                                          <m:rPr>
                                            <m:sty m:val="p"/>
                                          </m:rPr>
                                          <a:rPr lang="en-US" altLang="ja-JP" sz="1800" b="0" i="1" dirty="0" smtClean="0">
                                            <a:solidFill>
                                              <a:schemeClr val="tx1"/>
                                            </a:solidFill>
                                            <a:latin typeface="Cambria Math" panose="02040503050406030204" pitchFamily="18" charset="0"/>
                                          </a:rPr>
                                          <m:t>base</m:t>
                                        </m:r>
                                        <m:r>
                                          <a:rPr lang="en-US" altLang="ja-JP" sz="1800" b="0" i="1" dirty="0" smtClean="0">
                                            <a:solidFill>
                                              <a:schemeClr val="tx1"/>
                                            </a:solidFill>
                                            <a:latin typeface="Cambria Math" panose="02040503050406030204" pitchFamily="18" charset="0"/>
                                          </a:rPr>
                                          <m:t> </m:t>
                                        </m:r>
                                      </m:sub>
                                    </m:sSub>
                                  </m:e>
                                </m:d>
                              </m:oMath>
                            </m:oMathPara>
                          </a14:m>
                          <a:endParaRPr lang="en-US" altLang="ja-JP" sz="1800">
                            <a:solidFill>
                              <a:schemeClr val="tx1"/>
                            </a:solidFill>
                          </a:endParaRPr>
                        </a:p>
                        <a:p>
                          <a:pPr algn="ctr"/>
                          <a14:m>
                            <m:oMathPara xmlns:m="http://schemas.openxmlformats.org/officeDocument/2006/math">
                              <m:oMathParaPr>
                                <m:jc m:val="centerGroup"/>
                              </m:oMathParaPr>
                              <m:oMath xmlns:m="http://schemas.openxmlformats.org/officeDocument/2006/math">
                                <m:sSubSup>
                                  <m:sSubSupPr>
                                    <m:ctrlPr>
                                      <a:rPr kumimoji="1" lang="ja-JP" altLang="en-US" sz="1800" i="1" kern="1200" smtClean="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base</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r>
                                          <a:rPr kumimoji="1" lang="ja-JP" altLang="en-US" sz="1800" i="0" kern="1200">
                                            <a:solidFill>
                                              <a:schemeClr val="dk1"/>
                                            </a:solidFill>
                                            <a:latin typeface="Cambria Math" panose="02040503050406030204" pitchFamily="18" charset="0"/>
                                            <a:ea typeface="+mn-ea"/>
                                            <a:cs typeface="+mn-cs"/>
                                          </a:rPr>
                                          <m:t>−</m:t>
                                        </m:r>
                                        <m:r>
                                          <a:rPr kumimoji="1" lang="en-US" altLang="ja-JP" sz="1800" i="0" kern="1200">
                                            <a:solidFill>
                                              <a:schemeClr val="dk1"/>
                                            </a:solidFill>
                                            <a:latin typeface="Cambria Math" panose="02040503050406030204" pitchFamily="18" charset="0"/>
                                            <a:ea typeface="+mn-ea"/>
                                            <a:cs typeface="+mn-cs"/>
                                          </a:rPr>
                                          <m:t>1</m:t>
                                        </m:r>
                                      </m:e>
                                    </m:d>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r>
                                      <a:rPr lang="ja-JP" altLang="en-US" sz="1800" i="1" smtClean="0">
                                        <a:solidFill>
                                          <a:schemeClr val="tx1"/>
                                        </a:solidFill>
                                        <a:latin typeface="Cambria Math" panose="02040503050406030204" pitchFamily="18" charset="0"/>
                                      </a:rPr>
                                      <m:t> </m:t>
                                    </m:r>
                                  </m:e>
                                </m:d>
                                <m:r>
                                  <a:rPr lang="en-US" altLang="ja-JP" sz="1800" i="1">
                                    <a:solidFill>
                                      <a:schemeClr val="tx1"/>
                                    </a:solidFill>
                                    <a:latin typeface="Cambria Math" panose="02040503050406030204" pitchFamily="18" charset="0"/>
                                  </a:rPr>
                                  <m:t>=</m:t>
                                </m:r>
                                <m:r>
                                  <m:rPr>
                                    <m:sty m:val="p"/>
                                  </m:rPr>
                                  <a:rPr lang="en-US" altLang="ja-JP" sz="1800">
                                    <a:solidFill>
                                      <a:schemeClr val="tx1"/>
                                    </a:solidFill>
                                    <a:latin typeface="Cambria Math" panose="02040503050406030204" pitchFamily="18" charset="0"/>
                                  </a:rPr>
                                  <m:t>softmax</m:t>
                                </m:r>
                                <m:d>
                                  <m:dPr>
                                    <m:ctrlPr>
                                      <a:rPr lang="ja-JP" altLang="en-US" sz="1800" i="1">
                                        <a:solidFill>
                                          <a:schemeClr val="tx1"/>
                                        </a:solidFill>
                                        <a:latin typeface="Cambria Math" panose="02040503050406030204" pitchFamily="18" charset="0"/>
                                      </a:rPr>
                                    </m:ctrlPr>
                                  </m:dPr>
                                  <m:e>
                                    <m:f>
                                      <m:fPr>
                                        <m:ctrlPr>
                                          <a:rPr lang="ja-JP" altLang="en-US" sz="1800" i="1">
                                            <a:solidFill>
                                              <a:schemeClr val="tx1"/>
                                            </a:solidFill>
                                            <a:latin typeface="Cambria Math" panose="02040503050406030204" pitchFamily="18" charset="0"/>
                                          </a:rPr>
                                        </m:ctrlPr>
                                      </m:fPr>
                                      <m:num>
                                        <m:sSub>
                                          <m:sSubPr>
                                            <m:ctrlPr>
                                              <a:rPr lang="ja-JP" altLang="en-US" sz="1800" i="1">
                                                <a:solidFill>
                                                  <a:schemeClr val="tx1"/>
                                                </a:solidFill>
                                                <a:latin typeface="Cambria Math" panose="02040503050406030204" pitchFamily="18" charset="0"/>
                                              </a:rPr>
                                            </m:ctrlPr>
                                          </m:sSubPr>
                                          <m:e>
                                            <m:r>
                                              <a:rPr lang="ja-JP" altLang="en-US" sz="1800" i="1">
                                                <a:solidFill>
                                                  <a:schemeClr val="tx1"/>
                                                </a:solidFill>
                                                <a:latin typeface="Cambria Math" panose="02040503050406030204" pitchFamily="18" charset="0"/>
                                              </a:rPr>
                                              <m:t>𝑧</m:t>
                                            </m:r>
                                          </m:e>
                                          <m:sub>
                                            <m:r>
                                              <a:rPr lang="ja-JP" altLang="en-US" sz="1800" i="1">
                                                <a:solidFill>
                                                  <a:schemeClr val="tx1"/>
                                                </a:solidFill>
                                                <a:latin typeface="Cambria Math" panose="02040503050406030204" pitchFamily="18" charset="0"/>
                                              </a:rPr>
                                              <m:t>𝑏𝑎𝑠𝑒</m:t>
                                            </m:r>
                                          </m:sub>
                                        </m:sSub>
                                        <m:r>
                                          <a:rPr lang="en-US" altLang="ja-JP" sz="1800" i="1">
                                            <a:solidFill>
                                              <a:schemeClr val="tx1"/>
                                            </a:solidFill>
                                            <a:latin typeface="Cambria Math" panose="02040503050406030204" pitchFamily="18" charset="0"/>
                                          </a:rPr>
                                          <m:t>(</m:t>
                                        </m:r>
                                        <m:r>
                                          <a:rPr lang="ja-JP" altLang="en-US" sz="1800" i="1">
                                            <a:solidFill>
                                              <a:schemeClr val="tx1"/>
                                            </a:solidFill>
                                            <a:latin typeface="Cambria Math" panose="02040503050406030204" pitchFamily="18" charset="0"/>
                                          </a:rPr>
                                          <m:t>𝑥</m:t>
                                        </m:r>
                                        <m:r>
                                          <a:rPr lang="en-US" altLang="ja-JP" sz="1800" i="1">
                                            <a:solidFill>
                                              <a:schemeClr val="tx1"/>
                                            </a:solidFill>
                                            <a:latin typeface="Cambria Math" panose="02040503050406030204" pitchFamily="18" charset="0"/>
                                          </a:rPr>
                                          <m:t>)</m:t>
                                        </m:r>
                                      </m:num>
                                      <m:den>
                                        <m:r>
                                          <a:rPr lang="ja-JP" altLang="en-US" sz="1800" i="1">
                                            <a:solidFill>
                                              <a:schemeClr val="tx1"/>
                                            </a:solidFill>
                                            <a:latin typeface="Cambria Math" panose="02040503050406030204" pitchFamily="18" charset="0"/>
                                          </a:rPr>
                                          <m:t>𝑇</m:t>
                                        </m:r>
                                      </m:den>
                                    </m:f>
                                  </m:e>
                                </m:d>
                              </m:oMath>
                            </m:oMathPara>
                          </a14:m>
                          <a:endParaRPr lang="en-US" altLang="ja-JP" sz="1800">
                            <a:solidFill>
                              <a:schemeClr val="tx1"/>
                            </a:solidFill>
                          </a:endParaRPr>
                        </a:p>
                        <a:p>
                          <a:r>
                            <a:rPr lang="ja-JP" altLang="ja-JP" sz="1800">
                              <a:solidFill>
                                <a:schemeClr val="tx1"/>
                              </a:solidFill>
                            </a:rPr>
                            <a:t>入力：</a:t>
                          </a:r>
                          <a:r>
                            <a:rPr lang="en-US" altLang="ja-JP" sz="1800">
                              <a:solidFill>
                                <a:schemeClr val="tx1"/>
                              </a:solidFill>
                            </a:rPr>
                            <a:t> </a:t>
                          </a:r>
                        </a:p>
                        <a:p>
                          <a:pPr marL="285750" indent="-285750">
                            <a:buFont typeface="Arial" panose="020B0604020202020204" pitchFamily="34" charset="0"/>
                            <a:buChar char="•"/>
                          </a:pPr>
                          <a:r>
                            <a:rPr lang="ja-JP" altLang="ja-JP" b="0">
                              <a:solidFill>
                                <a:schemeClr val="tx1"/>
                              </a:solidFill>
                            </a:rPr>
                            <a:t>整合用データ </a:t>
                          </a: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𝐷</m:t>
                                  </m:r>
                                </m:e>
                                <m:sub>
                                  <m:r>
                                    <m:rPr>
                                      <m:sty m:val="p"/>
                                    </m:rPr>
                                    <a:rPr kumimoji="1" lang="en-US" altLang="ja-JP" sz="1800" b="0" i="0" kern="1200">
                                      <a:solidFill>
                                        <a:schemeClr val="tx1"/>
                                      </a:solidFill>
                                      <a:latin typeface="Cambria Math" panose="02040503050406030204" pitchFamily="18" charset="0"/>
                                      <a:ea typeface="+mn-ea"/>
                                      <a:cs typeface="+mn-cs"/>
                                    </a:rPr>
                                    <m:t>align</m:t>
                                  </m:r>
                                </m:sub>
                              </m:sSub>
                            </m:oMath>
                          </a14:m>
                          <a:endParaRPr kumimoji="1" lang="en-US" altLang="ja-JP" sz="1800" b="0" kern="1200">
                            <a:solidFill>
                              <a:schemeClr val="tx1"/>
                            </a:solidFill>
                            <a:ea typeface="+mn-ea"/>
                            <a:cs typeface="+mn-cs"/>
                          </a:endParaRPr>
                        </a:p>
                        <a:p>
                          <a:pPr marL="285750" indent="-285750">
                            <a:buFont typeface="Arial" panose="020B0604020202020204" pitchFamily="34" charset="0"/>
                            <a:buChar char="•"/>
                          </a:pPr>
                          <a:r>
                            <a:rPr lang="ja-JP" altLang="ja-JP" b="0">
                              <a:solidFill>
                                <a:schemeClr val="tx1"/>
                              </a:solidFill>
                            </a:rPr>
                            <a:t>凍結基盤モデル </a:t>
                          </a: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𝐹</m:t>
                                  </m:r>
                                </m:e>
                                <m:sub>
                                  <m:r>
                                    <m:rPr>
                                      <m:sty m:val="p"/>
                                    </m:rPr>
                                    <a:rPr kumimoji="1" lang="en-US" altLang="ja-JP" sz="1800" b="0" i="0" kern="1200">
                                      <a:solidFill>
                                        <a:schemeClr val="tx1"/>
                                      </a:solidFill>
                                      <a:latin typeface="Cambria Math" panose="02040503050406030204" pitchFamily="18" charset="0"/>
                                      <a:ea typeface="+mn-ea"/>
                                      <a:cs typeface="+mn-cs"/>
                                    </a:rPr>
                                    <m:t>base</m:t>
                                  </m:r>
                                </m:sub>
                              </m:sSub>
                            </m:oMath>
                          </a14:m>
                          <a:endParaRPr lang="en-US" altLang="ja-JP" b="0">
                            <a:solidFill>
                              <a:schemeClr val="tx1"/>
                            </a:solidFill>
                          </a:endParaRPr>
                        </a:p>
                        <a:p>
                          <a:pPr marL="285750" indent="-285750">
                            <a:buFont typeface="Arial" panose="020B0604020202020204" pitchFamily="34" charset="0"/>
                            <a:buChar char="•"/>
                          </a:pPr>
                          <a:r>
                            <a:rPr lang="ja-JP" altLang="ja-JP" b="0">
                              <a:solidFill>
                                <a:schemeClr val="tx1"/>
                              </a:solidFill>
                            </a:rPr>
                            <a:t>更新前基盤LoRA </a:t>
                          </a:r>
                          <a14:m>
                            <m:oMath xmlns:m="http://schemas.openxmlformats.org/officeDocument/2006/math">
                              <m:sSubSup>
                                <m:sSubSupPr>
                                  <m:ctrlPr>
                                    <a:rPr kumimoji="1" lang="ja-JP" altLang="en-US" sz="1800" b="0" i="1" kern="1200">
                                      <a:solidFill>
                                        <a:schemeClr val="tx1"/>
                                      </a:solidFill>
                                      <a:latin typeface="Cambria Math" panose="02040503050406030204" pitchFamily="18" charset="0"/>
                                      <a:ea typeface="+mn-ea"/>
                                      <a:cs typeface="+mn-cs"/>
                                    </a:rPr>
                                  </m:ctrlPr>
                                </m:sSubSupPr>
                                <m:e>
                                  <m:r>
                                    <a:rPr kumimoji="1" lang="ja-JP" altLang="en-US" sz="1800" b="0" i="1" kern="1200">
                                      <a:solidFill>
                                        <a:schemeClr val="tx1"/>
                                      </a:solidFill>
                                      <a:latin typeface="Cambria Math" panose="02040503050406030204" pitchFamily="18" charset="0"/>
                                      <a:ea typeface="+mn-ea"/>
                                      <a:cs typeface="+mn-cs"/>
                                    </a:rPr>
                                    <m:t>𝜙</m:t>
                                  </m:r>
                                </m:e>
                                <m:sub>
                                  <m:r>
                                    <m:rPr>
                                      <m:sty m:val="p"/>
                                    </m:rPr>
                                    <a:rPr kumimoji="1" lang="en-US" altLang="ja-JP" sz="1800" b="0" i="0" kern="1200">
                                      <a:solidFill>
                                        <a:schemeClr val="tx1"/>
                                      </a:solidFill>
                                      <a:latin typeface="Cambria Math" panose="02040503050406030204" pitchFamily="18" charset="0"/>
                                      <a:ea typeface="+mn-ea"/>
                                      <a:cs typeface="+mn-cs"/>
                                    </a:rPr>
                                    <m:t>base</m:t>
                                  </m:r>
                                </m:sub>
                                <m:sup>
                                  <m:d>
                                    <m:dPr>
                                      <m:ctrlPr>
                                        <a:rPr kumimoji="1" lang="ja-JP" altLang="en-US" sz="1800" b="0" i="1" kern="1200">
                                          <a:solidFill>
                                            <a:schemeClr val="tx1"/>
                                          </a:solidFill>
                                          <a:latin typeface="Cambria Math" panose="02040503050406030204" pitchFamily="18" charset="0"/>
                                          <a:ea typeface="+mn-ea"/>
                                          <a:cs typeface="+mn-cs"/>
                                        </a:rPr>
                                      </m:ctrlPr>
                                    </m:dPr>
                                    <m:e>
                                      <m:r>
                                        <a:rPr kumimoji="1" lang="ja-JP" altLang="en-US" sz="1800" b="0" i="1" kern="1200">
                                          <a:solidFill>
                                            <a:schemeClr val="tx1"/>
                                          </a:solidFill>
                                          <a:latin typeface="Cambria Math" panose="02040503050406030204" pitchFamily="18" charset="0"/>
                                          <a:ea typeface="+mn-ea"/>
                                          <a:cs typeface="+mn-cs"/>
                                        </a:rPr>
                                        <m:t>𝑟</m:t>
                                      </m:r>
                                      <m:r>
                                        <a:rPr kumimoji="1" lang="ja-JP" altLang="en-US" sz="1800" b="0" i="0" kern="1200">
                                          <a:solidFill>
                                            <a:schemeClr val="tx1"/>
                                          </a:solidFill>
                                          <a:latin typeface="Cambria Math" panose="02040503050406030204" pitchFamily="18" charset="0"/>
                                          <a:ea typeface="+mn-ea"/>
                                          <a:cs typeface="+mn-cs"/>
                                        </a:rPr>
                                        <m:t>−</m:t>
                                      </m:r>
                                      <m:r>
                                        <a:rPr kumimoji="1" lang="en-US" altLang="ja-JP" sz="1800" b="0" i="0" kern="1200">
                                          <a:solidFill>
                                            <a:schemeClr val="tx1"/>
                                          </a:solidFill>
                                          <a:latin typeface="Cambria Math" panose="02040503050406030204" pitchFamily="18" charset="0"/>
                                          <a:ea typeface="+mn-ea"/>
                                          <a:cs typeface="+mn-cs"/>
                                        </a:rPr>
                                        <m:t>1</m:t>
                                      </m:r>
                                    </m:e>
                                  </m:d>
                                </m:sup>
                              </m:sSubSup>
                            </m:oMath>
                          </a14:m>
                          <a:endParaRPr lang="en-US" altLang="ja-JP" b="0">
                            <a:solidFill>
                              <a:schemeClr val="tx1"/>
                            </a:solidFill>
                          </a:endParaRPr>
                        </a:p>
                        <a:p>
                          <a:pPr marL="285750" indent="-285750">
                            <a:buFont typeface="Arial" panose="020B0604020202020204" pitchFamily="34" charset="0"/>
                            <a:buChar char="•"/>
                          </a:pPr>
                          <a:r>
                            <a:rPr lang="ja-JP" altLang="ja-JP" b="0">
                              <a:solidFill>
                                <a:schemeClr val="tx1"/>
                              </a:solidFill>
                            </a:rPr>
                            <a:t>分類ヘッド </a:t>
                          </a:r>
                          <a14:m>
                            <m:oMath xmlns:m="http://schemas.openxmlformats.org/officeDocument/2006/math">
                              <m:sSub>
                                <m:sSubPr>
                                  <m:ctrlPr>
                                    <a:rPr kumimoji="1" lang="ja-JP" altLang="en-US" sz="1800" b="0" i="1" kern="1200">
                                      <a:solidFill>
                                        <a:schemeClr val="tx1"/>
                                      </a:solidFill>
                                      <a:latin typeface="Cambria Math" panose="02040503050406030204" pitchFamily="18" charset="0"/>
                                      <a:ea typeface="+mn-ea"/>
                                      <a:cs typeface="+mn-cs"/>
                                    </a:rPr>
                                  </m:ctrlPr>
                                </m:sSubPr>
                                <m:e>
                                  <m:r>
                                    <a:rPr kumimoji="1" lang="ja-JP" altLang="en-US" sz="1800" b="0" i="1" kern="1200">
                                      <a:solidFill>
                                        <a:schemeClr val="tx1"/>
                                      </a:solidFill>
                                      <a:latin typeface="Cambria Math" panose="02040503050406030204" pitchFamily="18" charset="0"/>
                                      <a:ea typeface="+mn-ea"/>
                                      <a:cs typeface="+mn-cs"/>
                                    </a:rPr>
                                    <m:t>𝑊</m:t>
                                  </m:r>
                                </m:e>
                                <m:sub>
                                  <m:r>
                                    <m:rPr>
                                      <m:sty m:val="p"/>
                                    </m:rPr>
                                    <a:rPr kumimoji="1" lang="en-US" altLang="ja-JP" sz="1800" b="0" i="0" kern="1200">
                                      <a:solidFill>
                                        <a:schemeClr val="tx1"/>
                                      </a:solidFill>
                                      <a:latin typeface="Cambria Math" panose="02040503050406030204" pitchFamily="18" charset="0"/>
                                      <a:ea typeface="+mn-ea"/>
                                      <a:cs typeface="+mn-cs"/>
                                    </a:rPr>
                                    <m:t>base</m:t>
                                  </m:r>
                                </m:sub>
                              </m:sSub>
                            </m:oMath>
                          </a14:m>
                          <a:endParaRPr lang="en-US" altLang="ja-JP" sz="1800" b="0">
                            <a:solidFill>
                              <a:schemeClr val="tx1"/>
                            </a:solidFill>
                          </a:endParaRPr>
                        </a:p>
                        <a:p>
                          <a:pPr marL="285750" indent="-285750">
                            <a:buFont typeface="Arial" panose="020B0604020202020204" pitchFamily="34" charset="0"/>
                            <a:buChar char="•"/>
                          </a:pPr>
                          <a14:m>
                            <m:oMath xmlns:m="http://schemas.openxmlformats.org/officeDocument/2006/math">
                              <m:sSubSup>
                                <m:sSubSupPr>
                                  <m:ctrlPr>
                                    <a:rPr lang="en-US" altLang="ja-JP" sz="1800" i="1" smtClean="0">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𝜃</m:t>
                                  </m:r>
                                </m:e>
                                <m:sub>
                                  <m:r>
                                    <a:rPr lang="en-US" altLang="ja-JP" sz="1800" b="0" i="1" smtClean="0">
                                      <a:solidFill>
                                        <a:schemeClr val="tx1"/>
                                      </a:solidFill>
                                      <a:latin typeface="Cambria Math" panose="02040503050406030204" pitchFamily="18" charset="0"/>
                                    </a:rPr>
                                    <m:t>𝑏𝑎𝑠𝑒</m:t>
                                  </m:r>
                                </m:sub>
                                <m:sup>
                                  <m:d>
                                    <m:dPr>
                                      <m:ctrlPr>
                                        <a:rPr lang="en-US"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𝑟</m:t>
                                      </m:r>
                                      <m:r>
                                        <a:rPr lang="en-US" altLang="ja-JP" sz="1800" b="0" i="1" smtClean="0">
                                          <a:solidFill>
                                            <a:schemeClr val="tx1"/>
                                          </a:solidFill>
                                          <a:latin typeface="Cambria Math" panose="02040503050406030204" pitchFamily="18" charset="0"/>
                                        </a:rPr>
                                        <m:t>−1</m:t>
                                      </m:r>
                                    </m:e>
                                  </m:d>
                                </m:sup>
                              </m:sSubSup>
                              <m:r>
                                <a:rPr lang="ja-JP" altLang="en-US" sz="1800">
                                  <a:solidFill>
                                    <a:schemeClr val="tx1"/>
                                  </a:solidFill>
                                  <a:latin typeface="Cambria Math" panose="02040503050406030204" pitchFamily="18" charset="0"/>
                                </a:rPr>
                                <m:t>=</m:t>
                              </m:r>
                              <m:d>
                                <m:dPr>
                                  <m:begChr m:val="{"/>
                                  <m:endChr m:val="}"/>
                                  <m:ctrlPr>
                                    <a:rPr lang="ja-JP" altLang="en-US" sz="1800" i="1">
                                      <a:solidFill>
                                        <a:schemeClr val="tx1"/>
                                      </a:solidFill>
                                      <a:latin typeface="Cambria Math" panose="02040503050406030204" pitchFamily="18" charset="0"/>
                                    </a:rPr>
                                  </m:ctrlPr>
                                </m:dPr>
                                <m:e>
                                  <m:sSubSup>
                                    <m:sSubSupPr>
                                      <m:ctrlPr>
                                        <a:rPr lang="en-US" altLang="ja-JP" sz="1800" b="0" i="1" smtClean="0">
                                          <a:solidFill>
                                            <a:schemeClr val="tx1"/>
                                          </a:solidFill>
                                          <a:latin typeface="Cambria Math" panose="02040503050406030204" pitchFamily="18" charset="0"/>
                                        </a:rPr>
                                      </m:ctrlPr>
                                    </m:sSubSupPr>
                                    <m:e>
                                      <m:r>
                                        <a:rPr lang="ja-JP" altLang="en-US" sz="1800" i="1">
                                          <a:solidFill>
                                            <a:schemeClr val="tx1"/>
                                          </a:solidFill>
                                          <a:latin typeface="Cambria Math" panose="02040503050406030204" pitchFamily="18" charset="0"/>
                                        </a:rPr>
                                        <m:t>𝜙</m:t>
                                      </m:r>
                                    </m:e>
                                    <m:sub>
                                      <m:r>
                                        <m:rPr>
                                          <m:sty m:val="p"/>
                                        </m:rPr>
                                        <a:rPr lang="en-US" altLang="ja-JP" sz="1800" b="0" i="0" smtClean="0">
                                          <a:solidFill>
                                            <a:schemeClr val="tx1"/>
                                          </a:solidFill>
                                          <a:latin typeface="Cambria Math" panose="02040503050406030204" pitchFamily="18" charset="0"/>
                                        </a:rPr>
                                        <m:t>base</m:t>
                                      </m:r>
                                    </m:sub>
                                    <m:sup>
                                      <m:d>
                                        <m:dPr>
                                          <m:ctrlPr>
                                            <a:rPr lang="en-US" altLang="ja-JP" sz="1800" i="1">
                                              <a:solidFill>
                                                <a:schemeClr val="tx1"/>
                                              </a:solidFill>
                                              <a:latin typeface="Cambria Math" panose="02040503050406030204" pitchFamily="18" charset="0"/>
                                            </a:rPr>
                                          </m:ctrlPr>
                                        </m:dPr>
                                        <m:e>
                                          <m:r>
                                            <a:rPr lang="en-US" altLang="ja-JP" sz="1800" i="1" smtClean="0">
                                              <a:solidFill>
                                                <a:schemeClr val="tx1"/>
                                              </a:solidFill>
                                              <a:latin typeface="Cambria Math" panose="02040503050406030204" pitchFamily="18" charset="0"/>
                                            </a:rPr>
                                            <m:t>𝑟</m:t>
                                          </m:r>
                                          <m:r>
                                            <a:rPr lang="en-US" altLang="ja-JP" sz="1800" b="0" i="1" smtClean="0">
                                              <a:solidFill>
                                                <a:schemeClr val="tx1"/>
                                              </a:solidFill>
                                              <a:latin typeface="Cambria Math" panose="02040503050406030204" pitchFamily="18" charset="0"/>
                                            </a:rPr>
                                            <m:t>−1</m:t>
                                          </m:r>
                                        </m:e>
                                      </m:d>
                                    </m:sup>
                                  </m:sSubSup>
                                  <m:r>
                                    <a:rPr lang="ja-JP" altLang="en-US" sz="1800">
                                      <a:solidFill>
                                        <a:schemeClr val="tx1"/>
                                      </a:solidFill>
                                      <a:latin typeface="Cambria Math" panose="02040503050406030204" pitchFamily="18" charset="0"/>
                                    </a:rPr>
                                    <m:t>,</m:t>
                                  </m:r>
                                  <m:sSubSup>
                                    <m:sSubSupPr>
                                      <m:ctrlPr>
                                        <a:rPr lang="ja-JP" altLang="en-US" sz="1800" i="1">
                                          <a:solidFill>
                                            <a:schemeClr val="tx1"/>
                                          </a:solidFill>
                                          <a:latin typeface="Cambria Math" panose="02040503050406030204" pitchFamily="18" charset="0"/>
                                        </a:rPr>
                                      </m:ctrlPr>
                                    </m:sSubSupPr>
                                    <m:e>
                                      <m:r>
                                        <a:rPr lang="en-US" altLang="ja-JP" sz="1800" i="1">
                                          <a:solidFill>
                                            <a:schemeClr val="tx1"/>
                                          </a:solidFill>
                                          <a:latin typeface="Cambria Math" panose="02040503050406030204" pitchFamily="18" charset="0"/>
                                        </a:rPr>
                                        <m:t>𝑤</m:t>
                                      </m:r>
                                    </m:e>
                                    <m:sub>
                                      <m:r>
                                        <m:rPr>
                                          <m:sty m:val="p"/>
                                        </m:rPr>
                                        <a:rPr lang="en-US" altLang="ja-JP" sz="1800" b="0" i="0" smtClean="0">
                                          <a:solidFill>
                                            <a:schemeClr val="tx1"/>
                                          </a:solidFill>
                                          <a:latin typeface="Cambria Math" panose="02040503050406030204" pitchFamily="18" charset="0"/>
                                        </a:rPr>
                                        <m:t>base</m:t>
                                      </m:r>
                                    </m:sub>
                                    <m:sup>
                                      <m:d>
                                        <m:dPr>
                                          <m:ctrlPr>
                                            <a:rPr lang="en-US"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𝑟</m:t>
                                          </m:r>
                                          <m:r>
                                            <a:rPr lang="en-US" altLang="ja-JP" sz="1800" b="0" i="1" smtClean="0">
                                              <a:solidFill>
                                                <a:schemeClr val="tx1"/>
                                              </a:solidFill>
                                              <a:latin typeface="Cambria Math" panose="02040503050406030204" pitchFamily="18" charset="0"/>
                                            </a:rPr>
                                            <m:t>−1</m:t>
                                          </m:r>
                                        </m:e>
                                      </m:d>
                                    </m:sup>
                                  </m:sSubSup>
                                </m:e>
                              </m:d>
                            </m:oMath>
                          </a14:m>
                          <a:endParaRPr lang="en-US" altLang="ja-JP" sz="1800" b="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a:solidFill>
                                <a:schemeClr val="tx1"/>
                              </a:solidFill>
                            </a:rPr>
                            <a:t>出力：</a:t>
                          </a:r>
                          <a14:m>
                            <m:oMath xmlns:m="http://schemas.openxmlformats.org/officeDocument/2006/math">
                              <m:sSubSup>
                                <m:sSubSupPr>
                                  <m:ctrlPr>
                                    <a:rPr kumimoji="1" lang="ja-JP" altLang="en-US" sz="1800" i="1" kern="1200" smtClean="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base</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r>
                                        <a:rPr kumimoji="1" lang="ja-JP" altLang="en-US" sz="1800" i="0" kern="1200">
                                          <a:solidFill>
                                            <a:schemeClr val="dk1"/>
                                          </a:solidFill>
                                          <a:latin typeface="Cambria Math" panose="02040503050406030204" pitchFamily="18" charset="0"/>
                                          <a:ea typeface="+mn-ea"/>
                                          <a:cs typeface="+mn-cs"/>
                                        </a:rPr>
                                        <m:t>−</m:t>
                                      </m:r>
                                      <m:r>
                                        <a:rPr kumimoji="1" lang="en-US" altLang="ja-JP" sz="1800" i="0" kern="1200">
                                          <a:solidFill>
                                            <a:schemeClr val="dk1"/>
                                          </a:solidFill>
                                          <a:latin typeface="Cambria Math" panose="02040503050406030204" pitchFamily="18" charset="0"/>
                                          <a:ea typeface="+mn-ea"/>
                                          <a:cs typeface="+mn-cs"/>
                                        </a:rPr>
                                        <m:t>1</m:t>
                                      </m:r>
                                    </m:e>
                                  </m:d>
                                </m:sup>
                              </m:sSubSup>
                              <m:d>
                                <m:dPr>
                                  <m:ctrlPr>
                                    <a:rPr lang="ja-JP" altLang="en-US" sz="1800" i="1">
                                      <a:solidFill>
                                        <a:schemeClr val="tx1"/>
                                      </a:solidFill>
                                      <a:latin typeface="Cambria Math" panose="02040503050406030204" pitchFamily="18" charset="0"/>
                                    </a:rPr>
                                  </m:ctrlPr>
                                </m:dPr>
                                <m:e>
                                  <m:r>
                                    <a:rPr lang="ja-JP" altLang="en-US" sz="1800" i="1">
                                      <a:solidFill>
                                        <a:schemeClr val="tx1"/>
                                      </a:solidFill>
                                      <a:latin typeface="Cambria Math" panose="02040503050406030204" pitchFamily="18" charset="0"/>
                                    </a:rPr>
                                    <m:t>𝑥</m:t>
                                  </m:r>
                                  <m:r>
                                    <a:rPr lang="ja-JP" altLang="en-US" sz="1800" i="1" smtClean="0">
                                      <a:solidFill>
                                        <a:schemeClr val="tx1"/>
                                      </a:solidFill>
                                      <a:latin typeface="Cambria Math" panose="02040503050406030204" pitchFamily="18" charset="0"/>
                                    </a:rPr>
                                    <m:t> </m:t>
                                  </m:r>
                                </m:e>
                              </m:d>
                            </m:oMath>
                          </a14:m>
                          <a:endParaRPr lang="en-US" altLang="ja-JP"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968783"/>
                      </a:ext>
                    </a:extLst>
                  </a:tr>
                  <a:tr h="370840">
                    <a:tc>
                      <a:txBody>
                        <a:bodyPr/>
                        <a:lstStyle/>
                        <a:p>
                          <a:r>
                            <a:rPr lang="ja-JP" altLang="ja-JP"/>
                            <a:t>ここで、</a:t>
                          </a:r>
                        </a:p>
                        <a:p>
                          <a14:m>
                            <m:oMath xmlns:m="http://schemas.openxmlformats.org/officeDocument/2006/math">
                              <m:sSubSup>
                                <m:sSubSupPr>
                                  <m:ctrlPr>
                                    <a:rPr kumimoji="1" lang="ja-JP" altLang="en-US" sz="1800" i="1" kern="120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agg</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e>
                                  </m:d>
                                </m:sup>
                              </m:sSubSup>
                            </m:oMath>
                          </a14:m>
                          <a:r>
                            <a:rPr lang="ja-JP" altLang="ja-JP"/>
                            <a:t>：端末群から構成したteacher </a:t>
                          </a:r>
                        </a:p>
                        <a:p>
                          <a14:m>
                            <m:oMath xmlns:m="http://schemas.openxmlformats.org/officeDocument/2006/math">
                              <m:sSubSup>
                                <m:sSubSupPr>
                                  <m:ctrlPr>
                                    <a:rPr kumimoji="1" lang="ja-JP" altLang="en-US" sz="1800" i="1" kern="1200">
                                      <a:solidFill>
                                        <a:schemeClr val="dk1"/>
                                      </a:solidFill>
                                      <a:latin typeface="Cambria Math" panose="02040503050406030204" pitchFamily="18" charset="0"/>
                                      <a:ea typeface="+mn-ea"/>
                                      <a:cs typeface="+mn-cs"/>
                                    </a:rPr>
                                  </m:ctrlPr>
                                </m:sSubSupPr>
                                <m:e>
                                  <m:r>
                                    <a:rPr kumimoji="1" lang="ja-JP" altLang="en-US" sz="1800" i="1" kern="1200">
                                      <a:solidFill>
                                        <a:schemeClr val="dk1"/>
                                      </a:solidFill>
                                      <a:latin typeface="Cambria Math" panose="02040503050406030204" pitchFamily="18" charset="0"/>
                                      <a:ea typeface="+mn-ea"/>
                                      <a:cs typeface="+mn-cs"/>
                                    </a:rPr>
                                    <m:t>𝑞</m:t>
                                  </m:r>
                                </m:e>
                                <m:sub>
                                  <m:r>
                                    <m:rPr>
                                      <m:sty m:val="p"/>
                                    </m:rPr>
                                    <a:rPr kumimoji="1" lang="en-US" altLang="ja-JP" sz="1800" i="0" kern="1200">
                                      <a:solidFill>
                                        <a:schemeClr val="dk1"/>
                                      </a:solidFill>
                                      <a:latin typeface="Cambria Math" panose="02040503050406030204" pitchFamily="18" charset="0"/>
                                      <a:ea typeface="+mn-ea"/>
                                      <a:cs typeface="+mn-cs"/>
                                    </a:rPr>
                                    <m:t>base</m:t>
                                  </m:r>
                                </m:sub>
                                <m:sup>
                                  <m:d>
                                    <m:dPr>
                                      <m:ctrlPr>
                                        <a:rPr kumimoji="1" lang="ja-JP" altLang="en-US" sz="1800" i="1" kern="1200">
                                          <a:solidFill>
                                            <a:schemeClr val="dk1"/>
                                          </a:solidFill>
                                          <a:latin typeface="Cambria Math" panose="02040503050406030204" pitchFamily="18" charset="0"/>
                                          <a:ea typeface="+mn-ea"/>
                                          <a:cs typeface="+mn-cs"/>
                                        </a:rPr>
                                      </m:ctrlPr>
                                    </m:dPr>
                                    <m:e>
                                      <m:r>
                                        <a:rPr kumimoji="1" lang="ja-JP" altLang="en-US" sz="1800" i="1" kern="1200">
                                          <a:solidFill>
                                            <a:schemeClr val="dk1"/>
                                          </a:solidFill>
                                          <a:latin typeface="Cambria Math" panose="02040503050406030204" pitchFamily="18" charset="0"/>
                                          <a:ea typeface="+mn-ea"/>
                                          <a:cs typeface="+mn-cs"/>
                                        </a:rPr>
                                        <m:t>𝑟</m:t>
                                      </m:r>
                                      <m:r>
                                        <a:rPr kumimoji="1" lang="ja-JP" altLang="en-US" sz="1800" i="0" kern="1200">
                                          <a:solidFill>
                                            <a:schemeClr val="dk1"/>
                                          </a:solidFill>
                                          <a:latin typeface="Cambria Math" panose="02040503050406030204" pitchFamily="18" charset="0"/>
                                          <a:ea typeface="+mn-ea"/>
                                          <a:cs typeface="+mn-cs"/>
                                        </a:rPr>
                                        <m:t>−</m:t>
                                      </m:r>
                                      <m:r>
                                        <a:rPr kumimoji="1" lang="en-US" altLang="ja-JP" sz="1800" i="0" kern="1200">
                                          <a:solidFill>
                                            <a:schemeClr val="dk1"/>
                                          </a:solidFill>
                                          <a:latin typeface="Cambria Math" panose="02040503050406030204" pitchFamily="18" charset="0"/>
                                          <a:ea typeface="+mn-ea"/>
                                          <a:cs typeface="+mn-cs"/>
                                        </a:rPr>
                                        <m:t>1</m:t>
                                      </m:r>
                                    </m:e>
                                  </m:d>
                                </m:sup>
                              </m:sSubSup>
                            </m:oMath>
                          </a14:m>
                          <a:r>
                            <a:rPr lang="ja-JP" altLang="ja-JP"/>
                            <a:t>：更新対象となるstudent </a:t>
                          </a:r>
                        </a:p>
                        <a:p>
                          <a:r>
                            <a:rPr lang="ja-JP" altLang="ja-JP"/>
                            <a:t>です。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2258897"/>
                      </a:ext>
                    </a:extLst>
                  </a:tr>
                </a:tbl>
              </a:graphicData>
            </a:graphic>
          </p:graphicFrame>
        </mc:Choice>
        <mc:Fallback>
          <p:graphicFrame>
            <p:nvGraphicFramePr>
              <p:cNvPr id="6" name="表 5">
                <a:extLst>
                  <a:ext uri="{FF2B5EF4-FFF2-40B4-BE49-F238E27FC236}">
                    <a16:creationId xmlns:a16="http://schemas.microsoft.com/office/drawing/2014/main" id="{6E03E5BC-C82D-D508-CAC2-F1859D9CE2B2}"/>
                  </a:ext>
                </a:extLst>
              </p:cNvPr>
              <p:cNvGraphicFramePr>
                <a:graphicFrameLocks noGrp="1"/>
              </p:cNvGraphicFramePr>
              <p:nvPr>
                <p:extLst>
                  <p:ext uri="{D42A27DB-BD31-4B8C-83A1-F6EECF244321}">
                    <p14:modId xmlns:p14="http://schemas.microsoft.com/office/powerpoint/2010/main" val="279299226"/>
                  </p:ext>
                </p:extLst>
              </p:nvPr>
            </p:nvGraphicFramePr>
            <p:xfrm>
              <a:off x="70256" y="745418"/>
              <a:ext cx="5964784" cy="5518532"/>
            </p:xfrm>
            <a:graphic>
              <a:graphicData uri="http://schemas.openxmlformats.org/drawingml/2006/table">
                <a:tbl>
                  <a:tblPr firstRow="1" bandRow="1">
                    <a:tableStyleId>{5C22544A-7EE6-4342-B048-85BDC9FD1C3A}</a:tableStyleId>
                  </a:tblPr>
                  <a:tblGrid>
                    <a:gridCol w="5964784">
                      <a:extLst>
                        <a:ext uri="{9D8B030D-6E8A-4147-A177-3AD203B41FA5}">
                          <a16:colId xmlns:a16="http://schemas.microsoft.com/office/drawing/2014/main" val="2151416950"/>
                        </a:ext>
                      </a:extLst>
                    </a:gridCol>
                  </a:tblGrid>
                  <a:tr h="4166807">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2" t="-1170" r="-306" b="-34357"/>
                          </a:stretch>
                        </a:blipFill>
                      </a:tcPr>
                    </a:tc>
                    <a:extLst>
                      <a:ext uri="{0D108BD9-81ED-4DB2-BD59-A6C34878D82A}">
                        <a16:rowId xmlns:a16="http://schemas.microsoft.com/office/drawing/2014/main" val="56968783"/>
                      </a:ext>
                    </a:extLst>
                  </a:tr>
                  <a:tr h="1351725">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2" t="-311712" r="-306" b="-5856"/>
                          </a:stretch>
                        </a:blipFill>
                      </a:tcPr>
                    </a:tc>
                    <a:extLst>
                      <a:ext uri="{0D108BD9-81ED-4DB2-BD59-A6C34878D82A}">
                        <a16:rowId xmlns:a16="http://schemas.microsoft.com/office/drawing/2014/main" val="2102258897"/>
                      </a:ext>
                    </a:extLst>
                  </a:tr>
                </a:tbl>
              </a:graphicData>
            </a:graphic>
          </p:graphicFrame>
        </mc:Fallback>
      </mc:AlternateContent>
    </p:spTree>
    <p:extLst>
      <p:ext uri="{BB962C8B-B14F-4D97-AF65-F5344CB8AC3E}">
        <p14:creationId xmlns:p14="http://schemas.microsoft.com/office/powerpoint/2010/main" val="4271012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4760B6-FEAE-4FEB-A70B-844708144CC6}"/>
              </a:ext>
            </a:extLst>
          </p:cNvPr>
          <p:cNvSpPr>
            <a:spLocks noGrp="1"/>
          </p:cNvSpPr>
          <p:nvPr>
            <p:ph type="title"/>
          </p:nvPr>
        </p:nvSpPr>
        <p:spPr/>
        <p:txBody>
          <a:bodyPr/>
          <a:lstStyle/>
          <a:p>
            <a:r>
              <a:rPr kumimoji="1" lang="ja-JP" altLang="en-US"/>
              <a:t>適応情報の送信プロセス</a:t>
            </a:r>
          </a:p>
        </p:txBody>
      </p:sp>
      <p:sp>
        <p:nvSpPr>
          <p:cNvPr id="3" name="スライド番号プレースホルダー 2">
            <a:extLst>
              <a:ext uri="{FF2B5EF4-FFF2-40B4-BE49-F238E27FC236}">
                <a16:creationId xmlns:a16="http://schemas.microsoft.com/office/drawing/2014/main" id="{6DA490BF-7B3A-B360-8F9C-47D6DE8668C8}"/>
              </a:ext>
            </a:extLst>
          </p:cNvPr>
          <p:cNvSpPr>
            <a:spLocks noGrp="1"/>
          </p:cNvSpPr>
          <p:nvPr>
            <p:ph type="sldNum" sz="quarter" idx="4"/>
          </p:nvPr>
        </p:nvSpPr>
        <p:spPr/>
        <p:txBody>
          <a:bodyPr/>
          <a:lstStyle/>
          <a:p>
            <a:fld id="{C088C981-6885-4100-82A1-DE7074EC4480}" type="slidenum">
              <a:rPr lang="ja-JP" altLang="en-US" smtClean="0"/>
              <a:pPr/>
              <a:t>18</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sp>
            <p:nvSpPr>
              <p:cNvPr id="4" name="コンテンツ プレースホルダー 3">
                <a:extLst>
                  <a:ext uri="{FF2B5EF4-FFF2-40B4-BE49-F238E27FC236}">
                    <a16:creationId xmlns:a16="http://schemas.microsoft.com/office/drawing/2014/main" id="{7245BF61-2B46-52ED-7F6C-EF28E811D825}"/>
                  </a:ext>
                </a:extLst>
              </p:cNvPr>
              <p:cNvSpPr>
                <a:spLocks noGrp="1"/>
              </p:cNvSpPr>
              <p:nvPr>
                <p:ph idx="1"/>
              </p:nvPr>
            </p:nvSpPr>
            <p:spPr>
              <a:xfrm>
                <a:off x="-1" y="827314"/>
                <a:ext cx="12191999" cy="6030687"/>
              </a:xfrm>
            </p:spPr>
            <p:txBody>
              <a:bodyPr>
                <a:normAutofit/>
              </a:bodyPr>
              <a:lstStyle/>
              <a:p>
                <a:pPr marL="514350" indent="-514350">
                  <a:buFont typeface="+mj-lt"/>
                  <a:buAutoNum type="arabicPeriod"/>
                </a:pPr>
                <a:r>
                  <a:rPr lang="ja-JP" altLang="ja-JP" sz="1800"/>
                  <a:t>各端末 </a:t>
                </a:r>
                <a14:m>
                  <m:oMath xmlns:m="http://schemas.openxmlformats.org/officeDocument/2006/math">
                    <m:r>
                      <a:rPr lang="ja-JP" altLang="en-US" sz="1800" i="1">
                        <a:latin typeface="Cambria Math" panose="02040503050406030204" pitchFamily="18" charset="0"/>
                      </a:rPr>
                      <m:t>𝑘</m:t>
                    </m:r>
                  </m:oMath>
                </a14:m>
                <a:r>
                  <a:rPr lang="ja-JP" altLang="ja-JP" sz="1800"/>
                  <a:t> は局所適応後のクライアントモデルが整合用データに対して出力したlogitsを送</a:t>
                </a:r>
                <a:r>
                  <a:rPr lang="ja-JP" altLang="en-US" sz="1800"/>
                  <a:t>る</a:t>
                </a:r>
                <a:r>
                  <a:rPr lang="ja-JP" altLang="ja-JP" sz="1800"/>
                  <a:t>。</a:t>
                </a:r>
                <a:endParaRPr lang="en-US" altLang="ja-JP" sz="1800"/>
              </a:p>
              <a:p>
                <a:r>
                  <a:rPr lang="ja-JP" altLang="en-US" sz="2000"/>
                  <a:t>送信情報</a:t>
                </a:r>
                <a:endParaRPr lang="en-US" altLang="ja-JP" sz="2000"/>
              </a:p>
              <a:p>
                <a:pPr lvl="1"/>
                <a:r>
                  <a:rPr lang="ja-JP" altLang="en-US" sz="1600"/>
                  <a:t>サンプル</a:t>
                </a:r>
                <a:r>
                  <a:rPr lang="en-US" altLang="ja-JP" sz="1600"/>
                  <a:t>ID</a:t>
                </a:r>
              </a:p>
              <a:p>
                <a:pPr lvl="1"/>
                <a:r>
                  <a:rPr lang="ja-JP" altLang="ja-JP" sz="1600"/>
                  <a:t>クライアントlogits </a:t>
                </a:r>
                <a14:m>
                  <m:oMath xmlns:m="http://schemas.openxmlformats.org/officeDocument/2006/math">
                    <m:sSubSup>
                      <m:sSubSupPr>
                        <m:ctrlPr>
                          <a:rPr lang="ja-JP" altLang="en-US" sz="1600" i="1">
                            <a:latin typeface="Cambria Math" panose="02040503050406030204" pitchFamily="18" charset="0"/>
                          </a:rPr>
                        </m:ctrlPr>
                      </m:sSubSupPr>
                      <m:e>
                        <m:r>
                          <a:rPr lang="ja-JP" altLang="en-US" sz="1600" i="1">
                            <a:latin typeface="Cambria Math" panose="02040503050406030204" pitchFamily="18" charset="0"/>
                          </a:rPr>
                          <m:t>𝑧</m:t>
                        </m:r>
                      </m:e>
                      <m:sub>
                        <m:r>
                          <a:rPr lang="ja-JP" altLang="en-US" sz="1600" i="1">
                            <a:latin typeface="Cambria Math" panose="02040503050406030204" pitchFamily="18" charset="0"/>
                          </a:rPr>
                          <m:t>𝑐</m:t>
                        </m:r>
                      </m:sub>
                      <m:sup>
                        <m:r>
                          <a:rPr lang="en-US" altLang="ja-JP" sz="1600" i="1">
                            <a:latin typeface="Cambria Math" panose="02040503050406030204" pitchFamily="18" charset="0"/>
                          </a:rPr>
                          <m:t>(</m:t>
                        </m:r>
                        <m:r>
                          <a:rPr lang="en-US" altLang="ja-JP" sz="1600" i="1">
                            <a:latin typeface="Cambria Math" panose="02040503050406030204" pitchFamily="18" charset="0"/>
                          </a:rPr>
                          <m:t>𝑘</m:t>
                        </m:r>
                        <m:r>
                          <a:rPr lang="en-US" altLang="ja-JP" sz="1600" i="1">
                            <a:latin typeface="Cambria Math" panose="02040503050406030204" pitchFamily="18" charset="0"/>
                          </a:rPr>
                          <m:t>,</m:t>
                        </m:r>
                        <m:r>
                          <a:rPr lang="en-US" altLang="ja-JP" sz="1600" i="1">
                            <a:latin typeface="Cambria Math" panose="02040503050406030204" pitchFamily="18" charset="0"/>
                          </a:rPr>
                          <m:t>𝑟</m:t>
                        </m:r>
                        <m:r>
                          <a:rPr lang="en-US" altLang="ja-JP" sz="1600" i="1">
                            <a:latin typeface="Cambria Math" panose="02040503050406030204" pitchFamily="18" charset="0"/>
                          </a:rPr>
                          <m:t>)</m:t>
                        </m:r>
                      </m:sup>
                    </m:sSubSup>
                    <m:d>
                      <m:dPr>
                        <m:ctrlPr>
                          <a:rPr lang="ja-JP" altLang="en-US" sz="1600" i="1">
                            <a:latin typeface="Cambria Math" panose="02040503050406030204" pitchFamily="18" charset="0"/>
                          </a:rPr>
                        </m:ctrlPr>
                      </m:dPr>
                      <m:e>
                        <m:r>
                          <a:rPr lang="ja-JP" altLang="en-US" sz="1600" i="1">
                            <a:latin typeface="Cambria Math" panose="02040503050406030204" pitchFamily="18" charset="0"/>
                          </a:rPr>
                          <m:t>𝑥</m:t>
                        </m:r>
                      </m:e>
                    </m:d>
                  </m:oMath>
                </a14:m>
                <a:endParaRPr lang="en-US" altLang="ja-JP" sz="1600"/>
              </a:p>
              <a:p>
                <a:pPr lvl="1"/>
                <a:r>
                  <a:rPr lang="ja-JP" altLang="ja-JP" sz="1600"/>
                  <a:t>端末のサンプル数 </a:t>
                </a:r>
                <a14:m>
                  <m:oMath xmlns:m="http://schemas.openxmlformats.org/officeDocument/2006/math">
                    <m:sSubSup>
                      <m:sSubSupPr>
                        <m:ctrlPr>
                          <a:rPr lang="ja-JP" altLang="en-US" sz="1600" i="1">
                            <a:latin typeface="Cambria Math" panose="02040503050406030204" pitchFamily="18" charset="0"/>
                          </a:rPr>
                        </m:ctrlPr>
                      </m:sSubSupPr>
                      <m:e>
                        <m:r>
                          <a:rPr lang="ja-JP" altLang="en-US" sz="1600" i="1">
                            <a:latin typeface="Cambria Math" panose="02040503050406030204" pitchFamily="18" charset="0"/>
                          </a:rPr>
                          <m:t>𝑛</m:t>
                        </m:r>
                      </m:e>
                      <m:sub>
                        <m:r>
                          <a:rPr lang="ja-JP" altLang="en-US" sz="1600" i="1">
                            <a:latin typeface="Cambria Math" panose="02040503050406030204" pitchFamily="18" charset="0"/>
                          </a:rPr>
                          <m:t>𝑘</m:t>
                        </m:r>
                      </m:sub>
                      <m:sup>
                        <m:d>
                          <m:dPr>
                            <m:ctrlPr>
                              <a:rPr lang="ja-JP" altLang="en-US" sz="1600" i="1">
                                <a:latin typeface="Cambria Math" panose="02040503050406030204" pitchFamily="18" charset="0"/>
                              </a:rPr>
                            </m:ctrlPr>
                          </m:dPr>
                          <m:e>
                            <m:r>
                              <a:rPr lang="ja-JP" altLang="en-US" sz="1600" i="1">
                                <a:latin typeface="Cambria Math" panose="02040503050406030204" pitchFamily="18" charset="0"/>
                              </a:rPr>
                              <m:t>𝑟</m:t>
                            </m:r>
                          </m:e>
                        </m:d>
                      </m:sup>
                    </m:sSubSup>
                  </m:oMath>
                </a14:m>
                <a:endParaRPr lang="en-US" altLang="ja-JP" sz="1600"/>
              </a:p>
              <a:p>
                <a:pPr lvl="1"/>
                <a:endParaRPr lang="en-US" altLang="ja-JP" sz="1600"/>
              </a:p>
              <a:p>
                <a:r>
                  <a:rPr lang="en-US" altLang="ja-JP" sz="2000"/>
                  <a:t>Logits</a:t>
                </a:r>
                <a:r>
                  <a:rPr lang="ja-JP" altLang="en-US" sz="2000"/>
                  <a:t>を出すモデル</a:t>
                </a:r>
                <a:endParaRPr lang="en-US" altLang="ja-JP" sz="2000"/>
              </a:p>
              <a:p>
                <a:pPr marL="457200" lvl="1" indent="0">
                  <a:buNone/>
                </a:pPr>
                <a14:m>
                  <m:oMathPara xmlns:m="http://schemas.openxmlformats.org/officeDocument/2006/math">
                    <m:oMathParaPr>
                      <m:jc m:val="centerGroup"/>
                    </m:oMathParaPr>
                    <m:oMath xmlns:m="http://schemas.openxmlformats.org/officeDocument/2006/math">
                      <m:sSubSup>
                        <m:sSubSupPr>
                          <m:ctrlPr>
                            <a:rPr lang="en-US" altLang="ja-JP" sz="1600" i="1" dirty="0" smtClean="0">
                              <a:latin typeface="Cambria Math" panose="02040503050406030204" pitchFamily="18" charset="0"/>
                            </a:rPr>
                          </m:ctrlPr>
                        </m:sSubSupPr>
                        <m:e>
                          <m:r>
                            <a:rPr lang="en-US" altLang="ja-JP" sz="1600" i="1" dirty="0">
                              <a:latin typeface="Cambria Math" panose="02040503050406030204" pitchFamily="18" charset="0"/>
                            </a:rPr>
                            <m:t>𝑧</m:t>
                          </m:r>
                        </m:e>
                        <m:sub>
                          <m:r>
                            <a:rPr lang="en-US" altLang="ja-JP" sz="1600" i="1" dirty="0">
                              <a:latin typeface="Cambria Math" panose="02040503050406030204" pitchFamily="18" charset="0"/>
                            </a:rPr>
                            <m:t>𝑐</m:t>
                          </m:r>
                        </m:sub>
                        <m:sup>
                          <m:d>
                            <m:dPr>
                              <m:sepChr m:val=","/>
                              <m:ctrlPr>
                                <a:rPr lang="en-US" altLang="ja-JP" sz="1600" i="1" dirty="0">
                                  <a:latin typeface="Cambria Math" panose="02040503050406030204" pitchFamily="18" charset="0"/>
                                </a:rPr>
                              </m:ctrlPr>
                            </m:dPr>
                            <m:e>
                              <m:r>
                                <a:rPr lang="en-US" altLang="ja-JP" sz="1600" i="1" dirty="0">
                                  <a:latin typeface="Cambria Math" panose="02040503050406030204" pitchFamily="18" charset="0"/>
                                </a:rPr>
                                <m:t>𝑘</m:t>
                              </m:r>
                            </m:e>
                            <m:e>
                              <m:r>
                                <a:rPr lang="en-US" altLang="ja-JP" sz="1600" i="1" dirty="0">
                                  <a:latin typeface="Cambria Math" panose="02040503050406030204" pitchFamily="18" charset="0"/>
                                </a:rPr>
                                <m:t>𝑟</m:t>
                              </m:r>
                            </m:e>
                          </m:d>
                        </m:sup>
                      </m:sSubSup>
                      <m:d>
                        <m:dPr>
                          <m:ctrlPr>
                            <a:rPr lang="en-US" altLang="ja-JP" sz="1600" i="1" dirty="0">
                              <a:latin typeface="Cambria Math" panose="02040503050406030204" pitchFamily="18" charset="0"/>
                            </a:rPr>
                          </m:ctrlPr>
                        </m:dPr>
                        <m:e>
                          <m:r>
                            <a:rPr lang="en-US" altLang="ja-JP" sz="1600" i="1" dirty="0">
                              <a:latin typeface="Cambria Math" panose="02040503050406030204" pitchFamily="18" charset="0"/>
                            </a:rPr>
                            <m:t>𝑥</m:t>
                          </m:r>
                        </m:e>
                      </m:d>
                      <m:r>
                        <a:rPr lang="en-US" altLang="ja-JP" sz="1600" i="0" dirty="0">
                          <a:latin typeface="Cambria Math" panose="02040503050406030204" pitchFamily="18" charset="0"/>
                        </a:rPr>
                        <m:t>=</m:t>
                      </m:r>
                      <m:sSubSup>
                        <m:sSubSupPr>
                          <m:ctrlPr>
                            <a:rPr lang="en-US" altLang="ja-JP" sz="1600" i="1" dirty="0">
                              <a:latin typeface="Cambria Math" panose="02040503050406030204" pitchFamily="18" charset="0"/>
                            </a:rPr>
                          </m:ctrlPr>
                        </m:sSubSupPr>
                        <m:e>
                          <m:r>
                            <a:rPr lang="en-US" altLang="ja-JP" sz="1600" i="1" dirty="0">
                              <a:latin typeface="Cambria Math" panose="02040503050406030204" pitchFamily="18" charset="0"/>
                            </a:rPr>
                            <m:t>𝑓</m:t>
                          </m:r>
                        </m:e>
                        <m:sub>
                          <m:r>
                            <a:rPr lang="en-US" altLang="ja-JP" sz="1600" i="1" dirty="0">
                              <a:latin typeface="Cambria Math" panose="02040503050406030204" pitchFamily="18" charset="0"/>
                            </a:rPr>
                            <m:t>𝑐</m:t>
                          </m:r>
                        </m:sub>
                        <m:sup>
                          <m:d>
                            <m:dPr>
                              <m:ctrlPr>
                                <a:rPr lang="en-US" altLang="ja-JP" sz="1600" i="1" dirty="0">
                                  <a:latin typeface="Cambria Math" panose="02040503050406030204" pitchFamily="18" charset="0"/>
                                </a:rPr>
                              </m:ctrlPr>
                            </m:dPr>
                            <m:e>
                              <m:r>
                                <a:rPr lang="en-US" altLang="ja-JP" sz="1600" i="1" dirty="0">
                                  <a:latin typeface="Cambria Math" panose="02040503050406030204" pitchFamily="18" charset="0"/>
                                </a:rPr>
                                <m:t>𝑘</m:t>
                              </m:r>
                            </m:e>
                          </m:d>
                        </m:sup>
                      </m:sSubSup>
                      <m:d>
                        <m:dPr>
                          <m:ctrlPr>
                            <a:rPr lang="en-US" altLang="ja-JP" sz="1600" i="1" dirty="0">
                              <a:latin typeface="Cambria Math" panose="02040503050406030204" pitchFamily="18" charset="0"/>
                            </a:rPr>
                          </m:ctrlPr>
                        </m:dPr>
                        <m:e>
                          <m:r>
                            <a:rPr lang="en-US" altLang="ja-JP" sz="1600" i="1" dirty="0">
                              <a:latin typeface="Cambria Math" panose="02040503050406030204" pitchFamily="18" charset="0"/>
                            </a:rPr>
                            <m:t>𝑥</m:t>
                          </m:r>
                          <m:r>
                            <a:rPr lang="en-US" altLang="ja-JP" sz="1600" i="0" dirty="0">
                              <a:latin typeface="Cambria Math" panose="02040503050406030204" pitchFamily="18" charset="0"/>
                            </a:rPr>
                            <m:t>;</m:t>
                          </m:r>
                          <m:sSubSup>
                            <m:sSubSupPr>
                              <m:ctrlPr>
                                <a:rPr lang="en-US" altLang="ja-JP" sz="1600" i="1" dirty="0">
                                  <a:latin typeface="Cambria Math" panose="02040503050406030204" pitchFamily="18" charset="0"/>
                                </a:rPr>
                              </m:ctrlPr>
                            </m:sSubSupPr>
                            <m:e>
                              <m:r>
                                <a:rPr lang="en-US" altLang="ja-JP" sz="1600" i="1" dirty="0">
                                  <a:latin typeface="Cambria Math" panose="02040503050406030204" pitchFamily="18" charset="0"/>
                                </a:rPr>
                                <m:t>𝜃</m:t>
                              </m:r>
                            </m:e>
                            <m:sub>
                              <m:r>
                                <a:rPr lang="en-US" altLang="ja-JP" sz="1600" i="1" dirty="0">
                                  <a:latin typeface="Cambria Math" panose="02040503050406030204" pitchFamily="18" charset="0"/>
                                </a:rPr>
                                <m:t>𝑐</m:t>
                              </m:r>
                            </m:sub>
                            <m:sup>
                              <m:r>
                                <a:rPr lang="en-US" altLang="ja-JP" sz="1600" i="0" dirty="0">
                                  <a:latin typeface="Cambria Math" panose="02040503050406030204" pitchFamily="18" charset="0"/>
                                </a:rPr>
                                <m:t>′</m:t>
                              </m:r>
                              <m:d>
                                <m:dPr>
                                  <m:sepChr m:val=","/>
                                  <m:ctrlPr>
                                    <a:rPr lang="en-US" altLang="ja-JP" sz="1600" i="1" dirty="0">
                                      <a:latin typeface="Cambria Math" panose="02040503050406030204" pitchFamily="18" charset="0"/>
                                    </a:rPr>
                                  </m:ctrlPr>
                                </m:dPr>
                                <m:e>
                                  <m:r>
                                    <a:rPr lang="en-US" altLang="ja-JP" sz="1600" i="1" dirty="0">
                                      <a:latin typeface="Cambria Math" panose="02040503050406030204" pitchFamily="18" charset="0"/>
                                    </a:rPr>
                                    <m:t>𝑘</m:t>
                                  </m:r>
                                </m:e>
                                <m:e>
                                  <m:r>
                                    <a:rPr lang="en-US" altLang="ja-JP" sz="1600" i="1" dirty="0">
                                      <a:latin typeface="Cambria Math" panose="02040503050406030204" pitchFamily="18" charset="0"/>
                                    </a:rPr>
                                    <m:t>𝑟</m:t>
                                  </m:r>
                                </m:e>
                              </m:d>
                            </m:sup>
                          </m:sSubSup>
                        </m:e>
                      </m:d>
                    </m:oMath>
                  </m:oMathPara>
                </a14:m>
                <a:endParaRPr lang="en-US" altLang="ja-JP" sz="1600"/>
              </a:p>
              <a:p>
                <a:pPr marL="1257300" lvl="1"/>
                <a:endParaRPr lang="en-US" altLang="ja-JP" sz="1800"/>
              </a:p>
              <a:p>
                <a:pPr marL="514350"/>
                <a:endParaRPr lang="en-US" altLang="ja-JP" sz="2600"/>
              </a:p>
              <a:p>
                <a:pPr marL="514350"/>
                <a:endParaRPr lang="en-US" altLang="ja-JP" sz="2600"/>
              </a:p>
              <a:p>
                <a:pPr marL="514350" indent="-514350">
                  <a:buFont typeface="+mj-lt"/>
                  <a:buAutoNum type="arabicPeriod"/>
                </a:pPr>
                <a:endParaRPr kumimoji="1" lang="ja-JP" altLang="en-US" sz="1800"/>
              </a:p>
            </p:txBody>
          </p:sp>
        </mc:Choice>
        <mc:Fallback>
          <p:sp>
            <p:nvSpPr>
              <p:cNvPr id="4" name="コンテンツ プレースホルダー 3">
                <a:extLst>
                  <a:ext uri="{FF2B5EF4-FFF2-40B4-BE49-F238E27FC236}">
                    <a16:creationId xmlns:a16="http://schemas.microsoft.com/office/drawing/2014/main" id="{7245BF61-2B46-52ED-7F6C-EF28E811D825}"/>
                  </a:ext>
                </a:extLst>
              </p:cNvPr>
              <p:cNvSpPr>
                <a:spLocks noGrp="1" noRot="1" noChangeAspect="1" noMove="1" noResize="1" noEditPoints="1" noAdjustHandles="1" noChangeArrowheads="1" noChangeShapeType="1" noTextEdit="1"/>
              </p:cNvSpPr>
              <p:nvPr>
                <p:ph idx="1"/>
              </p:nvPr>
            </p:nvSpPr>
            <p:spPr>
              <a:xfrm>
                <a:off x="-1" y="827314"/>
                <a:ext cx="12191999" cy="6030687"/>
              </a:xfrm>
              <a:blipFill>
                <a:blip r:embed="rId2"/>
                <a:stretch>
                  <a:fillRect l="-300" t="-1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70712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A0BAD-7B9F-4B61-8544-1885603F2750}"/>
            </a:ext>
          </a:extLst>
        </p:cNvPr>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31BD9B69-1B22-2259-A7A9-C5383F54429D}"/>
              </a:ext>
            </a:extLst>
          </p:cNvPr>
          <p:cNvSpPr/>
          <p:nvPr/>
        </p:nvSpPr>
        <p:spPr>
          <a:xfrm>
            <a:off x="706120" y="3807562"/>
            <a:ext cx="7503688" cy="2998542"/>
          </a:xfrm>
          <a:prstGeom prst="roundRect">
            <a:avLst>
              <a:gd name="adj" fmla="val 4469"/>
            </a:avLst>
          </a:prstGeom>
          <a:solidFill>
            <a:srgbClr val="FDF0E7"/>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a:p>
        </p:txBody>
      </p:sp>
      <p:sp>
        <p:nvSpPr>
          <p:cNvPr id="9" name="四角形: 角を丸くする 8">
            <a:extLst>
              <a:ext uri="{FF2B5EF4-FFF2-40B4-BE49-F238E27FC236}">
                <a16:creationId xmlns:a16="http://schemas.microsoft.com/office/drawing/2014/main" id="{A5FEE221-1B11-CFC2-B298-BEE23986ABA8}"/>
              </a:ext>
            </a:extLst>
          </p:cNvPr>
          <p:cNvSpPr/>
          <p:nvPr/>
        </p:nvSpPr>
        <p:spPr>
          <a:xfrm>
            <a:off x="736599" y="696640"/>
            <a:ext cx="11262360" cy="2998542"/>
          </a:xfrm>
          <a:prstGeom prst="roundRect">
            <a:avLst>
              <a:gd name="adj" fmla="val 4469"/>
            </a:avLst>
          </a:prstGeom>
          <a:solidFill>
            <a:srgbClr val="EAF5F7"/>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a:p>
        </p:txBody>
      </p:sp>
      <p:sp>
        <p:nvSpPr>
          <p:cNvPr id="19" name="四角形: 角を丸くする 18">
            <a:extLst>
              <a:ext uri="{FF2B5EF4-FFF2-40B4-BE49-F238E27FC236}">
                <a16:creationId xmlns:a16="http://schemas.microsoft.com/office/drawing/2014/main" id="{3762682F-E310-E7F3-17CA-3200BCD20186}"/>
              </a:ext>
            </a:extLst>
          </p:cNvPr>
          <p:cNvSpPr/>
          <p:nvPr/>
        </p:nvSpPr>
        <p:spPr>
          <a:xfrm>
            <a:off x="873759" y="4194212"/>
            <a:ext cx="3652113" cy="2554692"/>
          </a:xfrm>
          <a:prstGeom prst="roundRect">
            <a:avLst>
              <a:gd name="adj" fmla="val 1563"/>
            </a:avLst>
          </a:prstGeom>
          <a:solidFill>
            <a:srgbClr val="FDF3ED"/>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sz="1600">
              <a:solidFill>
                <a:schemeClr val="tx1"/>
              </a:solidFill>
            </a:endParaRPr>
          </a:p>
        </p:txBody>
      </p:sp>
      <p:sp>
        <p:nvSpPr>
          <p:cNvPr id="2" name="タイトル 1">
            <a:extLst>
              <a:ext uri="{FF2B5EF4-FFF2-40B4-BE49-F238E27FC236}">
                <a16:creationId xmlns:a16="http://schemas.microsoft.com/office/drawing/2014/main" id="{F581C33D-3420-F33D-44FC-969026C57C63}"/>
              </a:ext>
            </a:extLst>
          </p:cNvPr>
          <p:cNvSpPr>
            <a:spLocks noGrp="1"/>
          </p:cNvSpPr>
          <p:nvPr>
            <p:ph type="title"/>
          </p:nvPr>
        </p:nvSpPr>
        <p:spPr/>
        <p:txBody>
          <a:bodyPr/>
          <a:lstStyle/>
          <a:p>
            <a:r>
              <a:rPr lang="ja-JP" altLang="en-US"/>
              <a:t>現在の基本処理フロー</a:t>
            </a:r>
            <a:endParaRPr kumimoji="1" lang="ja-JP" altLang="en-US"/>
          </a:p>
        </p:txBody>
      </p:sp>
      <p:sp>
        <p:nvSpPr>
          <p:cNvPr id="3" name="スライド番号プレースホルダー 2">
            <a:extLst>
              <a:ext uri="{FF2B5EF4-FFF2-40B4-BE49-F238E27FC236}">
                <a16:creationId xmlns:a16="http://schemas.microsoft.com/office/drawing/2014/main" id="{15E16042-6F0C-9326-D90D-1D713476E6DB}"/>
              </a:ext>
            </a:extLst>
          </p:cNvPr>
          <p:cNvSpPr>
            <a:spLocks noGrp="1"/>
          </p:cNvSpPr>
          <p:nvPr>
            <p:ph type="sldNum" sz="quarter" idx="4"/>
          </p:nvPr>
        </p:nvSpPr>
        <p:spPr/>
        <p:txBody>
          <a:bodyPr/>
          <a:lstStyle/>
          <a:p>
            <a:fld id="{C088C981-6885-4100-82A1-DE7074EC4480}" type="slidenum">
              <a:rPr lang="ja-JP" altLang="en-US" smtClean="0"/>
              <a:pPr/>
              <a:t>19</a:t>
            </a:fld>
            <a:endParaRPr lang="ja-JP" altLang="en-US">
              <a:latin typeface="Arial" panose="020B0604020202020204" pitchFamily="34" charset="0"/>
            </a:endParaRPr>
          </a:p>
        </p:txBody>
      </p:sp>
      <p:sp>
        <p:nvSpPr>
          <p:cNvPr id="5" name="四角形: 角を丸くする 4">
            <a:extLst>
              <a:ext uri="{FF2B5EF4-FFF2-40B4-BE49-F238E27FC236}">
                <a16:creationId xmlns:a16="http://schemas.microsoft.com/office/drawing/2014/main" id="{AA86AE2D-DB90-59A6-27F5-BC35D9B68054}"/>
              </a:ext>
            </a:extLst>
          </p:cNvPr>
          <p:cNvSpPr/>
          <p:nvPr/>
        </p:nvSpPr>
        <p:spPr>
          <a:xfrm>
            <a:off x="203200" y="683337"/>
            <a:ext cx="467360" cy="2998542"/>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a:t>基盤</a:t>
            </a:r>
          </a:p>
        </p:txBody>
      </p:sp>
      <p:sp>
        <p:nvSpPr>
          <p:cNvPr id="15" name="四角形: 角を丸くする 14">
            <a:extLst>
              <a:ext uri="{FF2B5EF4-FFF2-40B4-BE49-F238E27FC236}">
                <a16:creationId xmlns:a16="http://schemas.microsoft.com/office/drawing/2014/main" id="{FCE71867-F43B-E732-68D3-81E100D8FF38}"/>
              </a:ext>
            </a:extLst>
          </p:cNvPr>
          <p:cNvSpPr/>
          <p:nvPr/>
        </p:nvSpPr>
        <p:spPr>
          <a:xfrm>
            <a:off x="795019" y="1256547"/>
            <a:ext cx="3263901" cy="2121999"/>
          </a:xfrm>
          <a:prstGeom prst="roundRect">
            <a:avLst>
              <a:gd name="adj" fmla="val 1187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285750" indent="-285750" algn="ctr">
              <a:buFont typeface="Arial" panose="020B0604020202020204" pitchFamily="34" charset="0"/>
              <a:buChar char="•"/>
            </a:pPr>
            <a:endParaRPr kumimoji="1" lang="ja-JP" altLang="en-US" sz="1400">
              <a:solidFill>
                <a:schemeClr val="tx1"/>
              </a:solidFill>
            </a:endParaRPr>
          </a:p>
        </p:txBody>
      </p:sp>
      <mc:AlternateContent xmlns:mc="http://schemas.openxmlformats.org/markup-compatibility/2006">
        <mc:Choice xmlns:a14="http://schemas.microsoft.com/office/drawing/2010/main" Requires="a14">
          <p:sp>
            <p:nvSpPr>
              <p:cNvPr id="7" name="四角形: 角を丸くする 6">
                <a:extLst>
                  <a:ext uri="{FF2B5EF4-FFF2-40B4-BE49-F238E27FC236}">
                    <a16:creationId xmlns:a16="http://schemas.microsoft.com/office/drawing/2014/main" id="{205B55C4-C027-BA46-2CB8-50F34B6DD2F0}"/>
                  </a:ext>
                </a:extLst>
              </p:cNvPr>
              <p:cNvSpPr/>
              <p:nvPr/>
            </p:nvSpPr>
            <p:spPr>
              <a:xfrm>
                <a:off x="203200" y="3764280"/>
                <a:ext cx="467360" cy="3002280"/>
              </a:xfrm>
              <a:prstGeom prst="roundRect">
                <a:avLst/>
              </a:prstGeom>
              <a:solidFill>
                <a:srgbClr val="D96C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a:t>クライアント</a:t>
                </a:r>
                <a:endParaRPr kumimoji="1" lang="en-US" altLang="ja-JP"/>
              </a:p>
              <a:p>
                <a:pPr algn="ct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𝑘</m:t>
                      </m:r>
                    </m:oMath>
                  </m:oMathPara>
                </a14:m>
                <a:endParaRPr kumimoji="1" lang="ja-JP" altLang="en-US"/>
              </a:p>
            </p:txBody>
          </p:sp>
        </mc:Choice>
        <mc:Fallback>
          <p:sp>
            <p:nvSpPr>
              <p:cNvPr id="7" name="四角形: 角を丸くする 6">
                <a:extLst>
                  <a:ext uri="{FF2B5EF4-FFF2-40B4-BE49-F238E27FC236}">
                    <a16:creationId xmlns:a16="http://schemas.microsoft.com/office/drawing/2014/main" id="{205B55C4-C027-BA46-2CB8-50F34B6DD2F0}"/>
                  </a:ext>
                </a:extLst>
              </p:cNvPr>
              <p:cNvSpPr>
                <a:spLocks noRot="1" noChangeAspect="1" noMove="1" noResize="1" noEditPoints="1" noAdjustHandles="1" noChangeArrowheads="1" noChangeShapeType="1" noTextEdit="1"/>
              </p:cNvSpPr>
              <p:nvPr/>
            </p:nvSpPr>
            <p:spPr>
              <a:xfrm>
                <a:off x="203200" y="3764280"/>
                <a:ext cx="467360" cy="3002280"/>
              </a:xfrm>
              <a:prstGeom prst="roundRect">
                <a:avLst/>
              </a:prstGeom>
              <a:blipFill>
                <a:blip r:embed="rId3"/>
                <a:stretch>
                  <a:fillRect l="-3896" r="-5195"/>
                </a:stretch>
              </a:blipFill>
              <a:ln>
                <a:noFill/>
              </a:ln>
            </p:spPr>
            <p:txBody>
              <a:bodyPr/>
              <a:lstStyle/>
              <a:p>
                <a:r>
                  <a:rPr lang="ja-JP" altLang="en-US">
                    <a:noFill/>
                  </a:rPr>
                  <a:t> </a:t>
                </a:r>
              </a:p>
            </p:txBody>
          </p:sp>
        </mc:Fallback>
      </mc:AlternateContent>
      <p:sp>
        <p:nvSpPr>
          <p:cNvPr id="17" name="四角形: 角を丸くする 16">
            <a:extLst>
              <a:ext uri="{FF2B5EF4-FFF2-40B4-BE49-F238E27FC236}">
                <a16:creationId xmlns:a16="http://schemas.microsoft.com/office/drawing/2014/main" id="{6910F507-1735-959E-ECBD-931428B97E5E}"/>
              </a:ext>
            </a:extLst>
          </p:cNvPr>
          <p:cNvSpPr/>
          <p:nvPr/>
        </p:nvSpPr>
        <p:spPr>
          <a:xfrm>
            <a:off x="840232" y="3874249"/>
            <a:ext cx="1362634"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a:t>2.</a:t>
            </a:r>
            <a:r>
              <a:rPr kumimoji="1" lang="ja-JP" altLang="en-US"/>
              <a:t>蒸留配布</a:t>
            </a:r>
          </a:p>
        </p:txBody>
      </p:sp>
      <p:sp>
        <p:nvSpPr>
          <p:cNvPr id="27" name="四角形: 角を丸くする 26">
            <a:extLst>
              <a:ext uri="{FF2B5EF4-FFF2-40B4-BE49-F238E27FC236}">
                <a16:creationId xmlns:a16="http://schemas.microsoft.com/office/drawing/2014/main" id="{A50B7521-A39C-0A9D-88DF-BEF5CE92F53C}"/>
              </a:ext>
            </a:extLst>
          </p:cNvPr>
          <p:cNvSpPr/>
          <p:nvPr/>
        </p:nvSpPr>
        <p:spPr>
          <a:xfrm>
            <a:off x="7482840" y="936585"/>
            <a:ext cx="4427220" cy="3193586"/>
          </a:xfrm>
          <a:prstGeom prst="roundRect">
            <a:avLst>
              <a:gd name="adj" fmla="val 689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a:solidFill>
                <a:schemeClr val="tx1"/>
              </a:solidFill>
            </a:endParaRPr>
          </a:p>
          <a:p>
            <a:pPr algn="ctr"/>
            <a:endParaRPr lang="en-US" altLang="ja-JP" sz="1600">
              <a:solidFill>
                <a:schemeClr val="tx1"/>
              </a:solidFill>
            </a:endParaRPr>
          </a:p>
          <a:p>
            <a:pPr algn="ctr"/>
            <a:endParaRPr lang="en-US" altLang="ja-JP" sz="1600">
              <a:solidFill>
                <a:schemeClr val="tx1"/>
              </a:solidFill>
            </a:endParaRPr>
          </a:p>
          <a:p>
            <a:pPr algn="ctr"/>
            <a:endParaRPr lang="en-US" altLang="ja-JP" sz="1600">
              <a:solidFill>
                <a:schemeClr val="tx1"/>
              </a:solidFill>
            </a:endParaRPr>
          </a:p>
          <a:p>
            <a:pPr algn="ctr"/>
            <a:endParaRPr kumimoji="1" lang="ja-JP" altLang="en-US" sz="1200">
              <a:solidFill>
                <a:schemeClr val="tx1"/>
              </a:solidFill>
            </a:endParaRPr>
          </a:p>
        </p:txBody>
      </p:sp>
      <p:sp>
        <p:nvSpPr>
          <p:cNvPr id="13" name="四角形: 角を丸くする 12">
            <a:extLst>
              <a:ext uri="{FF2B5EF4-FFF2-40B4-BE49-F238E27FC236}">
                <a16:creationId xmlns:a16="http://schemas.microsoft.com/office/drawing/2014/main" id="{23BDE4A7-0D7C-E668-5186-46F1156E803B}"/>
              </a:ext>
            </a:extLst>
          </p:cNvPr>
          <p:cNvSpPr/>
          <p:nvPr/>
        </p:nvSpPr>
        <p:spPr>
          <a:xfrm>
            <a:off x="795020" y="936585"/>
            <a:ext cx="252476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a:t>1.</a:t>
            </a:r>
            <a:r>
              <a:rPr lang="ja-JP" altLang="en-US"/>
              <a:t>還元用の知識を保存</a:t>
            </a:r>
            <a:endParaRPr kumimoji="1" lang="ja-JP" altLang="en-US"/>
          </a:p>
        </p:txBody>
      </p:sp>
      <p:sp>
        <p:nvSpPr>
          <p:cNvPr id="31" name="四角形: 角を丸くする 30">
            <a:extLst>
              <a:ext uri="{FF2B5EF4-FFF2-40B4-BE49-F238E27FC236}">
                <a16:creationId xmlns:a16="http://schemas.microsoft.com/office/drawing/2014/main" id="{C466D6FC-5F23-D90E-08DB-99C70B9C0FC6}"/>
              </a:ext>
            </a:extLst>
          </p:cNvPr>
          <p:cNvSpPr/>
          <p:nvPr/>
        </p:nvSpPr>
        <p:spPr>
          <a:xfrm>
            <a:off x="4176731" y="940202"/>
            <a:ext cx="2919872" cy="2678606"/>
          </a:xfrm>
          <a:prstGeom prst="roundRect">
            <a:avLst>
              <a:gd name="adj" fmla="val 5974"/>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200">
              <a:solidFill>
                <a:schemeClr val="tx1"/>
              </a:solidFill>
            </a:endParaRPr>
          </a:p>
        </p:txBody>
      </p:sp>
      <p:sp>
        <p:nvSpPr>
          <p:cNvPr id="25" name="四角形: 角を丸くする 24">
            <a:extLst>
              <a:ext uri="{FF2B5EF4-FFF2-40B4-BE49-F238E27FC236}">
                <a16:creationId xmlns:a16="http://schemas.microsoft.com/office/drawing/2014/main" id="{DA6CFF0F-2C6C-8338-F1B6-8E6260C57A02}"/>
              </a:ext>
            </a:extLst>
          </p:cNvPr>
          <p:cNvSpPr/>
          <p:nvPr/>
        </p:nvSpPr>
        <p:spPr>
          <a:xfrm>
            <a:off x="7487030" y="745418"/>
            <a:ext cx="207264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a:t>6.</a:t>
            </a:r>
            <a:r>
              <a:rPr lang="ja-JP" altLang="en-US"/>
              <a:t>クラウド基盤整合</a:t>
            </a:r>
            <a:endParaRPr kumimoji="1" lang="ja-JP" altLang="en-US"/>
          </a:p>
        </p:txBody>
      </p:sp>
      <p:sp>
        <p:nvSpPr>
          <p:cNvPr id="29" name="四角形: 角を丸くする 28">
            <a:extLst>
              <a:ext uri="{FF2B5EF4-FFF2-40B4-BE49-F238E27FC236}">
                <a16:creationId xmlns:a16="http://schemas.microsoft.com/office/drawing/2014/main" id="{E00F4351-B2FD-3132-2FC1-8C534B55BE4A}"/>
              </a:ext>
            </a:extLst>
          </p:cNvPr>
          <p:cNvSpPr/>
          <p:nvPr/>
        </p:nvSpPr>
        <p:spPr>
          <a:xfrm>
            <a:off x="4154077" y="672141"/>
            <a:ext cx="92456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a:t>5</a:t>
            </a:r>
            <a:r>
              <a:rPr kumimoji="1" lang="en-US" altLang="ja-JP"/>
              <a:t>.</a:t>
            </a:r>
            <a:r>
              <a:rPr kumimoji="1" lang="ja-JP" altLang="en-US"/>
              <a:t>集約</a:t>
            </a:r>
          </a:p>
        </p:txBody>
      </p:sp>
      <p:sp>
        <p:nvSpPr>
          <p:cNvPr id="6" name="四角形: 角を丸くする 5">
            <a:extLst>
              <a:ext uri="{FF2B5EF4-FFF2-40B4-BE49-F238E27FC236}">
                <a16:creationId xmlns:a16="http://schemas.microsoft.com/office/drawing/2014/main" id="{8B13D7AC-8B98-5461-7D06-D2A42BAF41F8}"/>
              </a:ext>
            </a:extLst>
          </p:cNvPr>
          <p:cNvSpPr/>
          <p:nvPr/>
        </p:nvSpPr>
        <p:spPr>
          <a:xfrm>
            <a:off x="8680635" y="4504165"/>
            <a:ext cx="207264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a:t>7.</a:t>
            </a:r>
            <a:r>
              <a:rPr lang="ja-JP" altLang="en-US"/>
              <a:t>次ラウンドへ</a:t>
            </a:r>
            <a:endParaRPr kumimoji="1" lang="ja-JP" altLang="en-US"/>
          </a:p>
        </p:txBody>
      </p:sp>
      <p:sp>
        <p:nvSpPr>
          <p:cNvPr id="16" name="テキスト ボックス 15">
            <a:extLst>
              <a:ext uri="{FF2B5EF4-FFF2-40B4-BE49-F238E27FC236}">
                <a16:creationId xmlns:a16="http://schemas.microsoft.com/office/drawing/2014/main" id="{8C830FBC-D1D9-4B17-4FF8-76F87B41241B}"/>
              </a:ext>
            </a:extLst>
          </p:cNvPr>
          <p:cNvSpPr txBox="1"/>
          <p:nvPr/>
        </p:nvSpPr>
        <p:spPr>
          <a:xfrm>
            <a:off x="736599" y="1910748"/>
            <a:ext cx="1097280" cy="600164"/>
          </a:xfrm>
          <a:prstGeom prst="rect">
            <a:avLst/>
          </a:prstGeom>
          <a:noFill/>
        </p:spPr>
        <p:txBody>
          <a:bodyPr wrap="square" rtlCol="0">
            <a:spAutoFit/>
          </a:bodyPr>
          <a:lstStyle/>
          <a:p>
            <a:pPr algn="ctr"/>
            <a:r>
              <a:rPr kumimoji="1" lang="ja-JP" altLang="en-US" sz="1100"/>
              <a:t>更新済み</a:t>
            </a:r>
            <a:endParaRPr kumimoji="1" lang="en-US" altLang="ja-JP" sz="1100"/>
          </a:p>
          <a:p>
            <a:pPr algn="ctr"/>
            <a:r>
              <a:rPr lang="ja-JP" altLang="en-US" sz="1100"/>
              <a:t>基盤モデル</a:t>
            </a:r>
            <a:endParaRPr lang="en-US" altLang="ja-JP" sz="1100"/>
          </a:p>
          <a:p>
            <a:pPr algn="ctr"/>
            <a:r>
              <a:rPr lang="ja-JP" altLang="en-US" sz="1100"/>
              <a:t>＋基盤</a:t>
            </a:r>
            <a:r>
              <a:rPr lang="en-US" altLang="ja-JP" sz="1100" err="1"/>
              <a:t>LoRA</a:t>
            </a:r>
            <a:endParaRPr kumimoji="1" lang="ja-JP" altLang="en-US" sz="1600"/>
          </a:p>
        </p:txBody>
      </p:sp>
      <p:sp>
        <p:nvSpPr>
          <p:cNvPr id="18" name="矢印: 右 17">
            <a:extLst>
              <a:ext uri="{FF2B5EF4-FFF2-40B4-BE49-F238E27FC236}">
                <a16:creationId xmlns:a16="http://schemas.microsoft.com/office/drawing/2014/main" id="{B00646EA-B546-C2A4-003F-728CD2D105E9}"/>
              </a:ext>
            </a:extLst>
          </p:cNvPr>
          <p:cNvSpPr/>
          <p:nvPr/>
        </p:nvSpPr>
        <p:spPr>
          <a:xfrm>
            <a:off x="1711959" y="1555875"/>
            <a:ext cx="1060174" cy="9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38F8D218-76CB-8950-504D-445432E7DAD8}"/>
              </a:ext>
            </a:extLst>
          </p:cNvPr>
          <p:cNvSpPr txBox="1"/>
          <p:nvPr/>
        </p:nvSpPr>
        <p:spPr>
          <a:xfrm>
            <a:off x="1711959" y="1312666"/>
            <a:ext cx="1097280" cy="261610"/>
          </a:xfrm>
          <a:prstGeom prst="rect">
            <a:avLst/>
          </a:prstGeom>
          <a:noFill/>
        </p:spPr>
        <p:txBody>
          <a:bodyPr wrap="square" rtlCol="0">
            <a:spAutoFit/>
          </a:bodyPr>
          <a:lstStyle/>
          <a:p>
            <a:pPr algn="ctr"/>
            <a:r>
              <a:rPr kumimoji="1" lang="ja-JP" altLang="en-US" sz="1100"/>
              <a:t>前向き推論</a:t>
            </a:r>
            <a:endParaRPr kumimoji="1" lang="ja-JP" altLang="en-US" sz="1600"/>
          </a:p>
        </p:txBody>
      </p:sp>
      <p:pic>
        <p:nvPicPr>
          <p:cNvPr id="14" name="グラフィックス 13" descr="データベース 枠線">
            <a:extLst>
              <a:ext uri="{FF2B5EF4-FFF2-40B4-BE49-F238E27FC236}">
                <a16:creationId xmlns:a16="http://schemas.microsoft.com/office/drawing/2014/main" id="{BAA8B4D3-62A8-880D-6450-A2CCAA6A9F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633" y="1649261"/>
            <a:ext cx="436942" cy="436942"/>
          </a:xfrm>
          <a:prstGeom prst="rect">
            <a:avLst/>
          </a:prstGeom>
        </p:spPr>
      </p:pic>
      <mc:AlternateContent xmlns:mc="http://schemas.openxmlformats.org/markup-compatibility/2006">
        <mc:Choice xmlns:a14="http://schemas.microsoft.com/office/drawing/2010/main" Requires="a14">
          <p:sp>
            <p:nvSpPr>
              <p:cNvPr id="26" name="テキスト ボックス 25">
                <a:extLst>
                  <a:ext uri="{FF2B5EF4-FFF2-40B4-BE49-F238E27FC236}">
                    <a16:creationId xmlns:a16="http://schemas.microsoft.com/office/drawing/2014/main" id="{8F733332-F9B7-A26C-D3AA-8A0C39684EBA}"/>
                  </a:ext>
                </a:extLst>
              </p:cNvPr>
              <p:cNvSpPr txBox="1"/>
              <p:nvPr/>
            </p:nvSpPr>
            <p:spPr>
              <a:xfrm>
                <a:off x="2634951" y="1608191"/>
                <a:ext cx="1541779" cy="645177"/>
              </a:xfrm>
              <a:prstGeom prst="rect">
                <a:avLst/>
              </a:prstGeom>
              <a:noFill/>
            </p:spPr>
            <p:txBody>
              <a:bodyPr wrap="square" rtlCol="0">
                <a:spAutoFit/>
              </a:bodyPr>
              <a:lstStyle/>
              <a:p>
                <a:pPr algn="ctr"/>
                <a:r>
                  <a:rPr kumimoji="1" lang="ja-JP" altLang="en-US" sz="1100"/>
                  <a:t>サンプル </a:t>
                </a:r>
                <a:r>
                  <a:rPr kumimoji="1" lang="en-US" altLang="ja-JP" sz="1100"/>
                  <a:t>ID </a:t>
                </a:r>
                <a:r>
                  <a:rPr kumimoji="1" lang="ja-JP" altLang="en-US" sz="1100"/>
                  <a:t>と</a:t>
                </a:r>
                <a:endParaRPr kumimoji="1" lang="en-US" altLang="ja-JP" sz="1100"/>
              </a:p>
              <a:p>
                <a:pPr algn="ctr"/>
                <a:r>
                  <a:rPr kumimoji="1" lang="ja-JP" altLang="en-US" sz="1100"/>
                  <a:t> 基盤 </a:t>
                </a:r>
                <a:r>
                  <a:rPr kumimoji="1" lang="en-US" altLang="ja-JP" sz="1100"/>
                  <a:t>logits</a:t>
                </a:r>
                <a:r>
                  <a:rPr lang="ja-JP" altLang="en-US" sz="1100"/>
                  <a:t> </a:t>
                </a:r>
                <a14:m>
                  <m:oMath xmlns:m="http://schemas.openxmlformats.org/officeDocument/2006/math">
                    <m:sSubSup>
                      <m:sSubSupPr>
                        <m:ctrlPr>
                          <a:rPr lang="en-US" altLang="ja-JP" sz="1100" b="0" i="1" smtClean="0">
                            <a:latin typeface="Cambria Math" panose="02040503050406030204" pitchFamily="18" charset="0"/>
                          </a:rPr>
                        </m:ctrlPr>
                      </m:sSubSupPr>
                      <m:e>
                        <m:r>
                          <a:rPr lang="en-US" altLang="ja-JP" sz="1100" i="1">
                            <a:latin typeface="Cambria Math" panose="02040503050406030204" pitchFamily="18" charset="0"/>
                          </a:rPr>
                          <m:t> </m:t>
                        </m:r>
                        <m:r>
                          <a:rPr lang="en-US" altLang="ja-JP" sz="1100" i="1">
                            <a:latin typeface="Cambria Math" panose="02040503050406030204" pitchFamily="18" charset="0"/>
                          </a:rPr>
                          <m:t>𝑧</m:t>
                        </m:r>
                      </m:e>
                      <m:sub>
                        <m:r>
                          <a:rPr lang="en-US" altLang="ja-JP" sz="1100" i="1">
                            <a:latin typeface="Cambria Math" panose="02040503050406030204" pitchFamily="18" charset="0"/>
                          </a:rPr>
                          <m:t>𝑏𝑎𝑠𝑒</m:t>
                        </m:r>
                      </m:sub>
                      <m:sup>
                        <m:r>
                          <a:rPr lang="en-US" altLang="ja-JP" sz="1100" b="0" i="1" smtClean="0">
                            <a:latin typeface="Cambria Math" panose="02040503050406030204" pitchFamily="18" charset="0"/>
                          </a:rPr>
                          <m:t>(</m:t>
                        </m:r>
                        <m:r>
                          <a:rPr lang="en-US" altLang="ja-JP" sz="1100" b="0" i="1" smtClean="0">
                            <a:latin typeface="Cambria Math" panose="02040503050406030204" pitchFamily="18" charset="0"/>
                          </a:rPr>
                          <m:t>𝑟</m:t>
                        </m:r>
                        <m:r>
                          <a:rPr lang="en-US" altLang="ja-JP" sz="1100" b="0" i="1" smtClean="0">
                            <a:latin typeface="Cambria Math" panose="02040503050406030204" pitchFamily="18" charset="0"/>
                          </a:rPr>
                          <m:t>−1)</m:t>
                        </m:r>
                      </m:sup>
                    </m:sSubSup>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r>
                  <a:rPr kumimoji="1" lang="ja-JP" altLang="en-US" sz="1100"/>
                  <a:t>を保存</a:t>
                </a:r>
                <a:endParaRPr kumimoji="1" lang="ja-JP" altLang="en-US" sz="1600"/>
              </a:p>
            </p:txBody>
          </p:sp>
        </mc:Choice>
        <mc:Fallback>
          <p:sp>
            <p:nvSpPr>
              <p:cNvPr id="26" name="テキスト ボックス 25">
                <a:extLst>
                  <a:ext uri="{FF2B5EF4-FFF2-40B4-BE49-F238E27FC236}">
                    <a16:creationId xmlns:a16="http://schemas.microsoft.com/office/drawing/2014/main" id="{8F733332-F9B7-A26C-D3AA-8A0C39684EBA}"/>
                  </a:ext>
                </a:extLst>
              </p:cNvPr>
              <p:cNvSpPr txBox="1">
                <a:spLocks noRot="1" noChangeAspect="1" noMove="1" noResize="1" noEditPoints="1" noAdjustHandles="1" noChangeArrowheads="1" noChangeShapeType="1" noTextEdit="1"/>
              </p:cNvSpPr>
              <p:nvPr/>
            </p:nvSpPr>
            <p:spPr>
              <a:xfrm>
                <a:off x="2634951" y="1608191"/>
                <a:ext cx="1541779" cy="645177"/>
              </a:xfrm>
              <a:prstGeom prst="rect">
                <a:avLst/>
              </a:prstGeom>
              <a:blipFill>
                <a:blip r:embed="rId5"/>
                <a:stretch>
                  <a:fillRect t="-1887" b="-3774"/>
                </a:stretch>
              </a:blipFill>
            </p:spPr>
            <p:txBody>
              <a:bodyPr/>
              <a:lstStyle/>
              <a:p>
                <a:r>
                  <a:rPr lang="ja-JP" altLang="en-US">
                    <a:noFill/>
                  </a:rPr>
                  <a:t> </a:t>
                </a:r>
              </a:p>
            </p:txBody>
          </p:sp>
        </mc:Fallback>
      </mc:AlternateContent>
      <p:sp>
        <p:nvSpPr>
          <p:cNvPr id="46" name="四角形: 角を丸くする 45">
            <a:extLst>
              <a:ext uri="{FF2B5EF4-FFF2-40B4-BE49-F238E27FC236}">
                <a16:creationId xmlns:a16="http://schemas.microsoft.com/office/drawing/2014/main" id="{E3DB7ABE-1C03-1810-8689-5ED0FC242B7D}"/>
              </a:ext>
            </a:extLst>
          </p:cNvPr>
          <p:cNvSpPr/>
          <p:nvPr/>
        </p:nvSpPr>
        <p:spPr>
          <a:xfrm>
            <a:off x="5258201" y="3983044"/>
            <a:ext cx="2798820" cy="1646361"/>
          </a:xfrm>
          <a:prstGeom prst="roundRect">
            <a:avLst>
              <a:gd name="adj" fmla="val 3482"/>
            </a:avLst>
          </a:prstGeom>
          <a:solidFill>
            <a:srgbClr val="FDF3ED"/>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200">
              <a:solidFill>
                <a:schemeClr val="tx1"/>
              </a:solidFill>
            </a:endParaRPr>
          </a:p>
          <a:p>
            <a:pPr algn="ctr"/>
            <a:endParaRPr lang="en-US" altLang="ja-JP" sz="1200">
              <a:solidFill>
                <a:schemeClr val="tx1"/>
              </a:solidFill>
            </a:endParaRPr>
          </a:p>
          <a:p>
            <a:pPr algn="ctr"/>
            <a:endParaRPr kumimoji="1" lang="en-US" altLang="ja-JP" sz="1200">
              <a:solidFill>
                <a:schemeClr val="tx1"/>
              </a:solidFill>
            </a:endParaRPr>
          </a:p>
          <a:p>
            <a:pPr algn="ctr"/>
            <a:endParaRPr lang="en-US" altLang="ja-JP" sz="1200">
              <a:solidFill>
                <a:schemeClr val="tx1"/>
              </a:solidFill>
            </a:endParaRPr>
          </a:p>
          <a:p>
            <a:pPr algn="ctr"/>
            <a:endParaRPr kumimoji="1" lang="en-US" altLang="ja-JP" sz="1200">
              <a:solidFill>
                <a:schemeClr val="tx1"/>
              </a:solidFill>
            </a:endParaRPr>
          </a:p>
        </p:txBody>
      </p:sp>
      <p:sp>
        <p:nvSpPr>
          <p:cNvPr id="30" name="矢印: 右 29">
            <a:extLst>
              <a:ext uri="{FF2B5EF4-FFF2-40B4-BE49-F238E27FC236}">
                <a16:creationId xmlns:a16="http://schemas.microsoft.com/office/drawing/2014/main" id="{47AB6AC5-BD45-1910-CC3C-32AA5CBCE460}"/>
              </a:ext>
            </a:extLst>
          </p:cNvPr>
          <p:cNvSpPr/>
          <p:nvPr/>
        </p:nvSpPr>
        <p:spPr>
          <a:xfrm rot="5400000">
            <a:off x="2036740" y="3707331"/>
            <a:ext cx="601055" cy="1453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4" name="テキスト ボックス 33">
                <a:extLst>
                  <a:ext uri="{FF2B5EF4-FFF2-40B4-BE49-F238E27FC236}">
                    <a16:creationId xmlns:a16="http://schemas.microsoft.com/office/drawing/2014/main" id="{A04EA4A6-3184-206C-B6A0-ABBA1462227D}"/>
                  </a:ext>
                </a:extLst>
              </p:cNvPr>
              <p:cNvSpPr txBox="1"/>
              <p:nvPr/>
            </p:nvSpPr>
            <p:spPr>
              <a:xfrm>
                <a:off x="1319054" y="2682122"/>
                <a:ext cx="2253042" cy="323743"/>
              </a:xfrm>
              <a:prstGeom prst="rect">
                <a:avLst/>
              </a:prstGeom>
              <a:noFill/>
            </p:spPr>
            <p:txBody>
              <a:bodyPr wrap="square">
                <a:spAutoFit/>
              </a:bodyPr>
              <a:lstStyle/>
              <a:p>
                <a:r>
                  <a:rPr kumimoji="1" lang="ja-JP" altLang="en-US" sz="1200"/>
                  <a:t>サンプル </a:t>
                </a:r>
                <a:r>
                  <a:rPr kumimoji="1" lang="en-US" altLang="ja-JP" sz="1200"/>
                  <a:t>ID </a:t>
                </a:r>
                <a:r>
                  <a:rPr kumimoji="1" lang="ja-JP" altLang="en-US" sz="1200"/>
                  <a:t>と</a:t>
                </a:r>
                <a14:m>
                  <m:oMath xmlns:m="http://schemas.openxmlformats.org/officeDocument/2006/math">
                    <m:sSubSup>
                      <m:sSubSupPr>
                        <m:ctrlPr>
                          <a:rPr lang="en-US" altLang="ja-JP" sz="1200" i="1">
                            <a:latin typeface="Cambria Math" panose="02040503050406030204" pitchFamily="18" charset="0"/>
                          </a:rPr>
                        </m:ctrlPr>
                      </m:sSubSupPr>
                      <m:e>
                        <m:r>
                          <a:rPr lang="en-US" altLang="ja-JP" sz="1200" i="1">
                            <a:latin typeface="Cambria Math" panose="02040503050406030204" pitchFamily="18" charset="0"/>
                          </a:rPr>
                          <m:t> </m:t>
                        </m:r>
                        <m:r>
                          <a:rPr lang="en-US" altLang="ja-JP" sz="1200" i="1">
                            <a:latin typeface="Cambria Math" panose="02040503050406030204" pitchFamily="18" charset="0"/>
                          </a:rPr>
                          <m:t>𝑧</m:t>
                        </m:r>
                      </m:e>
                      <m:sub>
                        <m:r>
                          <a:rPr lang="en-US" altLang="ja-JP" sz="1200" i="1">
                            <a:latin typeface="Cambria Math" panose="02040503050406030204" pitchFamily="18" charset="0"/>
                          </a:rPr>
                          <m:t>𝑏𝑎𝑠𝑒</m:t>
                        </m:r>
                      </m:sub>
                      <m:sup>
                        <m:d>
                          <m:dPr>
                            <m:ctrlPr>
                              <a:rPr lang="en-US" altLang="ja-JP" sz="1200" i="1">
                                <a:latin typeface="Cambria Math" panose="02040503050406030204" pitchFamily="18" charset="0"/>
                              </a:rPr>
                            </m:ctrlPr>
                          </m:dPr>
                          <m:e>
                            <m:r>
                              <a:rPr lang="en-US" altLang="ja-JP" sz="1200" i="1">
                                <a:latin typeface="Cambria Math" panose="02040503050406030204" pitchFamily="18" charset="0"/>
                              </a:rPr>
                              <m:t>𝑟</m:t>
                            </m:r>
                            <m:r>
                              <a:rPr lang="en-US" altLang="ja-JP" sz="1200" i="1">
                                <a:latin typeface="Cambria Math" panose="02040503050406030204" pitchFamily="18" charset="0"/>
                              </a:rPr>
                              <m:t>−1</m:t>
                            </m:r>
                          </m:e>
                        </m:d>
                      </m:sup>
                    </m:sSubSup>
                    <m:d>
                      <m:dPr>
                        <m:ctrlPr>
                          <a:rPr lang="en-US" altLang="ja-JP" sz="1200" i="1">
                            <a:latin typeface="Cambria Math" panose="02040503050406030204" pitchFamily="18" charset="0"/>
                          </a:rPr>
                        </m:ctrlPr>
                      </m:dPr>
                      <m:e>
                        <m:r>
                          <a:rPr lang="en-US" altLang="ja-JP" sz="1200" i="1">
                            <a:latin typeface="Cambria Math" panose="02040503050406030204" pitchFamily="18" charset="0"/>
                          </a:rPr>
                          <m:t>𝑥</m:t>
                        </m:r>
                      </m:e>
                    </m:d>
                  </m:oMath>
                </a14:m>
                <a:r>
                  <a:rPr lang="ja-JP" altLang="en-US" sz="1200"/>
                  <a:t>を送信</a:t>
                </a:r>
              </a:p>
            </p:txBody>
          </p:sp>
        </mc:Choice>
        <mc:Fallback>
          <p:sp>
            <p:nvSpPr>
              <p:cNvPr id="34" name="テキスト ボックス 33">
                <a:extLst>
                  <a:ext uri="{FF2B5EF4-FFF2-40B4-BE49-F238E27FC236}">
                    <a16:creationId xmlns:a16="http://schemas.microsoft.com/office/drawing/2014/main" id="{A04EA4A6-3184-206C-B6A0-ABBA1462227D}"/>
                  </a:ext>
                </a:extLst>
              </p:cNvPr>
              <p:cNvSpPr txBox="1">
                <a:spLocks noRot="1" noChangeAspect="1" noMove="1" noResize="1" noEditPoints="1" noAdjustHandles="1" noChangeArrowheads="1" noChangeShapeType="1" noTextEdit="1"/>
              </p:cNvSpPr>
              <p:nvPr/>
            </p:nvSpPr>
            <p:spPr>
              <a:xfrm>
                <a:off x="1319054" y="2682122"/>
                <a:ext cx="2253042" cy="323743"/>
              </a:xfrm>
              <a:prstGeom prst="rect">
                <a:avLst/>
              </a:prstGeom>
              <a:blipFill>
                <a:blip r:embed="rId6"/>
                <a:stretch>
                  <a:fillRect r="-270" b="-13208"/>
                </a:stretch>
              </a:blipFill>
            </p:spPr>
            <p:txBody>
              <a:bodyPr/>
              <a:lstStyle/>
              <a:p>
                <a:r>
                  <a:rPr lang="ja-JP" altLang="en-US">
                    <a:noFill/>
                  </a:rPr>
                  <a:t> </a:t>
                </a:r>
              </a:p>
            </p:txBody>
          </p:sp>
        </mc:Fallback>
      </mc:AlternateContent>
      <p:sp>
        <p:nvSpPr>
          <p:cNvPr id="38" name="四角形: 角を丸くする 37">
            <a:extLst>
              <a:ext uri="{FF2B5EF4-FFF2-40B4-BE49-F238E27FC236}">
                <a16:creationId xmlns:a16="http://schemas.microsoft.com/office/drawing/2014/main" id="{BC40298C-2D8C-99BB-0344-3828478E1E43}"/>
              </a:ext>
            </a:extLst>
          </p:cNvPr>
          <p:cNvSpPr/>
          <p:nvPr/>
        </p:nvSpPr>
        <p:spPr>
          <a:xfrm>
            <a:off x="5264288" y="3732729"/>
            <a:ext cx="1912112"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a:t>3</a:t>
            </a:r>
            <a:r>
              <a:rPr kumimoji="1" lang="en-US" altLang="ja-JP"/>
              <a:t>.</a:t>
            </a:r>
            <a:r>
              <a:rPr kumimoji="1" lang="ja-JP" altLang="en-US"/>
              <a:t>端末学習</a:t>
            </a:r>
            <a:r>
              <a:rPr kumimoji="1" lang="en-US" altLang="ja-JP"/>
              <a:t>(</a:t>
            </a:r>
            <a:r>
              <a:rPr kumimoji="1" lang="en-US" altLang="ja-JP" err="1"/>
              <a:t>L_task</a:t>
            </a:r>
            <a:r>
              <a:rPr kumimoji="1" lang="en-US" altLang="ja-JP"/>
              <a:t>)</a:t>
            </a:r>
            <a:endParaRPr kumimoji="1" lang="ja-JP" altLang="en-US"/>
          </a:p>
        </p:txBody>
      </p:sp>
      <p:sp>
        <p:nvSpPr>
          <p:cNvPr id="40" name="四角形: 角を丸くする 39">
            <a:extLst>
              <a:ext uri="{FF2B5EF4-FFF2-40B4-BE49-F238E27FC236}">
                <a16:creationId xmlns:a16="http://schemas.microsoft.com/office/drawing/2014/main" id="{4C4902FF-EB3D-A0D1-FD6C-003CCCCAEB71}"/>
              </a:ext>
            </a:extLst>
          </p:cNvPr>
          <p:cNvSpPr/>
          <p:nvPr/>
        </p:nvSpPr>
        <p:spPr>
          <a:xfrm>
            <a:off x="8341597" y="5198122"/>
            <a:ext cx="3693408" cy="1554038"/>
          </a:xfrm>
          <a:prstGeom prst="roundRect">
            <a:avLst>
              <a:gd name="adj" fmla="val 0"/>
            </a:avLst>
          </a:prstGeom>
          <a:solidFill>
            <a:srgbClr val="FFEBEB"/>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342900" indent="-342900">
              <a:buFont typeface="+mj-lt"/>
              <a:buAutoNum type="arabicPeriod"/>
            </a:pPr>
            <a:r>
              <a:rPr kumimoji="1" lang="ja-JP" altLang="en-US" sz="1600">
                <a:solidFill>
                  <a:schemeClr val="tx1"/>
                </a:solidFill>
              </a:rPr>
              <a:t>基盤モデルを中心とした循環更新</a:t>
            </a:r>
            <a:endParaRPr kumimoji="1" lang="en-US" altLang="ja-JP" sz="1600">
              <a:solidFill>
                <a:schemeClr val="tx1"/>
              </a:solidFill>
            </a:endParaRPr>
          </a:p>
          <a:p>
            <a:pPr marL="342900" indent="-342900">
              <a:buFont typeface="+mj-lt"/>
              <a:buAutoNum type="arabicPeriod"/>
            </a:pPr>
            <a:r>
              <a:rPr kumimoji="1" lang="ja-JP" altLang="en-US" sz="1600">
                <a:solidFill>
                  <a:schemeClr val="tx1"/>
                </a:solidFill>
              </a:rPr>
              <a:t>複数の適応情報を使った基盤 </a:t>
            </a:r>
            <a:r>
              <a:rPr kumimoji="1" lang="en-US" altLang="ja-JP" sz="1600" err="1">
                <a:solidFill>
                  <a:schemeClr val="tx1"/>
                </a:solidFill>
              </a:rPr>
              <a:t>LoRA</a:t>
            </a:r>
            <a:r>
              <a:rPr kumimoji="1" lang="ja-JP" altLang="en-US" sz="1600">
                <a:solidFill>
                  <a:schemeClr val="tx1"/>
                </a:solidFill>
              </a:rPr>
              <a:t>更新</a:t>
            </a:r>
            <a:endParaRPr kumimoji="1" lang="en-US" altLang="ja-JP" sz="1600">
              <a:solidFill>
                <a:schemeClr val="tx1"/>
              </a:solidFill>
            </a:endParaRPr>
          </a:p>
          <a:p>
            <a:pPr marL="342900" indent="-342900">
              <a:buFont typeface="+mj-lt"/>
              <a:buAutoNum type="arabicPeriod"/>
            </a:pPr>
            <a:r>
              <a:rPr kumimoji="1" lang="ja-JP" altLang="en-US" sz="1600">
                <a:solidFill>
                  <a:schemeClr val="tx1"/>
                </a:solidFill>
              </a:rPr>
              <a:t>重み平均と共有整合データへの依存除去</a:t>
            </a:r>
          </a:p>
        </p:txBody>
      </p:sp>
      <p:sp>
        <p:nvSpPr>
          <p:cNvPr id="42" name="テキスト ボックス 41">
            <a:extLst>
              <a:ext uri="{FF2B5EF4-FFF2-40B4-BE49-F238E27FC236}">
                <a16:creationId xmlns:a16="http://schemas.microsoft.com/office/drawing/2014/main" id="{3D908E35-CDC5-4A78-53A9-A1C21B4DA1A2}"/>
              </a:ext>
            </a:extLst>
          </p:cNvPr>
          <p:cNvSpPr txBox="1"/>
          <p:nvPr/>
        </p:nvSpPr>
        <p:spPr>
          <a:xfrm>
            <a:off x="785693" y="4728676"/>
            <a:ext cx="1188650" cy="577081"/>
          </a:xfrm>
          <a:prstGeom prst="rect">
            <a:avLst/>
          </a:prstGeom>
          <a:noFill/>
        </p:spPr>
        <p:txBody>
          <a:bodyPr wrap="square" rtlCol="0">
            <a:spAutoFit/>
          </a:bodyPr>
          <a:lstStyle/>
          <a:p>
            <a:pPr algn="ctr"/>
            <a:r>
              <a:rPr lang="en-US" altLang="ja-JP" sz="1050"/>
              <a:t>Surrogate</a:t>
            </a:r>
            <a:r>
              <a:rPr lang="ja-JP" altLang="en-US" sz="1050"/>
              <a:t>モデル</a:t>
            </a:r>
            <a:endParaRPr lang="en-US" altLang="ja-JP" sz="1050"/>
          </a:p>
          <a:p>
            <a:pPr algn="ctr"/>
            <a:r>
              <a:rPr lang="ja-JP" altLang="en-US" sz="1050"/>
              <a:t>＋クライアント</a:t>
            </a:r>
            <a:r>
              <a:rPr lang="en-US" altLang="ja-JP" sz="1050" err="1"/>
              <a:t>LoRA</a:t>
            </a:r>
            <a:endParaRPr kumimoji="1" lang="ja-JP" altLang="en-US" sz="1400"/>
          </a:p>
        </p:txBody>
      </p:sp>
      <mc:AlternateContent xmlns:mc="http://schemas.openxmlformats.org/markup-compatibility/2006">
        <mc:Choice xmlns:a14="http://schemas.microsoft.com/office/drawing/2010/main" Requires="a14">
          <p:sp>
            <p:nvSpPr>
              <p:cNvPr id="44" name="テキスト ボックス 43">
                <a:extLst>
                  <a:ext uri="{FF2B5EF4-FFF2-40B4-BE49-F238E27FC236}">
                    <a16:creationId xmlns:a16="http://schemas.microsoft.com/office/drawing/2014/main" id="{C6CF64CE-612F-C9C6-E2A6-5E622305408D}"/>
                  </a:ext>
                </a:extLst>
              </p:cNvPr>
              <p:cNvSpPr txBox="1"/>
              <p:nvPr/>
            </p:nvSpPr>
            <p:spPr>
              <a:xfrm>
                <a:off x="1620922" y="2045813"/>
                <a:ext cx="1238101" cy="566502"/>
              </a:xfrm>
              <a:prstGeom prst="rect">
                <a:avLst/>
              </a:prstGeom>
              <a:noFill/>
            </p:spPr>
            <p:txBody>
              <a:bodyPr wrap="square">
                <a:spAutoFit/>
              </a:bodyPr>
              <a:lstStyle/>
              <a:p>
                <a:pPr algn="ctr"/>
                <a:r>
                  <a:rPr lang="ja-JP" altLang="en-US" sz="1000"/>
                  <a:t>公開整合セットの各サンプル</a:t>
                </a:r>
                <a:endParaRPr lang="en-US" altLang="ja-JP" sz="1000" b="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a:p>
            </p:txBody>
          </p:sp>
        </mc:Choice>
        <mc:Fallback>
          <p:sp>
            <p:nvSpPr>
              <p:cNvPr id="44" name="テキスト ボックス 43">
                <a:extLst>
                  <a:ext uri="{FF2B5EF4-FFF2-40B4-BE49-F238E27FC236}">
                    <a16:creationId xmlns:a16="http://schemas.microsoft.com/office/drawing/2014/main" id="{C6CF64CE-612F-C9C6-E2A6-5E622305408D}"/>
                  </a:ext>
                </a:extLst>
              </p:cNvPr>
              <p:cNvSpPr txBox="1">
                <a:spLocks noRot="1" noChangeAspect="1" noMove="1" noResize="1" noEditPoints="1" noAdjustHandles="1" noChangeArrowheads="1" noChangeShapeType="1" noTextEdit="1"/>
              </p:cNvSpPr>
              <p:nvPr/>
            </p:nvSpPr>
            <p:spPr>
              <a:xfrm>
                <a:off x="1620922" y="2045813"/>
                <a:ext cx="1238101" cy="566502"/>
              </a:xfrm>
              <a:prstGeom prst="rect">
                <a:avLst/>
              </a:prstGeom>
              <a:blipFill>
                <a:blip r:embed="rId7"/>
                <a:stretch>
                  <a:fillRect/>
                </a:stretch>
              </a:blipFill>
            </p:spPr>
            <p:txBody>
              <a:bodyPr/>
              <a:lstStyle/>
              <a:p>
                <a:r>
                  <a:rPr lang="ja-JP" altLang="en-US">
                    <a:noFill/>
                  </a:rPr>
                  <a:t> </a:t>
                </a:r>
              </a:p>
            </p:txBody>
          </p:sp>
        </mc:Fallback>
      </mc:AlternateContent>
      <p:sp>
        <p:nvSpPr>
          <p:cNvPr id="48" name="矢印: 右 47">
            <a:extLst>
              <a:ext uri="{FF2B5EF4-FFF2-40B4-BE49-F238E27FC236}">
                <a16:creationId xmlns:a16="http://schemas.microsoft.com/office/drawing/2014/main" id="{E727D033-19E3-FB90-6033-EAC352C5CC01}"/>
              </a:ext>
            </a:extLst>
          </p:cNvPr>
          <p:cNvSpPr/>
          <p:nvPr/>
        </p:nvSpPr>
        <p:spPr>
          <a:xfrm>
            <a:off x="1774492" y="4444681"/>
            <a:ext cx="1730707" cy="75017"/>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EF07D40F-17E1-2BA7-BC8A-47BD7614532A}"/>
              </a:ext>
            </a:extLst>
          </p:cNvPr>
          <p:cNvSpPr txBox="1"/>
          <p:nvPr/>
        </p:nvSpPr>
        <p:spPr>
          <a:xfrm>
            <a:off x="2137888" y="4210248"/>
            <a:ext cx="1097280" cy="261610"/>
          </a:xfrm>
          <a:prstGeom prst="rect">
            <a:avLst/>
          </a:prstGeom>
          <a:noFill/>
        </p:spPr>
        <p:txBody>
          <a:bodyPr wrap="square" rtlCol="0">
            <a:spAutoFit/>
          </a:bodyPr>
          <a:lstStyle/>
          <a:p>
            <a:pPr algn="ctr"/>
            <a:r>
              <a:rPr kumimoji="1" lang="ja-JP" altLang="en-US" sz="1100"/>
              <a:t>前向き推論</a:t>
            </a:r>
            <a:endParaRPr kumimoji="1" lang="ja-JP" altLang="en-US" sz="1600"/>
          </a:p>
        </p:txBody>
      </p:sp>
      <p:pic>
        <p:nvPicPr>
          <p:cNvPr id="52" name="グラフィックス 51" descr="データベース 枠線">
            <a:extLst>
              <a:ext uri="{FF2B5EF4-FFF2-40B4-BE49-F238E27FC236}">
                <a16:creationId xmlns:a16="http://schemas.microsoft.com/office/drawing/2014/main" id="{A65239AC-4DAC-FFB6-63CA-D67E3987AF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95743" y="4546125"/>
            <a:ext cx="436942" cy="436942"/>
          </a:xfrm>
          <a:prstGeom prst="rect">
            <a:avLst/>
          </a:prstGeom>
        </p:spPr>
      </p:pic>
      <mc:AlternateContent xmlns:mc="http://schemas.openxmlformats.org/markup-compatibility/2006">
        <mc:Choice xmlns:a14="http://schemas.microsoft.com/office/drawing/2010/main" Requires="a14">
          <p:sp>
            <p:nvSpPr>
              <p:cNvPr id="54" name="テキスト ボックス 53">
                <a:extLst>
                  <a:ext uri="{FF2B5EF4-FFF2-40B4-BE49-F238E27FC236}">
                    <a16:creationId xmlns:a16="http://schemas.microsoft.com/office/drawing/2014/main" id="{15397E5F-B26B-A196-3B21-6BDF086A137B}"/>
                  </a:ext>
                </a:extLst>
              </p:cNvPr>
              <p:cNvSpPr txBox="1"/>
              <p:nvPr/>
            </p:nvSpPr>
            <p:spPr>
              <a:xfrm>
                <a:off x="2101303" y="4933013"/>
                <a:ext cx="1238101" cy="566502"/>
              </a:xfrm>
              <a:prstGeom prst="rect">
                <a:avLst/>
              </a:prstGeom>
              <a:noFill/>
            </p:spPr>
            <p:txBody>
              <a:bodyPr wrap="square">
                <a:spAutoFit/>
              </a:bodyPr>
              <a:lstStyle/>
              <a:p>
                <a:pPr algn="ctr"/>
                <a:r>
                  <a:rPr lang="ja-JP" altLang="en-US" sz="1000"/>
                  <a:t>公開整合セットの</a:t>
                </a:r>
                <a:endParaRPr lang="en-US" altLang="ja-JP" sz="1000"/>
              </a:p>
              <a:p>
                <a:pPr algn="ctr"/>
                <a:r>
                  <a:rPr lang="ja-JP" altLang="en-US" sz="1000"/>
                  <a:t>各サンプル</a:t>
                </a:r>
                <a:endParaRPr lang="en-US" altLang="ja-JP" sz="1000" b="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a:p>
            </p:txBody>
          </p:sp>
        </mc:Choice>
        <mc:Fallback>
          <p:sp>
            <p:nvSpPr>
              <p:cNvPr id="54" name="テキスト ボックス 53">
                <a:extLst>
                  <a:ext uri="{FF2B5EF4-FFF2-40B4-BE49-F238E27FC236}">
                    <a16:creationId xmlns:a16="http://schemas.microsoft.com/office/drawing/2014/main" id="{15397E5F-B26B-A196-3B21-6BDF086A137B}"/>
                  </a:ext>
                </a:extLst>
              </p:cNvPr>
              <p:cNvSpPr txBox="1">
                <a:spLocks noRot="1" noChangeAspect="1" noMove="1" noResize="1" noEditPoints="1" noAdjustHandles="1" noChangeArrowheads="1" noChangeShapeType="1" noTextEdit="1"/>
              </p:cNvSpPr>
              <p:nvPr/>
            </p:nvSpPr>
            <p:spPr>
              <a:xfrm>
                <a:off x="2101303" y="4933013"/>
                <a:ext cx="1238101" cy="566502"/>
              </a:xfrm>
              <a:prstGeom prst="rect">
                <a:avLst/>
              </a:prstGeom>
              <a:blipFill>
                <a:blip r:embed="rId8"/>
                <a:stretch>
                  <a:fillRect/>
                </a:stretch>
              </a:blipFill>
            </p:spPr>
            <p:txBody>
              <a:bodyPr/>
              <a:lstStyle/>
              <a:p>
                <a:r>
                  <a:rPr lang="ja-JP" altLang="en-US">
                    <a:noFill/>
                  </a:rPr>
                  <a:t> </a:t>
                </a:r>
              </a:p>
            </p:txBody>
          </p:sp>
        </mc:Fallback>
      </mc:AlternateContent>
      <p:sp>
        <p:nvSpPr>
          <p:cNvPr id="159" name="四角形: 角を丸くする 158">
            <a:extLst>
              <a:ext uri="{FF2B5EF4-FFF2-40B4-BE49-F238E27FC236}">
                <a16:creationId xmlns:a16="http://schemas.microsoft.com/office/drawing/2014/main" id="{DA28AE9A-1350-4D7D-A82B-378CF4CF5EFB}"/>
              </a:ext>
            </a:extLst>
          </p:cNvPr>
          <p:cNvSpPr/>
          <p:nvPr/>
        </p:nvSpPr>
        <p:spPr>
          <a:xfrm>
            <a:off x="5254488" y="4490060"/>
            <a:ext cx="2801175" cy="662124"/>
          </a:xfrm>
          <a:prstGeom prst="roundRect">
            <a:avLst>
              <a:gd name="adj" fmla="val 6892"/>
            </a:avLst>
          </a:prstGeom>
          <a:solidFill>
            <a:srgbClr val="FDF3ED"/>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a:solidFill>
                <a:schemeClr val="tx1"/>
              </a:solidFill>
            </a:endParaRPr>
          </a:p>
          <a:p>
            <a:pPr algn="ctr"/>
            <a:endParaRPr lang="en-US" altLang="ja-JP" sz="1600">
              <a:solidFill>
                <a:schemeClr val="tx1"/>
              </a:solidFill>
            </a:endParaRPr>
          </a:p>
          <a:p>
            <a:pPr algn="ctr"/>
            <a:endParaRPr lang="en-US" altLang="ja-JP" sz="1600">
              <a:solidFill>
                <a:schemeClr val="tx1"/>
              </a:solidFill>
            </a:endParaRPr>
          </a:p>
          <a:p>
            <a:pPr algn="ctr"/>
            <a:endParaRPr lang="en-US" altLang="ja-JP" sz="1600">
              <a:solidFill>
                <a:schemeClr val="tx1"/>
              </a:solidFill>
            </a:endParaRPr>
          </a:p>
          <a:p>
            <a:pPr algn="ctr"/>
            <a:endParaRPr kumimoji="1" lang="ja-JP" altLang="en-US" sz="1200">
              <a:solidFill>
                <a:schemeClr val="tx1"/>
              </a:solidFill>
            </a:endParaRPr>
          </a:p>
        </p:txBody>
      </p:sp>
      <mc:AlternateContent xmlns:mc="http://schemas.openxmlformats.org/markup-compatibility/2006">
        <mc:Choice xmlns:a14="http://schemas.microsoft.com/office/drawing/2010/main" Requires="a14">
          <p:sp>
            <p:nvSpPr>
              <p:cNvPr id="56" name="テキスト ボックス 55">
                <a:extLst>
                  <a:ext uri="{FF2B5EF4-FFF2-40B4-BE49-F238E27FC236}">
                    <a16:creationId xmlns:a16="http://schemas.microsoft.com/office/drawing/2014/main" id="{B1E1EE3F-938A-D492-B2D9-3C489F21C59F}"/>
                  </a:ext>
                </a:extLst>
              </p:cNvPr>
              <p:cNvSpPr txBox="1"/>
              <p:nvPr/>
            </p:nvSpPr>
            <p:spPr>
              <a:xfrm>
                <a:off x="3319418" y="4480575"/>
                <a:ext cx="1250195" cy="608436"/>
              </a:xfrm>
              <a:prstGeom prst="rect">
                <a:avLst/>
              </a:prstGeom>
              <a:noFill/>
            </p:spPr>
            <p:txBody>
              <a:bodyPr wrap="square" rtlCol="0">
                <a:spAutoFit/>
              </a:bodyPr>
              <a:lstStyle/>
              <a:p>
                <a:pPr algn="ctr"/>
                <a:r>
                  <a:rPr kumimoji="1" lang="ja-JP" altLang="en-US" sz="1100"/>
                  <a:t>サンプル </a:t>
                </a:r>
                <a:r>
                  <a:rPr kumimoji="1" lang="en-US" altLang="ja-JP" sz="1100"/>
                  <a:t>ID </a:t>
                </a:r>
                <a:r>
                  <a:rPr kumimoji="1" lang="ja-JP" altLang="en-US" sz="1100"/>
                  <a:t>と</a:t>
                </a:r>
                <a:endParaRPr kumimoji="1" lang="en-US" altLang="ja-JP" sz="1100"/>
              </a:p>
              <a:p>
                <a:pPr algn="ctr"/>
                <a:r>
                  <a:rPr kumimoji="1" lang="ja-JP" altLang="en-US" sz="1100"/>
                  <a:t> 基盤 </a:t>
                </a:r>
                <a:r>
                  <a:rPr kumimoji="1" lang="en-US" altLang="ja-JP" sz="1100"/>
                  <a:t>logits</a:t>
                </a:r>
                <a14:m>
                  <m:oMath xmlns:m="http://schemas.openxmlformats.org/officeDocument/2006/math">
                    <m:sSub>
                      <m:sSubPr>
                        <m:ctrlPr>
                          <a:rPr lang="en-US" altLang="ja-JP" sz="1100" i="1">
                            <a:latin typeface="Cambria Math" panose="02040503050406030204" pitchFamily="18" charset="0"/>
                          </a:rPr>
                        </m:ctrlPr>
                      </m:sSubPr>
                      <m:e>
                        <m:r>
                          <a:rPr lang="en-US" altLang="ja-JP" sz="1100" i="1">
                            <a:latin typeface="Cambria Math" panose="02040503050406030204" pitchFamily="18" charset="0"/>
                          </a:rPr>
                          <m:t>𝑧</m:t>
                        </m:r>
                      </m:e>
                      <m:sub>
                        <m:r>
                          <a:rPr lang="en-US" altLang="ja-JP" sz="1100" b="0" i="1" smtClean="0">
                            <a:latin typeface="Cambria Math" panose="02040503050406030204" pitchFamily="18" charset="0"/>
                          </a:rPr>
                          <m:t>𝑘</m:t>
                        </m:r>
                      </m:sub>
                    </m:sSub>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endParaRPr kumimoji="1" lang="en-US" altLang="ja-JP" sz="1100"/>
              </a:p>
              <a:p>
                <a:pPr algn="ctr"/>
                <a:r>
                  <a:rPr kumimoji="1" lang="ja-JP" altLang="en-US" sz="1100"/>
                  <a:t>を保存</a:t>
                </a:r>
                <a:endParaRPr kumimoji="1" lang="ja-JP" altLang="en-US" sz="1600"/>
              </a:p>
            </p:txBody>
          </p:sp>
        </mc:Choice>
        <mc:Fallback>
          <p:sp>
            <p:nvSpPr>
              <p:cNvPr id="56" name="テキスト ボックス 55">
                <a:extLst>
                  <a:ext uri="{FF2B5EF4-FFF2-40B4-BE49-F238E27FC236}">
                    <a16:creationId xmlns:a16="http://schemas.microsoft.com/office/drawing/2014/main" id="{B1E1EE3F-938A-D492-B2D9-3C489F21C59F}"/>
                  </a:ext>
                </a:extLst>
              </p:cNvPr>
              <p:cNvSpPr txBox="1">
                <a:spLocks noRot="1" noChangeAspect="1" noMove="1" noResize="1" noEditPoints="1" noAdjustHandles="1" noChangeArrowheads="1" noChangeShapeType="1" noTextEdit="1"/>
              </p:cNvSpPr>
              <p:nvPr/>
            </p:nvSpPr>
            <p:spPr>
              <a:xfrm>
                <a:off x="3319418" y="4480575"/>
                <a:ext cx="1250195" cy="608436"/>
              </a:xfrm>
              <a:prstGeom prst="rect">
                <a:avLst/>
              </a:prstGeom>
              <a:blipFill>
                <a:blip r:embed="rId9"/>
                <a:stretch>
                  <a:fillRect t="-2000" b="-30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8" name="テキスト ボックス 57">
                <a:extLst>
                  <a:ext uri="{FF2B5EF4-FFF2-40B4-BE49-F238E27FC236}">
                    <a16:creationId xmlns:a16="http://schemas.microsoft.com/office/drawing/2014/main" id="{662C8F5D-20CC-43A7-5097-C112D78E8FE9}"/>
                  </a:ext>
                </a:extLst>
              </p:cNvPr>
              <p:cNvSpPr txBox="1"/>
              <p:nvPr/>
            </p:nvSpPr>
            <p:spPr>
              <a:xfrm>
                <a:off x="1297491" y="6202239"/>
                <a:ext cx="2933700" cy="261610"/>
              </a:xfrm>
              <a:prstGeom prst="rect">
                <a:avLst/>
              </a:prstGeom>
              <a:noFill/>
            </p:spPr>
            <p:txBody>
              <a:bodyPr wrap="square">
                <a:spAutoFit/>
              </a:bodyPr>
              <a:lstStyle/>
              <a:p>
                <a:r>
                  <a:rPr lang="ja-JP" altLang="ja-JP" sz="1100" i="0">
                    <a:solidFill>
                      <a:schemeClr val="tx1"/>
                    </a:solidFill>
                    <a:effectLst/>
                    <a:latin typeface="-apple-system"/>
                  </a:rPr>
                  <a:t>クライアント LoRA + 分類ヘッド </a:t>
                </a:r>
                <a14:m>
                  <m:oMath xmlns:m="http://schemas.openxmlformats.org/officeDocument/2006/math">
                    <m:sSub>
                      <m:sSubPr>
                        <m:ctrlPr>
                          <a:rPr lang="ja-JP" altLang="en-US" sz="1100" i="1">
                            <a:solidFill>
                              <a:schemeClr val="tx1"/>
                            </a:solidFill>
                            <a:latin typeface="Cambria Math" panose="02040503050406030204" pitchFamily="18" charset="0"/>
                          </a:rPr>
                        </m:ctrlPr>
                      </m:sSubPr>
                      <m:e>
                        <m:r>
                          <a:rPr lang="ja-JP" altLang="en-US" sz="1100" b="0" i="1">
                            <a:solidFill>
                              <a:schemeClr val="tx1"/>
                            </a:solidFill>
                            <a:latin typeface="Cambria Math" panose="02040503050406030204" pitchFamily="18" charset="0"/>
                          </a:rPr>
                          <m:t>𝜃</m:t>
                        </m:r>
                      </m:e>
                      <m:sub>
                        <m:r>
                          <a:rPr lang="ja-JP" altLang="en-US" sz="1100" b="0" i="1">
                            <a:solidFill>
                              <a:schemeClr val="tx1"/>
                            </a:solidFill>
                            <a:latin typeface="Cambria Math" panose="02040503050406030204" pitchFamily="18" charset="0"/>
                          </a:rPr>
                          <m:t>𝑘</m:t>
                        </m:r>
                      </m:sub>
                    </m:sSub>
                    <m:r>
                      <a:rPr lang="ja-JP" altLang="en-US" sz="1100" i="1">
                        <a:latin typeface="Cambria Math" panose="02040503050406030204" pitchFamily="18" charset="0"/>
                      </a:rPr>
                      <m:t>の更新</m:t>
                    </m:r>
                  </m:oMath>
                </a14:m>
                <a:endParaRPr lang="ja-JP" altLang="en-US" sz="2400"/>
              </a:p>
            </p:txBody>
          </p:sp>
        </mc:Choice>
        <mc:Fallback>
          <p:sp>
            <p:nvSpPr>
              <p:cNvPr id="58" name="テキスト ボックス 57">
                <a:extLst>
                  <a:ext uri="{FF2B5EF4-FFF2-40B4-BE49-F238E27FC236}">
                    <a16:creationId xmlns:a16="http://schemas.microsoft.com/office/drawing/2014/main" id="{662C8F5D-20CC-43A7-5097-C112D78E8FE9}"/>
                  </a:ext>
                </a:extLst>
              </p:cNvPr>
              <p:cNvSpPr txBox="1">
                <a:spLocks noRot="1" noChangeAspect="1" noMove="1" noResize="1" noEditPoints="1" noAdjustHandles="1" noChangeArrowheads="1" noChangeShapeType="1" noTextEdit="1"/>
              </p:cNvSpPr>
              <p:nvPr/>
            </p:nvSpPr>
            <p:spPr>
              <a:xfrm>
                <a:off x="1297491" y="6202239"/>
                <a:ext cx="2933700" cy="261610"/>
              </a:xfrm>
              <a:prstGeom prst="rect">
                <a:avLst/>
              </a:prstGeom>
              <a:blipFill>
                <a:blip r:embed="rId10"/>
                <a:stretch>
                  <a:fillRect t="-4651" b="-16279"/>
                </a:stretch>
              </a:blipFill>
            </p:spPr>
            <p:txBody>
              <a:bodyPr/>
              <a:lstStyle/>
              <a:p>
                <a:r>
                  <a:rPr lang="ja-JP" altLang="en-US">
                    <a:noFill/>
                  </a:rPr>
                  <a:t> </a:t>
                </a:r>
              </a:p>
            </p:txBody>
          </p:sp>
        </mc:Fallback>
      </mc:AlternateContent>
      <p:pic>
        <p:nvPicPr>
          <p:cNvPr id="62" name="グラフィックス 61" descr="データベース 枠線">
            <a:extLst>
              <a:ext uri="{FF2B5EF4-FFF2-40B4-BE49-F238E27FC236}">
                <a16:creationId xmlns:a16="http://schemas.microsoft.com/office/drawing/2014/main" id="{19F2AAE2-EFDD-6F5A-B20A-4E79A82611C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45187" y="4036949"/>
            <a:ext cx="436942" cy="436942"/>
          </a:xfrm>
          <a:prstGeom prst="rect">
            <a:avLst/>
          </a:prstGeom>
        </p:spPr>
      </p:pic>
      <mc:AlternateContent xmlns:mc="http://schemas.openxmlformats.org/markup-compatibility/2006">
        <mc:Choice xmlns:a14="http://schemas.microsoft.com/office/drawing/2010/main" Requires="a14">
          <p:sp>
            <p:nvSpPr>
              <p:cNvPr id="64" name="テキスト ボックス 63">
                <a:extLst>
                  <a:ext uri="{FF2B5EF4-FFF2-40B4-BE49-F238E27FC236}">
                    <a16:creationId xmlns:a16="http://schemas.microsoft.com/office/drawing/2014/main" id="{FDEF57F3-9DC6-2211-A32D-194FA54298F9}"/>
                  </a:ext>
                </a:extLst>
              </p:cNvPr>
              <p:cNvSpPr txBox="1"/>
              <p:nvPr/>
            </p:nvSpPr>
            <p:spPr>
              <a:xfrm>
                <a:off x="5800312" y="4125005"/>
                <a:ext cx="2409496" cy="307777"/>
              </a:xfrm>
              <a:prstGeom prst="rect">
                <a:avLst/>
              </a:prstGeom>
              <a:noFill/>
            </p:spPr>
            <p:txBody>
              <a:bodyPr wrap="square">
                <a:spAutoFit/>
              </a:bodyPr>
              <a:lstStyle/>
              <a:p>
                <a:r>
                  <a:rPr lang="ja-JP" altLang="en-US" sz="1400" b="0">
                    <a:solidFill>
                      <a:schemeClr val="tx1"/>
                    </a:solidFill>
                    <a:latin typeface="+mj-ea"/>
                    <a:ea typeface="+mj-ea"/>
                    <a:cs typeface="Calibri" panose="020F0502020204030204" pitchFamily="34" charset="0"/>
                  </a:rPr>
                  <a:t>端末固有データ</a:t>
                </a:r>
                <a:r>
                  <a:rPr lang="ja-JP" altLang="en-US" sz="1400" b="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n-US" altLang="ja-JP" sz="1400" b="0" i="1" smtClean="0">
                        <a:solidFill>
                          <a:schemeClr val="tx1"/>
                        </a:solidFill>
                        <a:latin typeface="Cambria Math" panose="02040503050406030204" pitchFamily="18" charset="0"/>
                        <a:ea typeface="Cambria Math" panose="02040503050406030204" pitchFamily="18" charset="0"/>
                      </a:rPr>
                      <m:t>(</m:t>
                    </m:r>
                    <m:r>
                      <a:rPr lang="en-US" altLang="ja-JP" sz="1400" b="0" i="1" smtClean="0">
                        <a:solidFill>
                          <a:schemeClr val="tx1"/>
                        </a:solidFill>
                        <a:latin typeface="Cambria Math" panose="02040503050406030204" pitchFamily="18" charset="0"/>
                        <a:ea typeface="Cambria Math" panose="02040503050406030204" pitchFamily="18" charset="0"/>
                      </a:rPr>
                      <m:t>𝑥</m:t>
                    </m:r>
                    <m:r>
                      <a:rPr lang="en-US" altLang="ja-JP" sz="1400" b="0" i="1" smtClean="0">
                        <a:solidFill>
                          <a:schemeClr val="tx1"/>
                        </a:solidFill>
                        <a:latin typeface="Cambria Math" panose="02040503050406030204" pitchFamily="18" charset="0"/>
                        <a:ea typeface="Cambria Math" panose="02040503050406030204" pitchFamily="18" charset="0"/>
                      </a:rPr>
                      <m:t>,</m:t>
                    </m:r>
                    <m:r>
                      <a:rPr lang="en-US" altLang="ja-JP" sz="1400" b="0" i="1" smtClean="0">
                        <a:solidFill>
                          <a:schemeClr val="tx1"/>
                        </a:solidFill>
                        <a:latin typeface="Cambria Math" panose="02040503050406030204" pitchFamily="18" charset="0"/>
                        <a:ea typeface="Cambria Math" panose="02040503050406030204" pitchFamily="18" charset="0"/>
                      </a:rPr>
                      <m:t>𝑦</m:t>
                    </m:r>
                    <m:r>
                      <a:rPr lang="en-US" altLang="ja-JP" sz="1400" b="0" i="1" smtClean="0">
                        <a:solidFill>
                          <a:schemeClr val="tx1"/>
                        </a:solidFill>
                        <a:latin typeface="Cambria Math" panose="02040503050406030204" pitchFamily="18" charset="0"/>
                        <a:ea typeface="Cambria Math" panose="02040503050406030204" pitchFamily="18" charset="0"/>
                      </a:rPr>
                      <m:t>)∈</m:t>
                    </m:r>
                    <m:sSub>
                      <m:sSubPr>
                        <m:ctrlPr>
                          <a:rPr lang="ja-JP" altLang="en-US" sz="1400" i="1">
                            <a:solidFill>
                              <a:schemeClr val="tx1"/>
                            </a:solidFill>
                            <a:latin typeface="Cambria Math" panose="02040503050406030204" pitchFamily="18" charset="0"/>
                          </a:rPr>
                        </m:ctrlPr>
                      </m:sSubPr>
                      <m:e>
                        <m:r>
                          <a:rPr lang="ja-JP" altLang="en-US" sz="1400" i="1">
                            <a:solidFill>
                              <a:schemeClr val="tx1"/>
                            </a:solidFill>
                            <a:latin typeface="Cambria Math" panose="02040503050406030204" pitchFamily="18" charset="0"/>
                          </a:rPr>
                          <m:t>𝒟</m:t>
                        </m:r>
                      </m:e>
                      <m:sub>
                        <m:r>
                          <a:rPr lang="en-US" altLang="ja-JP" sz="1400" b="0" i="1" smtClean="0">
                            <a:solidFill>
                              <a:schemeClr val="tx1"/>
                            </a:solidFill>
                            <a:latin typeface="Cambria Math" panose="02040503050406030204" pitchFamily="18" charset="0"/>
                          </a:rPr>
                          <m:t>𝑘</m:t>
                        </m:r>
                      </m:sub>
                    </m:sSub>
                  </m:oMath>
                </a14:m>
                <a:endParaRPr lang="ja-JP" altLang="en-US" sz="2000"/>
              </a:p>
            </p:txBody>
          </p:sp>
        </mc:Choice>
        <mc:Fallback>
          <p:sp>
            <p:nvSpPr>
              <p:cNvPr id="64" name="テキスト ボックス 63">
                <a:extLst>
                  <a:ext uri="{FF2B5EF4-FFF2-40B4-BE49-F238E27FC236}">
                    <a16:creationId xmlns:a16="http://schemas.microsoft.com/office/drawing/2014/main" id="{FDEF57F3-9DC6-2211-A32D-194FA54298F9}"/>
                  </a:ext>
                </a:extLst>
              </p:cNvPr>
              <p:cNvSpPr txBox="1">
                <a:spLocks noRot="1" noChangeAspect="1" noMove="1" noResize="1" noEditPoints="1" noAdjustHandles="1" noChangeArrowheads="1" noChangeShapeType="1" noTextEdit="1"/>
              </p:cNvSpPr>
              <p:nvPr/>
            </p:nvSpPr>
            <p:spPr>
              <a:xfrm>
                <a:off x="5800312" y="4125005"/>
                <a:ext cx="2409496" cy="307777"/>
              </a:xfrm>
              <a:prstGeom prst="rect">
                <a:avLst/>
              </a:prstGeom>
              <a:blipFill>
                <a:blip r:embed="rId12"/>
                <a:stretch>
                  <a:fillRect l="-758" t="-8000" b="-16000"/>
                </a:stretch>
              </a:blipFill>
            </p:spPr>
            <p:txBody>
              <a:bodyPr/>
              <a:lstStyle/>
              <a:p>
                <a:r>
                  <a:rPr lang="ja-JP" altLang="en-US">
                    <a:noFill/>
                  </a:rPr>
                  <a:t> </a:t>
                </a:r>
              </a:p>
            </p:txBody>
          </p:sp>
        </mc:Fallback>
      </mc:AlternateContent>
      <p:sp>
        <p:nvSpPr>
          <p:cNvPr id="21" name="四角形: 角を丸くする 20">
            <a:extLst>
              <a:ext uri="{FF2B5EF4-FFF2-40B4-BE49-F238E27FC236}">
                <a16:creationId xmlns:a16="http://schemas.microsoft.com/office/drawing/2014/main" id="{6A044DDC-AF1F-E34E-D40F-320CD96DB895}"/>
              </a:ext>
            </a:extLst>
          </p:cNvPr>
          <p:cNvSpPr/>
          <p:nvPr/>
        </p:nvSpPr>
        <p:spPr>
          <a:xfrm>
            <a:off x="5428621" y="6434350"/>
            <a:ext cx="2431225"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a:t>4.</a:t>
            </a:r>
            <a:r>
              <a:rPr lang="ja-JP" altLang="en-US"/>
              <a:t>適応情報送信</a:t>
            </a:r>
            <a:endParaRPr kumimoji="1" lang="ja-JP" altLang="en-US"/>
          </a:p>
        </p:txBody>
      </p:sp>
      <p:sp>
        <p:nvSpPr>
          <p:cNvPr id="33" name="四角形: 角を丸くする 32">
            <a:extLst>
              <a:ext uri="{FF2B5EF4-FFF2-40B4-BE49-F238E27FC236}">
                <a16:creationId xmlns:a16="http://schemas.microsoft.com/office/drawing/2014/main" id="{68D43F8D-9838-3A07-A7AD-497691DEA570}"/>
              </a:ext>
            </a:extLst>
          </p:cNvPr>
          <p:cNvSpPr/>
          <p:nvPr/>
        </p:nvSpPr>
        <p:spPr>
          <a:xfrm>
            <a:off x="6441750" y="6074935"/>
            <a:ext cx="549564" cy="319963"/>
          </a:xfrm>
          <a:prstGeom prst="roundRect">
            <a:avLst>
              <a:gd name="adj" fmla="val 11872"/>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400">
                <a:solidFill>
                  <a:schemeClr val="tx1"/>
                </a:solidFill>
              </a:rPr>
              <a:t>Logits</a:t>
            </a:r>
          </a:p>
        </p:txBody>
      </p:sp>
      <p:sp>
        <p:nvSpPr>
          <p:cNvPr id="35" name="四角形: 角を丸くする 34">
            <a:extLst>
              <a:ext uri="{FF2B5EF4-FFF2-40B4-BE49-F238E27FC236}">
                <a16:creationId xmlns:a16="http://schemas.microsoft.com/office/drawing/2014/main" id="{CE5F7FEA-3656-FE5C-A6D1-762632EA4015}"/>
              </a:ext>
            </a:extLst>
          </p:cNvPr>
          <p:cNvSpPr/>
          <p:nvPr/>
        </p:nvSpPr>
        <p:spPr>
          <a:xfrm>
            <a:off x="5428621" y="6077836"/>
            <a:ext cx="967232" cy="319963"/>
          </a:xfrm>
          <a:prstGeom prst="roundRect">
            <a:avLst>
              <a:gd name="adj" fmla="val 11872"/>
            </a:avLst>
          </a:prstGeom>
          <a:solidFill>
            <a:schemeClr val="accent4">
              <a:lumMod val="20000"/>
              <a:lumOff val="8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a:solidFill>
                  <a:schemeClr val="tx1"/>
                </a:solidFill>
              </a:rPr>
              <a:t>勾配情報</a:t>
            </a:r>
            <a:endParaRPr kumimoji="1" lang="en-US" altLang="ja-JP" sz="1400">
              <a:solidFill>
                <a:schemeClr val="tx1"/>
              </a:solidFill>
            </a:endParaRPr>
          </a:p>
        </p:txBody>
      </p:sp>
      <p:sp>
        <p:nvSpPr>
          <p:cNvPr id="37" name="四角形: 角を丸くする 36">
            <a:extLst>
              <a:ext uri="{FF2B5EF4-FFF2-40B4-BE49-F238E27FC236}">
                <a16:creationId xmlns:a16="http://schemas.microsoft.com/office/drawing/2014/main" id="{FA13B02A-3771-6611-9905-34A17A3DB85F}"/>
              </a:ext>
            </a:extLst>
          </p:cNvPr>
          <p:cNvSpPr/>
          <p:nvPr/>
        </p:nvSpPr>
        <p:spPr>
          <a:xfrm>
            <a:off x="7032027" y="6063373"/>
            <a:ext cx="795464" cy="319963"/>
          </a:xfrm>
          <a:prstGeom prst="roundRect">
            <a:avLst>
              <a:gd name="adj" fmla="val 11872"/>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a:solidFill>
                  <a:schemeClr val="tx1"/>
                </a:solidFill>
              </a:rPr>
              <a:t>差分</a:t>
            </a:r>
            <a:r>
              <a:rPr kumimoji="1" lang="en-US" altLang="ja-JP" sz="1400" err="1">
                <a:solidFill>
                  <a:schemeClr val="tx1"/>
                </a:solidFill>
              </a:rPr>
              <a:t>LoRA</a:t>
            </a:r>
            <a:endParaRPr kumimoji="1" lang="en-US" altLang="ja-JP" sz="1400">
              <a:solidFill>
                <a:schemeClr val="tx1"/>
              </a:solidFill>
            </a:endParaRPr>
          </a:p>
        </p:txBody>
      </p:sp>
      <mc:AlternateContent xmlns:mc="http://schemas.openxmlformats.org/markup-compatibility/2006">
        <mc:Choice xmlns:a14="http://schemas.microsoft.com/office/drawing/2010/main" Requires="a14">
          <p:sp>
            <p:nvSpPr>
              <p:cNvPr id="66" name="テキスト ボックス 65">
                <a:extLst>
                  <a:ext uri="{FF2B5EF4-FFF2-40B4-BE49-F238E27FC236}">
                    <a16:creationId xmlns:a16="http://schemas.microsoft.com/office/drawing/2014/main" id="{117C222C-667F-86B6-8840-12B7D537EBB1}"/>
                  </a:ext>
                </a:extLst>
              </p:cNvPr>
              <p:cNvSpPr txBox="1"/>
              <p:nvPr/>
            </p:nvSpPr>
            <p:spPr>
              <a:xfrm>
                <a:off x="5220268" y="4459833"/>
                <a:ext cx="2835395" cy="253916"/>
              </a:xfrm>
              <a:prstGeom prst="rect">
                <a:avLst/>
              </a:prstGeom>
              <a:noFill/>
            </p:spPr>
            <p:txBody>
              <a:bodyPr wrap="square">
                <a:spAutoFit/>
              </a:bodyPr>
              <a:lstStyle/>
              <a:p>
                <a:pPr indent="0" algn="l">
                  <a:buFont typeface="+mj-lt"/>
                  <a:buAutoNum type="arabicPeriod"/>
                </a:pPr>
                <a:r>
                  <a:rPr lang="ja-JP" altLang="ja-JP" sz="1050" b="0" i="0">
                    <a:solidFill>
                      <a:schemeClr val="tx1"/>
                    </a:solidFill>
                    <a:effectLst/>
                    <a:latin typeface="-apple-system"/>
                  </a:rPr>
                  <a:t>予測と正解ラベル </a:t>
                </a:r>
                <a14:m>
                  <m:oMath xmlns:m="http://schemas.openxmlformats.org/officeDocument/2006/math">
                    <m:r>
                      <a:rPr lang="ja-JP" altLang="en-US" sz="1050" i="1">
                        <a:solidFill>
                          <a:schemeClr val="tx1"/>
                        </a:solidFill>
                        <a:latin typeface="Cambria Math" panose="02040503050406030204" pitchFamily="18" charset="0"/>
                      </a:rPr>
                      <m:t>𝑦</m:t>
                    </m:r>
                  </m:oMath>
                </a14:m>
                <a:r>
                  <a:rPr lang="ja-JP" altLang="ja-JP" sz="1050" b="0" i="0">
                    <a:solidFill>
                      <a:schemeClr val="tx1"/>
                    </a:solidFill>
                    <a:effectLst/>
                    <a:latin typeface="-apple-system"/>
                  </a:rPr>
                  <a:t> の差を </a:t>
                </a:r>
                <a:r>
                  <a:rPr lang="ja-JP" altLang="ja-JP" sz="1050" b="1" i="0">
                    <a:solidFill>
                      <a:schemeClr val="tx1"/>
                    </a:solidFill>
                    <a:effectLst/>
                    <a:latin typeface="-apple-system"/>
                  </a:rPr>
                  <a:t>L_task</a:t>
                </a:r>
                <a:r>
                  <a:rPr lang="ja-JP" altLang="ja-JP" sz="1050" b="0" i="0">
                    <a:solidFill>
                      <a:schemeClr val="tx1"/>
                    </a:solidFill>
                    <a:effectLst/>
                    <a:latin typeface="-apple-system"/>
                  </a:rPr>
                  <a:t> で測る。</a:t>
                </a:r>
              </a:p>
            </p:txBody>
          </p:sp>
        </mc:Choice>
        <mc:Fallback>
          <p:sp>
            <p:nvSpPr>
              <p:cNvPr id="66" name="テキスト ボックス 65">
                <a:extLst>
                  <a:ext uri="{FF2B5EF4-FFF2-40B4-BE49-F238E27FC236}">
                    <a16:creationId xmlns:a16="http://schemas.microsoft.com/office/drawing/2014/main" id="{117C222C-667F-86B6-8840-12B7D537EBB1}"/>
                  </a:ext>
                </a:extLst>
              </p:cNvPr>
              <p:cNvSpPr txBox="1">
                <a:spLocks noRot="1" noChangeAspect="1" noMove="1" noResize="1" noEditPoints="1" noAdjustHandles="1" noChangeArrowheads="1" noChangeShapeType="1" noTextEdit="1"/>
              </p:cNvSpPr>
              <p:nvPr/>
            </p:nvSpPr>
            <p:spPr>
              <a:xfrm>
                <a:off x="5220268" y="4459833"/>
                <a:ext cx="2835395" cy="253916"/>
              </a:xfrm>
              <a:prstGeom prst="rect">
                <a:avLst/>
              </a:prstGeom>
              <a:blipFill>
                <a:blip r:embed="rId13"/>
                <a:stretch>
                  <a:fillRect t="-2439" r="-4301" b="-1707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8" name="テキスト ボックス 67">
                <a:extLst>
                  <a:ext uri="{FF2B5EF4-FFF2-40B4-BE49-F238E27FC236}">
                    <a16:creationId xmlns:a16="http://schemas.microsoft.com/office/drawing/2014/main" id="{D8208859-5AD5-1360-0E77-747D18D693A1}"/>
                  </a:ext>
                </a:extLst>
              </p:cNvPr>
              <p:cNvSpPr txBox="1"/>
              <p:nvPr/>
            </p:nvSpPr>
            <p:spPr>
              <a:xfrm>
                <a:off x="5297737" y="4627232"/>
                <a:ext cx="2712299" cy="5643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ja-JP" altLang="en-US" sz="1200" i="1">
                              <a:latin typeface="Cambria Math" panose="02040503050406030204" pitchFamily="18" charset="0"/>
                            </a:rPr>
                          </m:ctrlPr>
                        </m:sSubSupPr>
                        <m:e>
                          <m:r>
                            <a:rPr lang="en-US" altLang="ja-JP" sz="1200" i="1">
                              <a:latin typeface="Cambria Math" panose="02040503050406030204" pitchFamily="18" charset="0"/>
                            </a:rPr>
                            <m:t>ℒ</m:t>
                          </m:r>
                        </m:e>
                        <m:sub>
                          <m:r>
                            <a:rPr lang="ja-JP" altLang="en-US" sz="1200" i="1">
                              <a:latin typeface="Cambria Math" panose="02040503050406030204" pitchFamily="18" charset="0"/>
                            </a:rPr>
                            <m:t>𝑡𝑎𝑠𝑘</m:t>
                          </m:r>
                        </m:sub>
                        <m: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𝑘</m:t>
                              </m:r>
                            </m:e>
                          </m:d>
                        </m:sup>
                      </m:sSubSup>
                      <m:r>
                        <a:rPr lang="en-US" altLang="ja-JP" sz="1200" i="1">
                          <a:latin typeface="Cambria Math" panose="02040503050406030204" pitchFamily="18" charset="0"/>
                        </a:rPr>
                        <m:t>=</m:t>
                      </m:r>
                      <m:f>
                        <m:fPr>
                          <m:ctrlPr>
                            <a:rPr lang="ja-JP" altLang="en-US" sz="1200" i="1">
                              <a:latin typeface="Cambria Math" panose="02040503050406030204" pitchFamily="18" charset="0"/>
                            </a:rPr>
                          </m:ctrlPr>
                        </m:fPr>
                        <m:num>
                          <m:r>
                            <a:rPr lang="en-US" altLang="ja-JP" sz="1200" i="1">
                              <a:latin typeface="Cambria Math" panose="02040503050406030204" pitchFamily="18" charset="0"/>
                            </a:rPr>
                            <m:t>1</m:t>
                          </m:r>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𝒟</m:t>
                                  </m:r>
                                </m:e>
                                <m:sub>
                                  <m:r>
                                    <a:rPr lang="ja-JP" altLang="en-US" sz="1200" i="1">
                                      <a:latin typeface="Cambria Math" panose="02040503050406030204" pitchFamily="18" charset="0"/>
                                    </a:rPr>
                                    <m:t>𝑘</m:t>
                                  </m:r>
                                </m:sub>
                              </m:sSub>
                            </m:e>
                          </m:d>
                        </m:den>
                      </m:f>
                      <m:nary>
                        <m:naryPr>
                          <m:chr m:val="∑"/>
                          <m:limLoc m:val="undOvr"/>
                          <m:grow m:val="on"/>
                          <m:supHide m:val="on"/>
                          <m:ctrlPr>
                            <a:rPr lang="ja-JP" altLang="en-US" sz="1200" i="1">
                              <a:latin typeface="Cambria Math" panose="02040503050406030204" pitchFamily="18" charset="0"/>
                            </a:rPr>
                          </m:ctrlPr>
                        </m:naryPr>
                        <m:sub>
                          <m:r>
                            <a:rPr lang="en-US" altLang="ja-JP" sz="1200" i="1">
                              <a:latin typeface="Cambria Math" panose="02040503050406030204" pitchFamily="18" charset="0"/>
                            </a:rPr>
                            <m:t>(</m:t>
                          </m:r>
                          <m:r>
                            <a:rPr lang="ja-JP" altLang="en-US" sz="1200" i="1">
                              <a:latin typeface="Cambria Math" panose="02040503050406030204" pitchFamily="18" charset="0"/>
                            </a:rPr>
                            <m:t>𝑥</m:t>
                          </m:r>
                          <m:r>
                            <a:rPr lang="en-US" altLang="ja-JP" sz="1200" i="1">
                              <a:latin typeface="Cambria Math" panose="02040503050406030204" pitchFamily="18" charset="0"/>
                            </a:rPr>
                            <m:t>,</m:t>
                          </m:r>
                          <m:r>
                            <a:rPr lang="ja-JP" altLang="en-US" sz="1200" i="1">
                              <a:latin typeface="Cambria Math" panose="02040503050406030204" pitchFamily="18" charset="0"/>
                            </a:rPr>
                            <m:t>𝑦</m:t>
                          </m:r>
                          <m:r>
                            <a:rPr lang="en-US" altLang="ja-JP" sz="1200" i="1">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𝒟</m:t>
                              </m:r>
                            </m:e>
                            <m:sub>
                              <m:r>
                                <a:rPr lang="ja-JP" altLang="en-US" sz="1200" i="1">
                                  <a:latin typeface="Cambria Math" panose="02040503050406030204" pitchFamily="18" charset="0"/>
                                </a:rPr>
                                <m:t>𝑘</m:t>
                              </m:r>
                            </m:sub>
                          </m:sSub>
                        </m:sub>
                        <m:sup/>
                        <m:e>
                          <m:r>
                            <a:rPr lang="ja-JP" altLang="en-US" sz="1200" i="1">
                              <a:latin typeface="Cambria Math" panose="02040503050406030204" pitchFamily="18" charset="0"/>
                            </a:rPr>
                            <m:t> </m:t>
                          </m:r>
                        </m:e>
                      </m:nary>
                      <m:r>
                        <m:rPr>
                          <m:sty m:val="p"/>
                        </m:rPr>
                        <a:rPr lang="en-US" altLang="ja-JP" sz="1200">
                          <a:latin typeface="Cambria Math" panose="02040503050406030204" pitchFamily="18" charset="0"/>
                        </a:rPr>
                        <m:t>CE</m:t>
                      </m:r>
                      <m:d>
                        <m:dPr>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𝑓</m:t>
                              </m:r>
                            </m:e>
                            <m:sub>
                              <m:r>
                                <a:rPr lang="ja-JP" altLang="en-US" sz="1200" i="1">
                                  <a:latin typeface="Cambria Math" panose="02040503050406030204" pitchFamily="18" charset="0"/>
                                </a:rPr>
                                <m:t>𝑘</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r>
                                <a:rPr lang="en-US" altLang="ja-JP" sz="1200" i="1">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𝜃</m:t>
                                  </m:r>
                                </m:e>
                                <m:sub>
                                  <m:r>
                                    <a:rPr lang="ja-JP" altLang="en-US" sz="1200" i="1">
                                      <a:latin typeface="Cambria Math" panose="02040503050406030204" pitchFamily="18" charset="0"/>
                                    </a:rPr>
                                    <m:t>𝑘</m:t>
                                  </m:r>
                                </m:sub>
                              </m:sSub>
                            </m:e>
                          </m:d>
                          <m:r>
                            <a:rPr lang="en-US" altLang="ja-JP" sz="1200" i="1">
                              <a:latin typeface="Cambria Math" panose="02040503050406030204" pitchFamily="18" charset="0"/>
                            </a:rPr>
                            <m:t>,</m:t>
                          </m:r>
                          <m:r>
                            <a:rPr lang="ja-JP" altLang="en-US" sz="1200" i="1">
                              <a:latin typeface="Cambria Math" panose="02040503050406030204" pitchFamily="18" charset="0"/>
                            </a:rPr>
                            <m:t>𝑦</m:t>
                          </m:r>
                        </m:e>
                      </m:d>
                    </m:oMath>
                  </m:oMathPara>
                </a14:m>
                <a:endParaRPr lang="ja-JP" altLang="ja-JP" sz="1200"/>
              </a:p>
            </p:txBody>
          </p:sp>
        </mc:Choice>
        <mc:Fallback>
          <p:sp>
            <p:nvSpPr>
              <p:cNvPr id="68" name="テキスト ボックス 67">
                <a:extLst>
                  <a:ext uri="{FF2B5EF4-FFF2-40B4-BE49-F238E27FC236}">
                    <a16:creationId xmlns:a16="http://schemas.microsoft.com/office/drawing/2014/main" id="{D8208859-5AD5-1360-0E77-747D18D693A1}"/>
                  </a:ext>
                </a:extLst>
              </p:cNvPr>
              <p:cNvSpPr txBox="1">
                <a:spLocks noRot="1" noChangeAspect="1" noMove="1" noResize="1" noEditPoints="1" noAdjustHandles="1" noChangeArrowheads="1" noChangeShapeType="1" noTextEdit="1"/>
              </p:cNvSpPr>
              <p:nvPr/>
            </p:nvSpPr>
            <p:spPr>
              <a:xfrm>
                <a:off x="5297737" y="4627232"/>
                <a:ext cx="2712299" cy="564322"/>
              </a:xfrm>
              <a:prstGeom prst="rect">
                <a:avLst/>
              </a:prstGeom>
              <a:blipFill>
                <a:blip r:embed="rId14"/>
                <a:stretch>
                  <a:fillRect t="-110753" b="-151613"/>
                </a:stretch>
              </a:blipFill>
            </p:spPr>
            <p:txBody>
              <a:bodyPr/>
              <a:lstStyle/>
              <a:p>
                <a:r>
                  <a:rPr lang="ja-JP" altLang="en-US">
                    <a:noFill/>
                  </a:rPr>
                  <a:t> </a:t>
                </a:r>
              </a:p>
            </p:txBody>
          </p:sp>
        </mc:Fallback>
      </mc:AlternateContent>
      <p:sp>
        <p:nvSpPr>
          <p:cNvPr id="140" name="四角形: 角を丸くする 139">
            <a:extLst>
              <a:ext uri="{FF2B5EF4-FFF2-40B4-BE49-F238E27FC236}">
                <a16:creationId xmlns:a16="http://schemas.microsoft.com/office/drawing/2014/main" id="{8ECE994B-803A-1918-B067-C54410E3110F}"/>
              </a:ext>
            </a:extLst>
          </p:cNvPr>
          <p:cNvSpPr/>
          <p:nvPr/>
        </p:nvSpPr>
        <p:spPr>
          <a:xfrm>
            <a:off x="7668398" y="2363453"/>
            <a:ext cx="4081272" cy="752584"/>
          </a:xfrm>
          <a:prstGeom prst="roundRect">
            <a:avLst>
              <a:gd name="adj" fmla="val 689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a:solidFill>
                <a:schemeClr val="tx1"/>
              </a:solidFill>
            </a:endParaRPr>
          </a:p>
          <a:p>
            <a:pPr algn="ctr"/>
            <a:endParaRPr lang="en-US" altLang="ja-JP" sz="1600">
              <a:solidFill>
                <a:schemeClr val="tx1"/>
              </a:solidFill>
            </a:endParaRPr>
          </a:p>
          <a:p>
            <a:pPr algn="ctr"/>
            <a:endParaRPr lang="en-US" altLang="ja-JP" sz="1600">
              <a:solidFill>
                <a:schemeClr val="tx1"/>
              </a:solidFill>
            </a:endParaRPr>
          </a:p>
          <a:p>
            <a:pPr algn="ctr"/>
            <a:endParaRPr lang="en-US" altLang="ja-JP" sz="1600">
              <a:solidFill>
                <a:schemeClr val="tx1"/>
              </a:solidFill>
            </a:endParaRPr>
          </a:p>
          <a:p>
            <a:pPr algn="ctr"/>
            <a:endParaRPr kumimoji="1" lang="ja-JP" altLang="en-US" sz="1200">
              <a:solidFill>
                <a:schemeClr val="tx1"/>
              </a:solidFill>
            </a:endParaRPr>
          </a:p>
        </p:txBody>
      </p:sp>
      <p:pic>
        <p:nvPicPr>
          <p:cNvPr id="102" name="図 101">
            <a:extLst>
              <a:ext uri="{FF2B5EF4-FFF2-40B4-BE49-F238E27FC236}">
                <a16:creationId xmlns:a16="http://schemas.microsoft.com/office/drawing/2014/main" id="{812C9DE0-B49A-5506-0C2C-8CBC04C21DB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93995" y="1458815"/>
            <a:ext cx="382343" cy="383216"/>
          </a:xfrm>
          <a:prstGeom prst="rect">
            <a:avLst/>
          </a:prstGeom>
        </p:spPr>
      </p:pic>
      <p:sp>
        <p:nvSpPr>
          <p:cNvPr id="120" name="テキスト ボックス 119">
            <a:extLst>
              <a:ext uri="{FF2B5EF4-FFF2-40B4-BE49-F238E27FC236}">
                <a16:creationId xmlns:a16="http://schemas.microsoft.com/office/drawing/2014/main" id="{633DFC88-A122-50C8-962C-0C55E256DE24}"/>
              </a:ext>
            </a:extLst>
          </p:cNvPr>
          <p:cNvSpPr txBox="1"/>
          <p:nvPr/>
        </p:nvSpPr>
        <p:spPr>
          <a:xfrm>
            <a:off x="8038508" y="1654857"/>
            <a:ext cx="1097280" cy="600164"/>
          </a:xfrm>
          <a:prstGeom prst="rect">
            <a:avLst/>
          </a:prstGeom>
          <a:noFill/>
        </p:spPr>
        <p:txBody>
          <a:bodyPr wrap="square" rtlCol="0">
            <a:spAutoFit/>
          </a:bodyPr>
          <a:lstStyle/>
          <a:p>
            <a:pPr algn="ctr"/>
            <a:r>
              <a:rPr kumimoji="1" lang="ja-JP" altLang="en-US" sz="1100"/>
              <a:t>更新済み</a:t>
            </a:r>
            <a:endParaRPr kumimoji="1" lang="en-US" altLang="ja-JP" sz="1100"/>
          </a:p>
          <a:p>
            <a:pPr algn="ctr"/>
            <a:r>
              <a:rPr lang="ja-JP" altLang="en-US" sz="1100"/>
              <a:t>基盤モデル</a:t>
            </a:r>
            <a:endParaRPr lang="en-US" altLang="ja-JP" sz="1100"/>
          </a:p>
          <a:p>
            <a:pPr algn="ctr"/>
            <a:r>
              <a:rPr lang="ja-JP" altLang="en-US" sz="1100"/>
              <a:t>＋基盤</a:t>
            </a:r>
            <a:r>
              <a:rPr lang="en-US" altLang="ja-JP" sz="1100" err="1"/>
              <a:t>LoRA</a:t>
            </a:r>
            <a:endParaRPr kumimoji="1" lang="ja-JP" altLang="en-US" sz="1600"/>
          </a:p>
        </p:txBody>
      </p:sp>
      <p:sp>
        <p:nvSpPr>
          <p:cNvPr id="122" name="矢印: 右 121">
            <a:extLst>
              <a:ext uri="{FF2B5EF4-FFF2-40B4-BE49-F238E27FC236}">
                <a16:creationId xmlns:a16="http://schemas.microsoft.com/office/drawing/2014/main" id="{B6912E5F-2C0A-AA4B-2240-0817EB8934FA}"/>
              </a:ext>
            </a:extLst>
          </p:cNvPr>
          <p:cNvSpPr/>
          <p:nvPr/>
        </p:nvSpPr>
        <p:spPr>
          <a:xfrm>
            <a:off x="9013868" y="1299984"/>
            <a:ext cx="1060174" cy="9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テキスト ボックス 123">
            <a:extLst>
              <a:ext uri="{FF2B5EF4-FFF2-40B4-BE49-F238E27FC236}">
                <a16:creationId xmlns:a16="http://schemas.microsoft.com/office/drawing/2014/main" id="{BB58BD06-830F-5A0D-3390-89733AFE563D}"/>
              </a:ext>
            </a:extLst>
          </p:cNvPr>
          <p:cNvSpPr txBox="1"/>
          <p:nvPr/>
        </p:nvSpPr>
        <p:spPr>
          <a:xfrm>
            <a:off x="9013868" y="1056775"/>
            <a:ext cx="1097280" cy="261610"/>
          </a:xfrm>
          <a:prstGeom prst="rect">
            <a:avLst/>
          </a:prstGeom>
          <a:noFill/>
        </p:spPr>
        <p:txBody>
          <a:bodyPr wrap="square" rtlCol="0">
            <a:spAutoFit/>
          </a:bodyPr>
          <a:lstStyle/>
          <a:p>
            <a:pPr algn="ctr"/>
            <a:r>
              <a:rPr kumimoji="1" lang="ja-JP" altLang="en-US" sz="1100"/>
              <a:t>前向き推論</a:t>
            </a:r>
            <a:endParaRPr kumimoji="1" lang="ja-JP" altLang="en-US" sz="1600"/>
          </a:p>
        </p:txBody>
      </p:sp>
      <p:pic>
        <p:nvPicPr>
          <p:cNvPr id="126" name="グラフィックス 125" descr="データベース 枠線">
            <a:extLst>
              <a:ext uri="{FF2B5EF4-FFF2-40B4-BE49-F238E27FC236}">
                <a16:creationId xmlns:a16="http://schemas.microsoft.com/office/drawing/2014/main" id="{6C2D24EE-FA57-A682-3CD0-D2C2A0C596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10542" y="1393370"/>
            <a:ext cx="436942" cy="436942"/>
          </a:xfrm>
          <a:prstGeom prst="rect">
            <a:avLst/>
          </a:prstGeom>
        </p:spPr>
      </p:pic>
      <mc:AlternateContent xmlns:mc="http://schemas.openxmlformats.org/markup-compatibility/2006">
        <mc:Choice xmlns:a14="http://schemas.microsoft.com/office/drawing/2010/main" Requires="a14">
          <p:sp>
            <p:nvSpPr>
              <p:cNvPr id="128" name="テキスト ボックス 127">
                <a:extLst>
                  <a:ext uri="{FF2B5EF4-FFF2-40B4-BE49-F238E27FC236}">
                    <a16:creationId xmlns:a16="http://schemas.microsoft.com/office/drawing/2014/main" id="{C62AB540-4E2D-1283-3E5D-5D728A452FCB}"/>
                  </a:ext>
                </a:extLst>
              </p:cNvPr>
              <p:cNvSpPr txBox="1"/>
              <p:nvPr/>
            </p:nvSpPr>
            <p:spPr>
              <a:xfrm>
                <a:off x="9936860" y="1352300"/>
                <a:ext cx="1541779" cy="600164"/>
              </a:xfrm>
              <a:prstGeom prst="rect">
                <a:avLst/>
              </a:prstGeom>
              <a:noFill/>
            </p:spPr>
            <p:txBody>
              <a:bodyPr wrap="square" rtlCol="0">
                <a:spAutoFit/>
              </a:bodyPr>
              <a:lstStyle/>
              <a:p>
                <a:pPr algn="ctr"/>
                <a:r>
                  <a:rPr kumimoji="1" lang="ja-JP" altLang="en-US" sz="1100"/>
                  <a:t>サンプル </a:t>
                </a:r>
                <a:r>
                  <a:rPr kumimoji="1" lang="en-US" altLang="ja-JP" sz="1100"/>
                  <a:t>ID </a:t>
                </a:r>
                <a:r>
                  <a:rPr kumimoji="1" lang="ja-JP" altLang="en-US" sz="1100"/>
                  <a:t>と</a:t>
                </a:r>
                <a:endParaRPr kumimoji="1" lang="en-US" altLang="ja-JP" sz="1100"/>
              </a:p>
              <a:p>
                <a:pPr algn="ctr"/>
                <a:r>
                  <a:rPr kumimoji="1" lang="ja-JP" altLang="en-US" sz="1100"/>
                  <a:t> 基盤 </a:t>
                </a:r>
                <a:r>
                  <a:rPr kumimoji="1" lang="en-US" altLang="ja-JP" sz="1100"/>
                  <a:t>logits</a:t>
                </a:r>
                <a:r>
                  <a:rPr lang="ja-JP" altLang="en-US" sz="1100"/>
                  <a:t> </a:t>
                </a:r>
                <a14:m>
                  <m:oMath xmlns:m="http://schemas.openxmlformats.org/officeDocument/2006/math">
                    <m:sSub>
                      <m:sSubPr>
                        <m:ctrlPr>
                          <a:rPr lang="en-US" altLang="ja-JP" sz="1100" b="0" i="1" smtClean="0">
                            <a:latin typeface="Cambria Math" panose="02040503050406030204" pitchFamily="18" charset="0"/>
                          </a:rPr>
                        </m:ctrlPr>
                      </m:sSubPr>
                      <m:e>
                        <m:r>
                          <a:rPr lang="en-US" altLang="ja-JP" sz="1100" b="0" i="1" smtClean="0">
                            <a:latin typeface="Cambria Math" panose="02040503050406030204" pitchFamily="18" charset="0"/>
                          </a:rPr>
                          <m:t>𝑧</m:t>
                        </m:r>
                      </m:e>
                      <m:sub>
                        <m:r>
                          <a:rPr lang="en-US" altLang="ja-JP" sz="1100" b="0" i="1" smtClean="0">
                            <a:latin typeface="Cambria Math" panose="02040503050406030204" pitchFamily="18" charset="0"/>
                          </a:rPr>
                          <m:t>𝑏𝑎𝑠𝑒</m:t>
                        </m:r>
                      </m:sub>
                    </m:sSub>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r>
                  <a:rPr kumimoji="1" lang="ja-JP" altLang="en-US" sz="1100"/>
                  <a:t>を保存</a:t>
                </a:r>
                <a:endParaRPr kumimoji="1" lang="ja-JP" altLang="en-US" sz="1600"/>
              </a:p>
            </p:txBody>
          </p:sp>
        </mc:Choice>
        <mc:Fallback>
          <p:sp>
            <p:nvSpPr>
              <p:cNvPr id="128" name="テキスト ボックス 127">
                <a:extLst>
                  <a:ext uri="{FF2B5EF4-FFF2-40B4-BE49-F238E27FC236}">
                    <a16:creationId xmlns:a16="http://schemas.microsoft.com/office/drawing/2014/main" id="{C62AB540-4E2D-1283-3E5D-5D728A452FCB}"/>
                  </a:ext>
                </a:extLst>
              </p:cNvPr>
              <p:cNvSpPr txBox="1">
                <a:spLocks noRot="1" noChangeAspect="1" noMove="1" noResize="1" noEditPoints="1" noAdjustHandles="1" noChangeArrowheads="1" noChangeShapeType="1" noTextEdit="1"/>
              </p:cNvSpPr>
              <p:nvPr/>
            </p:nvSpPr>
            <p:spPr>
              <a:xfrm>
                <a:off x="9936860" y="1352300"/>
                <a:ext cx="1541779" cy="600164"/>
              </a:xfrm>
              <a:prstGeom prst="rect">
                <a:avLst/>
              </a:prstGeom>
              <a:blipFill>
                <a:blip r:embed="rId16"/>
                <a:stretch>
                  <a:fillRect t="-2041" b="-5102"/>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30" name="テキスト ボックス 129">
                <a:extLst>
                  <a:ext uri="{FF2B5EF4-FFF2-40B4-BE49-F238E27FC236}">
                    <a16:creationId xmlns:a16="http://schemas.microsoft.com/office/drawing/2014/main" id="{D354EBC2-9C44-B544-F207-5B2CC2A483D8}"/>
                  </a:ext>
                </a:extLst>
              </p:cNvPr>
              <p:cNvSpPr txBox="1"/>
              <p:nvPr/>
            </p:nvSpPr>
            <p:spPr>
              <a:xfrm>
                <a:off x="8922831" y="1789922"/>
                <a:ext cx="1238101" cy="566502"/>
              </a:xfrm>
              <a:prstGeom prst="rect">
                <a:avLst/>
              </a:prstGeom>
              <a:noFill/>
            </p:spPr>
            <p:txBody>
              <a:bodyPr wrap="square">
                <a:spAutoFit/>
              </a:bodyPr>
              <a:lstStyle/>
              <a:p>
                <a:pPr algn="ctr"/>
                <a:r>
                  <a:rPr lang="ja-JP" altLang="en-US" sz="1000"/>
                  <a:t>公開整合セットの各サンプル</a:t>
                </a:r>
                <a:endParaRPr lang="en-US" altLang="ja-JP" sz="1000" b="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a:p>
            </p:txBody>
          </p:sp>
        </mc:Choice>
        <mc:Fallback>
          <p:sp>
            <p:nvSpPr>
              <p:cNvPr id="130" name="テキスト ボックス 129">
                <a:extLst>
                  <a:ext uri="{FF2B5EF4-FFF2-40B4-BE49-F238E27FC236}">
                    <a16:creationId xmlns:a16="http://schemas.microsoft.com/office/drawing/2014/main" id="{D354EBC2-9C44-B544-F207-5B2CC2A483D8}"/>
                  </a:ext>
                </a:extLst>
              </p:cNvPr>
              <p:cNvSpPr txBox="1">
                <a:spLocks noRot="1" noChangeAspect="1" noMove="1" noResize="1" noEditPoints="1" noAdjustHandles="1" noChangeArrowheads="1" noChangeShapeType="1" noTextEdit="1"/>
              </p:cNvSpPr>
              <p:nvPr/>
            </p:nvSpPr>
            <p:spPr>
              <a:xfrm>
                <a:off x="8922831" y="1789922"/>
                <a:ext cx="1238101" cy="566502"/>
              </a:xfrm>
              <a:prstGeom prst="rect">
                <a:avLst/>
              </a:prstGeom>
              <a:blipFill>
                <a:blip r:embed="rId7"/>
                <a:stretch>
                  <a:fillRect/>
                </a:stretch>
              </a:blipFill>
            </p:spPr>
            <p:txBody>
              <a:bodyPr/>
              <a:lstStyle/>
              <a:p>
                <a:r>
                  <a:rPr lang="ja-JP" altLang="en-US">
                    <a:noFill/>
                  </a:rPr>
                  <a:t> </a:t>
                </a:r>
              </a:p>
            </p:txBody>
          </p:sp>
        </mc:Fallback>
      </mc:AlternateContent>
      <p:pic>
        <p:nvPicPr>
          <p:cNvPr id="132" name="図 131">
            <a:extLst>
              <a:ext uri="{FF2B5EF4-FFF2-40B4-BE49-F238E27FC236}">
                <a16:creationId xmlns:a16="http://schemas.microsoft.com/office/drawing/2014/main" id="{7DF569B4-ABE2-B390-E7C3-CA7170DC3D1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395904" y="1202924"/>
            <a:ext cx="382343" cy="383216"/>
          </a:xfrm>
          <a:prstGeom prst="rect">
            <a:avLst/>
          </a:prstGeom>
        </p:spPr>
      </p:pic>
      <p:sp>
        <p:nvSpPr>
          <p:cNvPr id="134" name="テキスト ボックス 133">
            <a:extLst>
              <a:ext uri="{FF2B5EF4-FFF2-40B4-BE49-F238E27FC236}">
                <a16:creationId xmlns:a16="http://schemas.microsoft.com/office/drawing/2014/main" id="{C7CF27AD-8467-1F89-5F0E-C8561363FCB5}"/>
              </a:ext>
            </a:extLst>
          </p:cNvPr>
          <p:cNvSpPr txBox="1"/>
          <p:nvPr/>
        </p:nvSpPr>
        <p:spPr>
          <a:xfrm>
            <a:off x="7502270" y="2363452"/>
            <a:ext cx="4336456" cy="276999"/>
          </a:xfrm>
          <a:prstGeom prst="rect">
            <a:avLst/>
          </a:prstGeom>
          <a:noFill/>
        </p:spPr>
        <p:txBody>
          <a:bodyPr wrap="square" rtlCol="0">
            <a:spAutoFit/>
          </a:bodyPr>
          <a:lstStyle/>
          <a:p>
            <a:pPr algn="ctr"/>
            <a:r>
              <a:rPr kumimoji="1" lang="en-US" altLang="ja-JP" sz="1200"/>
              <a:t>KL(teacher || </a:t>
            </a:r>
            <a:r>
              <a:rPr kumimoji="1" lang="ja-JP" altLang="en-US" sz="1200"/>
              <a:t>基盤モデル</a:t>
            </a:r>
            <a:r>
              <a:rPr kumimoji="1" lang="en-US" altLang="ja-JP" sz="1200"/>
              <a:t>) × T²</a:t>
            </a:r>
            <a:r>
              <a:rPr kumimoji="1" lang="ja-JP" altLang="en-US" sz="1200"/>
              <a:t>により </a:t>
            </a:r>
            <a:r>
              <a:rPr kumimoji="1" lang="en-US" altLang="ja-JP" sz="1200" err="1"/>
              <a:t>Lpred</a:t>
            </a:r>
            <a:r>
              <a:rPr kumimoji="1" lang="en-US" altLang="ja-JP" sz="1200"/>
              <a:t> </a:t>
            </a:r>
            <a:r>
              <a:rPr kumimoji="1" lang="ja-JP" altLang="en-US" sz="1200"/>
              <a:t>を計算する。</a:t>
            </a:r>
            <a:endParaRPr kumimoji="1" lang="ja-JP" altLang="en-US"/>
          </a:p>
        </p:txBody>
      </p:sp>
      <mc:AlternateContent xmlns:mc="http://schemas.openxmlformats.org/markup-compatibility/2006">
        <mc:Choice xmlns:a14="http://schemas.microsoft.com/office/drawing/2010/main" Requires="a14">
          <p:sp>
            <p:nvSpPr>
              <p:cNvPr id="138" name="テキスト ボックス 137">
                <a:extLst>
                  <a:ext uri="{FF2B5EF4-FFF2-40B4-BE49-F238E27FC236}">
                    <a16:creationId xmlns:a16="http://schemas.microsoft.com/office/drawing/2014/main" id="{AEA4B0FE-87AE-69CD-4CD7-3E422FFE1BBE}"/>
                  </a:ext>
                </a:extLst>
              </p:cNvPr>
              <p:cNvSpPr txBox="1"/>
              <p:nvPr/>
            </p:nvSpPr>
            <p:spPr>
              <a:xfrm>
                <a:off x="8023576" y="2566062"/>
                <a:ext cx="3480816" cy="5988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200" i="1" smtClean="0">
                              <a:latin typeface="Cambria Math" panose="02040503050406030204" pitchFamily="18" charset="0"/>
                            </a:rPr>
                          </m:ctrlPr>
                        </m:sSubPr>
                        <m:e>
                          <m:r>
                            <a:rPr lang="ja-JP" altLang="en-US" sz="1200">
                              <a:latin typeface="Cambria Math" panose="02040503050406030204" pitchFamily="18" charset="0"/>
                            </a:rPr>
                            <m:t>ℒ</m:t>
                          </m:r>
                        </m:e>
                        <m:sub>
                          <m:r>
                            <a:rPr lang="ja-JP" altLang="en-US" sz="1200" i="1">
                              <a:latin typeface="Cambria Math" panose="02040503050406030204" pitchFamily="18" charset="0"/>
                            </a:rPr>
                            <m:t>𝑝𝑟𝑒𝑑</m:t>
                          </m:r>
                        </m:sub>
                      </m:sSub>
                      <m:r>
                        <a:rPr lang="ja-JP" altLang="en-US" sz="1200" i="0">
                          <a:latin typeface="Cambria Math" panose="02040503050406030204" pitchFamily="18" charset="0"/>
                        </a:rPr>
                        <m:t>=</m:t>
                      </m:r>
                      <m:f>
                        <m:fPr>
                          <m:ctrlPr>
                            <a:rPr lang="ja-JP" altLang="en-US" sz="1200" i="1">
                              <a:latin typeface="Cambria Math" panose="02040503050406030204" pitchFamily="18" charset="0"/>
                            </a:rPr>
                          </m:ctrlPr>
                        </m:fPr>
                        <m:num>
                          <m:sSup>
                            <m:sSupPr>
                              <m:ctrlPr>
                                <a:rPr lang="ja-JP" altLang="en-US" sz="1200" i="1">
                                  <a:latin typeface="Cambria Math" panose="02040503050406030204" pitchFamily="18" charset="0"/>
                                </a:rPr>
                              </m:ctrlPr>
                            </m:sSupPr>
                            <m:e>
                              <m:r>
                                <a:rPr lang="ja-JP" altLang="en-US" sz="1200" i="1">
                                  <a:latin typeface="Cambria Math" panose="02040503050406030204" pitchFamily="18" charset="0"/>
                                </a:rPr>
                                <m:t>𝑇</m:t>
                              </m:r>
                            </m:e>
                            <m:sup>
                              <m:r>
                                <a:rPr lang="ja-JP" altLang="en-US" sz="1200" i="0">
                                  <a:latin typeface="Cambria Math" panose="02040503050406030204" pitchFamily="18" charset="0"/>
                                </a:rPr>
                                <m:t>2</m:t>
                              </m:r>
                            </m:sup>
                          </m:sSup>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e>
                          </m:d>
                        </m:den>
                      </m:f>
                      <m:nary>
                        <m:naryPr>
                          <m:chr m:val="∑"/>
                          <m:limLoc m:val="undOvr"/>
                          <m:grow m:val="on"/>
                          <m:supHide m:val="on"/>
                          <m:ctrlPr>
                            <a:rPr lang="ja-JP" altLang="en-US" sz="1200" i="1">
                              <a:latin typeface="Cambria Math" panose="02040503050406030204" pitchFamily="18" charset="0"/>
                            </a:rPr>
                          </m:ctrlPr>
                        </m:naryPr>
                        <m:sub>
                          <m:r>
                            <a:rPr lang="ja-JP" altLang="en-US" sz="1200" i="1">
                              <a:latin typeface="Cambria Math" panose="02040503050406030204" pitchFamily="18" charset="0"/>
                            </a:rPr>
                            <m:t>𝑥</m:t>
                          </m:r>
                          <m:r>
                            <a:rPr lang="ja-JP" altLang="en-US" sz="1200" i="0">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sub>
                        <m:sup/>
                        <m:e>
                          <m:r>
                            <a:rPr lang="ja-JP" altLang="en-US" sz="1200" i="0">
                              <a:latin typeface="Cambria Math" panose="02040503050406030204" pitchFamily="18" charset="0"/>
                            </a:rPr>
                            <m:t> </m:t>
                          </m:r>
                        </m:e>
                      </m:nary>
                      <m:r>
                        <m:rPr>
                          <m:sty m:val="p"/>
                        </m:rPr>
                        <a:rPr lang="ja-JP" altLang="en-US" sz="1200" i="0">
                          <a:latin typeface="Cambria Math" panose="02040503050406030204" pitchFamily="18" charset="0"/>
                        </a:rPr>
                        <m:t>KL</m:t>
                      </m:r>
                      <m:d>
                        <m:dPr>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ja-JP" altLang="en-US" sz="1200" i="1">
                                  <a:latin typeface="Cambria Math" panose="02040503050406030204" pitchFamily="18" charset="0"/>
                                </a:rPr>
                                <m:t>𝑎𝑔𝑔</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ja-JP" altLang="en-US" sz="1200" i="1">
                                      <a:latin typeface="Cambria Math" panose="02040503050406030204" pitchFamily="18" charset="0"/>
                                    </a:rPr>
                                    <m:t>𝑏𝑎𝑠𝑒</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e>
                          </m:d>
                        </m:e>
                      </m:d>
                    </m:oMath>
                  </m:oMathPara>
                </a14:m>
                <a:endParaRPr lang="ja-JP" altLang="en-US" sz="1200"/>
              </a:p>
            </p:txBody>
          </p:sp>
        </mc:Choice>
        <mc:Fallback>
          <p:sp>
            <p:nvSpPr>
              <p:cNvPr id="138" name="テキスト ボックス 137">
                <a:extLst>
                  <a:ext uri="{FF2B5EF4-FFF2-40B4-BE49-F238E27FC236}">
                    <a16:creationId xmlns:a16="http://schemas.microsoft.com/office/drawing/2014/main" id="{AEA4B0FE-87AE-69CD-4CD7-3E422FFE1BBE}"/>
                  </a:ext>
                </a:extLst>
              </p:cNvPr>
              <p:cNvSpPr txBox="1">
                <a:spLocks noRot="1" noChangeAspect="1" noMove="1" noResize="1" noEditPoints="1" noAdjustHandles="1" noChangeArrowheads="1" noChangeShapeType="1" noTextEdit="1"/>
              </p:cNvSpPr>
              <p:nvPr/>
            </p:nvSpPr>
            <p:spPr>
              <a:xfrm>
                <a:off x="8023576" y="2566062"/>
                <a:ext cx="3480816" cy="598818"/>
              </a:xfrm>
              <a:prstGeom prst="rect">
                <a:avLst/>
              </a:prstGeom>
              <a:blipFill>
                <a:blip r:embed="rId17"/>
                <a:stretch>
                  <a:fillRect t="-103061" b="-140816"/>
                </a:stretch>
              </a:blipFill>
            </p:spPr>
            <p:txBody>
              <a:bodyPr/>
              <a:lstStyle/>
              <a:p>
                <a:r>
                  <a:rPr lang="ja-JP" altLang="en-US">
                    <a:noFill/>
                  </a:rPr>
                  <a:t> </a:t>
                </a:r>
              </a:p>
            </p:txBody>
          </p:sp>
        </mc:Fallback>
      </mc:AlternateContent>
      <p:pic>
        <p:nvPicPr>
          <p:cNvPr id="142" name="図 141">
            <a:extLst>
              <a:ext uri="{FF2B5EF4-FFF2-40B4-BE49-F238E27FC236}">
                <a16:creationId xmlns:a16="http://schemas.microsoft.com/office/drawing/2014/main" id="{0427A672-6B22-0A99-C547-0BC3091C865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76314" y="4290829"/>
            <a:ext cx="373625" cy="375335"/>
          </a:xfrm>
          <a:prstGeom prst="rect">
            <a:avLst/>
          </a:prstGeom>
        </p:spPr>
      </p:pic>
      <p:cxnSp>
        <p:nvCxnSpPr>
          <p:cNvPr id="143" name="直線コネクタ 142">
            <a:extLst>
              <a:ext uri="{FF2B5EF4-FFF2-40B4-BE49-F238E27FC236}">
                <a16:creationId xmlns:a16="http://schemas.microsoft.com/office/drawing/2014/main" id="{EBBF20DB-8F87-F09F-818B-264839F79AA6}"/>
              </a:ext>
            </a:extLst>
          </p:cNvPr>
          <p:cNvCxnSpPr>
            <a:cxnSpLocks/>
          </p:cNvCxnSpPr>
          <p:nvPr/>
        </p:nvCxnSpPr>
        <p:spPr>
          <a:xfrm flipV="1">
            <a:off x="809806" y="2684533"/>
            <a:ext cx="3249114" cy="10805"/>
          </a:xfrm>
          <a:prstGeom prst="line">
            <a:avLst/>
          </a:prstGeom>
          <a:ln>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146" name="四角形: 角を丸くする 145">
            <a:extLst>
              <a:ext uri="{FF2B5EF4-FFF2-40B4-BE49-F238E27FC236}">
                <a16:creationId xmlns:a16="http://schemas.microsoft.com/office/drawing/2014/main" id="{DD0F4B1F-492C-0028-CD8B-69D7DC5B3906}"/>
              </a:ext>
            </a:extLst>
          </p:cNvPr>
          <p:cNvSpPr/>
          <p:nvPr/>
        </p:nvSpPr>
        <p:spPr>
          <a:xfrm>
            <a:off x="886350" y="5441063"/>
            <a:ext cx="3622352" cy="707069"/>
          </a:xfrm>
          <a:prstGeom prst="roundRect">
            <a:avLst>
              <a:gd name="adj" fmla="val 6892"/>
            </a:avLst>
          </a:prstGeom>
          <a:solidFill>
            <a:srgbClr val="FDF3ED"/>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a:solidFill>
                <a:schemeClr val="tx1"/>
              </a:solidFill>
            </a:endParaRPr>
          </a:p>
          <a:p>
            <a:pPr algn="ctr"/>
            <a:endParaRPr lang="en-US" altLang="ja-JP" sz="1600">
              <a:solidFill>
                <a:schemeClr val="tx1"/>
              </a:solidFill>
            </a:endParaRPr>
          </a:p>
          <a:p>
            <a:pPr algn="ctr"/>
            <a:endParaRPr lang="en-US" altLang="ja-JP" sz="1600">
              <a:solidFill>
                <a:schemeClr val="tx1"/>
              </a:solidFill>
            </a:endParaRPr>
          </a:p>
          <a:p>
            <a:pPr algn="ctr"/>
            <a:endParaRPr lang="en-US" altLang="ja-JP" sz="1600">
              <a:solidFill>
                <a:schemeClr val="tx1"/>
              </a:solidFill>
            </a:endParaRPr>
          </a:p>
          <a:p>
            <a:pPr algn="ctr"/>
            <a:endParaRPr kumimoji="1" lang="ja-JP" altLang="en-US" sz="1200">
              <a:solidFill>
                <a:schemeClr val="tx1"/>
              </a:solidFill>
            </a:endParaRPr>
          </a:p>
        </p:txBody>
      </p:sp>
      <p:sp>
        <p:nvSpPr>
          <p:cNvPr id="148" name="テキスト ボックス 147">
            <a:extLst>
              <a:ext uri="{FF2B5EF4-FFF2-40B4-BE49-F238E27FC236}">
                <a16:creationId xmlns:a16="http://schemas.microsoft.com/office/drawing/2014/main" id="{E38E7402-BF84-D7E6-D17C-4DA8A1870F20}"/>
              </a:ext>
            </a:extLst>
          </p:cNvPr>
          <p:cNvSpPr txBox="1"/>
          <p:nvPr/>
        </p:nvSpPr>
        <p:spPr>
          <a:xfrm>
            <a:off x="837361" y="5442465"/>
            <a:ext cx="3801182" cy="261610"/>
          </a:xfrm>
          <a:prstGeom prst="rect">
            <a:avLst/>
          </a:prstGeom>
          <a:noFill/>
        </p:spPr>
        <p:txBody>
          <a:bodyPr wrap="square" rtlCol="0">
            <a:spAutoFit/>
          </a:bodyPr>
          <a:lstStyle/>
          <a:p>
            <a:pPr algn="ctr"/>
            <a:r>
              <a:rPr kumimoji="1" lang="en-US" altLang="ja-JP" sz="1100"/>
              <a:t>KL(</a:t>
            </a:r>
            <a:r>
              <a:rPr kumimoji="1" lang="ja-JP" altLang="en-US" sz="1100"/>
              <a:t>基盤モデル</a:t>
            </a:r>
            <a:r>
              <a:rPr kumimoji="1" lang="en-US" altLang="ja-JP" sz="1100"/>
              <a:t> || </a:t>
            </a:r>
            <a:r>
              <a:rPr kumimoji="1" lang="ja-JP" altLang="en-US" sz="1100"/>
              <a:t>端末モデル</a:t>
            </a:r>
            <a:r>
              <a:rPr kumimoji="1" lang="en-US" altLang="ja-JP" sz="1100"/>
              <a:t>) × T²</a:t>
            </a:r>
            <a:r>
              <a:rPr kumimoji="1" lang="ja-JP" altLang="en-US" sz="1100"/>
              <a:t>により </a:t>
            </a:r>
            <a:r>
              <a:rPr kumimoji="1" lang="en-US" altLang="ja-JP" sz="1100" err="1"/>
              <a:t>Ldist</a:t>
            </a:r>
            <a:r>
              <a:rPr kumimoji="1" lang="en-US" altLang="ja-JP" sz="1100"/>
              <a:t> </a:t>
            </a:r>
            <a:r>
              <a:rPr kumimoji="1" lang="ja-JP" altLang="en-US" sz="1100"/>
              <a:t>を計算する。</a:t>
            </a:r>
            <a:endParaRPr kumimoji="1" lang="ja-JP" altLang="en-US" sz="1600"/>
          </a:p>
        </p:txBody>
      </p:sp>
      <mc:AlternateContent xmlns:mc="http://schemas.openxmlformats.org/markup-compatibility/2006">
        <mc:Choice xmlns:a14="http://schemas.microsoft.com/office/drawing/2010/main" Requires="a14">
          <p:sp>
            <p:nvSpPr>
              <p:cNvPr id="150" name="テキスト ボックス 149">
                <a:extLst>
                  <a:ext uri="{FF2B5EF4-FFF2-40B4-BE49-F238E27FC236}">
                    <a16:creationId xmlns:a16="http://schemas.microsoft.com/office/drawing/2014/main" id="{7696D6FB-BBC9-EDA4-49CE-1F1B0359D719}"/>
                  </a:ext>
                </a:extLst>
              </p:cNvPr>
              <p:cNvSpPr txBox="1"/>
              <p:nvPr/>
            </p:nvSpPr>
            <p:spPr>
              <a:xfrm>
                <a:off x="963573" y="5594177"/>
                <a:ext cx="3480816" cy="5988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ja-JP" sz="1200" b="0" i="1" smtClean="0">
                              <a:latin typeface="Cambria Math" panose="02040503050406030204" pitchFamily="18" charset="0"/>
                            </a:rPr>
                          </m:ctrlPr>
                        </m:sSubSupPr>
                        <m:e>
                          <m:r>
                            <a:rPr lang="ja-JP" altLang="en-US" sz="1200">
                              <a:latin typeface="Cambria Math" panose="02040503050406030204" pitchFamily="18" charset="0"/>
                            </a:rPr>
                            <m:t>ℒ</m:t>
                          </m:r>
                        </m:e>
                        <m:sub>
                          <m:r>
                            <a:rPr lang="en-US" altLang="ja-JP" sz="1200" b="0" i="1" smtClean="0">
                              <a:latin typeface="Cambria Math" panose="02040503050406030204" pitchFamily="18" charset="0"/>
                            </a:rPr>
                            <m:t>𝑑𝑖𝑠𝑡</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𝑘</m:t>
                          </m:r>
                          <m:r>
                            <a:rPr lang="en-US" altLang="ja-JP" sz="1200" b="0" i="1" smtClean="0">
                              <a:latin typeface="Cambria Math" panose="02040503050406030204" pitchFamily="18" charset="0"/>
                            </a:rPr>
                            <m:t>)</m:t>
                          </m:r>
                        </m:sup>
                      </m:sSubSup>
                      <m:r>
                        <a:rPr lang="ja-JP" altLang="en-US" sz="1200" i="0">
                          <a:latin typeface="Cambria Math" panose="02040503050406030204" pitchFamily="18" charset="0"/>
                        </a:rPr>
                        <m:t>=</m:t>
                      </m:r>
                      <m:f>
                        <m:fPr>
                          <m:ctrlPr>
                            <a:rPr lang="ja-JP" altLang="en-US" sz="1200" i="1">
                              <a:latin typeface="Cambria Math" panose="02040503050406030204" pitchFamily="18" charset="0"/>
                            </a:rPr>
                          </m:ctrlPr>
                        </m:fPr>
                        <m:num>
                          <m:sSup>
                            <m:sSupPr>
                              <m:ctrlPr>
                                <a:rPr lang="ja-JP" altLang="en-US" sz="1200" i="1">
                                  <a:latin typeface="Cambria Math" panose="02040503050406030204" pitchFamily="18" charset="0"/>
                                </a:rPr>
                              </m:ctrlPr>
                            </m:sSupPr>
                            <m:e>
                              <m:r>
                                <a:rPr lang="ja-JP" altLang="en-US" sz="1200" i="1">
                                  <a:latin typeface="Cambria Math" panose="02040503050406030204" pitchFamily="18" charset="0"/>
                                </a:rPr>
                                <m:t>𝑇</m:t>
                              </m:r>
                            </m:e>
                            <m:sup>
                              <m:r>
                                <a:rPr lang="ja-JP" altLang="en-US" sz="1200" i="0">
                                  <a:latin typeface="Cambria Math" panose="02040503050406030204" pitchFamily="18" charset="0"/>
                                </a:rPr>
                                <m:t>2</m:t>
                              </m:r>
                            </m:sup>
                          </m:sSup>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e>
                          </m:d>
                        </m:den>
                      </m:f>
                      <m:nary>
                        <m:naryPr>
                          <m:chr m:val="∑"/>
                          <m:limLoc m:val="undOvr"/>
                          <m:grow m:val="on"/>
                          <m:supHide m:val="on"/>
                          <m:ctrlPr>
                            <a:rPr lang="ja-JP" altLang="en-US" sz="1200" i="1">
                              <a:latin typeface="Cambria Math" panose="02040503050406030204" pitchFamily="18" charset="0"/>
                            </a:rPr>
                          </m:ctrlPr>
                        </m:naryPr>
                        <m:sub>
                          <m:r>
                            <a:rPr lang="ja-JP" altLang="en-US" sz="1200" i="1">
                              <a:latin typeface="Cambria Math" panose="02040503050406030204" pitchFamily="18" charset="0"/>
                            </a:rPr>
                            <m:t>𝑥</m:t>
                          </m:r>
                          <m:r>
                            <a:rPr lang="ja-JP" altLang="en-US" sz="1200" i="0">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sub>
                        <m:sup/>
                        <m:e>
                          <m:r>
                            <a:rPr lang="ja-JP" altLang="en-US" sz="1200" i="0">
                              <a:latin typeface="Cambria Math" panose="02040503050406030204" pitchFamily="18" charset="0"/>
                            </a:rPr>
                            <m:t> </m:t>
                          </m:r>
                        </m:e>
                      </m:nary>
                      <m:r>
                        <m:rPr>
                          <m:sty m:val="p"/>
                        </m:rPr>
                        <a:rPr lang="ja-JP" altLang="en-US" sz="1200" i="0">
                          <a:latin typeface="Cambria Math" panose="02040503050406030204" pitchFamily="18" charset="0"/>
                        </a:rPr>
                        <m:t>KL</m:t>
                      </m:r>
                      <m:d>
                        <m:dPr>
                          <m:ctrlPr>
                            <a:rPr lang="ja-JP" altLang="en-US" sz="1200" i="1">
                              <a:latin typeface="Cambria Math" panose="02040503050406030204" pitchFamily="18" charset="0"/>
                            </a:rPr>
                          </m:ctrlPr>
                        </m:dPr>
                        <m:e>
                          <m:sSubSup>
                            <m:sSubSupPr>
                              <m:ctrlPr>
                                <a:rPr lang="en-US" altLang="ja-JP" sz="1200" b="0" i="1" smtClean="0">
                                  <a:latin typeface="Cambria Math" panose="02040503050406030204" pitchFamily="18" charset="0"/>
                                </a:rPr>
                              </m:ctrlPr>
                            </m:sSubSupPr>
                            <m:e>
                              <m:r>
                                <a:rPr lang="ja-JP" altLang="en-US" sz="1200" i="1">
                                  <a:latin typeface="Cambria Math" panose="02040503050406030204" pitchFamily="18" charset="0"/>
                                </a:rPr>
                                <m:t>𝑝</m:t>
                              </m:r>
                            </m:e>
                            <m:sub>
                              <m:r>
                                <a:rPr lang="en-US" altLang="ja-JP" sz="1200" b="0" i="1" smtClean="0">
                                  <a:latin typeface="Cambria Math" panose="02040503050406030204" pitchFamily="18" charset="0"/>
                                </a:rPr>
                                <m:t>𝑏𝑎𝑠𝑒</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−1)</m:t>
                              </m:r>
                            </m:sup>
                          </m:sSub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en-US" altLang="ja-JP" sz="1200" b="0" i="1" smtClean="0">
                                      <a:latin typeface="Cambria Math" panose="02040503050406030204" pitchFamily="18" charset="0"/>
                                    </a:rPr>
                                    <m:t>𝑘</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e>
                          </m:d>
                        </m:e>
                      </m:d>
                    </m:oMath>
                  </m:oMathPara>
                </a14:m>
                <a:endParaRPr lang="ja-JP" altLang="en-US" sz="1200"/>
              </a:p>
            </p:txBody>
          </p:sp>
        </mc:Choice>
        <mc:Fallback>
          <p:sp>
            <p:nvSpPr>
              <p:cNvPr id="150" name="テキスト ボックス 149">
                <a:extLst>
                  <a:ext uri="{FF2B5EF4-FFF2-40B4-BE49-F238E27FC236}">
                    <a16:creationId xmlns:a16="http://schemas.microsoft.com/office/drawing/2014/main" id="{7696D6FB-BBC9-EDA4-49CE-1F1B0359D719}"/>
                  </a:ext>
                </a:extLst>
              </p:cNvPr>
              <p:cNvSpPr txBox="1">
                <a:spLocks noRot="1" noChangeAspect="1" noMove="1" noResize="1" noEditPoints="1" noAdjustHandles="1" noChangeArrowheads="1" noChangeShapeType="1" noTextEdit="1"/>
              </p:cNvSpPr>
              <p:nvPr/>
            </p:nvSpPr>
            <p:spPr>
              <a:xfrm>
                <a:off x="963573" y="5594177"/>
                <a:ext cx="3480816" cy="598818"/>
              </a:xfrm>
              <a:prstGeom prst="rect">
                <a:avLst/>
              </a:prstGeom>
              <a:blipFill>
                <a:blip r:embed="rId19"/>
                <a:stretch>
                  <a:fillRect t="-103061" b="-14081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61" name="テキスト ボックス 160">
                <a:extLst>
                  <a:ext uri="{FF2B5EF4-FFF2-40B4-BE49-F238E27FC236}">
                    <a16:creationId xmlns:a16="http://schemas.microsoft.com/office/drawing/2014/main" id="{8F6CAAF6-C381-6543-6C94-FCA87F9F8A67}"/>
                  </a:ext>
                </a:extLst>
              </p:cNvPr>
              <p:cNvSpPr txBox="1"/>
              <p:nvPr/>
            </p:nvSpPr>
            <p:spPr>
              <a:xfrm>
                <a:off x="5284693" y="5389742"/>
                <a:ext cx="2933700" cy="261610"/>
              </a:xfrm>
              <a:prstGeom prst="rect">
                <a:avLst/>
              </a:prstGeom>
              <a:noFill/>
            </p:spPr>
            <p:txBody>
              <a:bodyPr wrap="square">
                <a:spAutoFit/>
              </a:bodyPr>
              <a:lstStyle/>
              <a:p>
                <a:r>
                  <a:rPr lang="ja-JP" altLang="ja-JP" sz="1100" i="0">
                    <a:solidFill>
                      <a:schemeClr val="tx1"/>
                    </a:solidFill>
                    <a:effectLst/>
                    <a:latin typeface="-apple-system"/>
                  </a:rPr>
                  <a:t>クライアント LoRA + 分類ヘッド </a:t>
                </a:r>
                <a14:m>
                  <m:oMath xmlns:m="http://schemas.openxmlformats.org/officeDocument/2006/math">
                    <m:sSub>
                      <m:sSubPr>
                        <m:ctrlPr>
                          <a:rPr lang="ja-JP" altLang="en-US" sz="1100" i="1">
                            <a:solidFill>
                              <a:schemeClr val="tx1"/>
                            </a:solidFill>
                            <a:latin typeface="Cambria Math" panose="02040503050406030204" pitchFamily="18" charset="0"/>
                          </a:rPr>
                        </m:ctrlPr>
                      </m:sSubPr>
                      <m:e>
                        <m:r>
                          <a:rPr lang="ja-JP" altLang="en-US" sz="1100" b="0" i="1">
                            <a:solidFill>
                              <a:schemeClr val="tx1"/>
                            </a:solidFill>
                            <a:latin typeface="Cambria Math" panose="02040503050406030204" pitchFamily="18" charset="0"/>
                          </a:rPr>
                          <m:t>𝜃</m:t>
                        </m:r>
                      </m:e>
                      <m:sub>
                        <m:r>
                          <a:rPr lang="ja-JP" altLang="en-US" sz="1100" b="0" i="1">
                            <a:solidFill>
                              <a:schemeClr val="tx1"/>
                            </a:solidFill>
                            <a:latin typeface="Cambria Math" panose="02040503050406030204" pitchFamily="18" charset="0"/>
                          </a:rPr>
                          <m:t>𝑘</m:t>
                        </m:r>
                      </m:sub>
                    </m:sSub>
                    <m:r>
                      <a:rPr lang="ja-JP" altLang="en-US" sz="1100" i="1">
                        <a:latin typeface="Cambria Math" panose="02040503050406030204" pitchFamily="18" charset="0"/>
                      </a:rPr>
                      <m:t>の更新</m:t>
                    </m:r>
                  </m:oMath>
                </a14:m>
                <a:endParaRPr lang="ja-JP" altLang="en-US" sz="2400"/>
              </a:p>
            </p:txBody>
          </p:sp>
        </mc:Choice>
        <mc:Fallback>
          <p:sp>
            <p:nvSpPr>
              <p:cNvPr id="161" name="テキスト ボックス 160">
                <a:extLst>
                  <a:ext uri="{FF2B5EF4-FFF2-40B4-BE49-F238E27FC236}">
                    <a16:creationId xmlns:a16="http://schemas.microsoft.com/office/drawing/2014/main" id="{8F6CAAF6-C381-6543-6C94-FCA87F9F8A67}"/>
                  </a:ext>
                </a:extLst>
              </p:cNvPr>
              <p:cNvSpPr txBox="1">
                <a:spLocks noRot="1" noChangeAspect="1" noMove="1" noResize="1" noEditPoints="1" noAdjustHandles="1" noChangeArrowheads="1" noChangeShapeType="1" noTextEdit="1"/>
              </p:cNvSpPr>
              <p:nvPr/>
            </p:nvSpPr>
            <p:spPr>
              <a:xfrm>
                <a:off x="5284693" y="5389742"/>
                <a:ext cx="2933700" cy="261610"/>
              </a:xfrm>
              <a:prstGeom prst="rect">
                <a:avLst/>
              </a:prstGeom>
              <a:blipFill>
                <a:blip r:embed="rId10"/>
                <a:stretch>
                  <a:fillRect t="-4651" b="-16279"/>
                </a:stretch>
              </a:blipFill>
            </p:spPr>
            <p:txBody>
              <a:bodyPr/>
              <a:lstStyle/>
              <a:p>
                <a:r>
                  <a:rPr lang="ja-JP" altLang="en-US">
                    <a:noFill/>
                  </a:rPr>
                  <a:t> </a:t>
                </a:r>
              </a:p>
            </p:txBody>
          </p:sp>
        </mc:Fallback>
      </mc:AlternateContent>
      <p:sp>
        <p:nvSpPr>
          <p:cNvPr id="163" name="矢印: 右 162">
            <a:extLst>
              <a:ext uri="{FF2B5EF4-FFF2-40B4-BE49-F238E27FC236}">
                <a16:creationId xmlns:a16="http://schemas.microsoft.com/office/drawing/2014/main" id="{D7C1F675-6471-7756-5226-617B2D4A6D75}"/>
              </a:ext>
            </a:extLst>
          </p:cNvPr>
          <p:cNvSpPr/>
          <p:nvPr/>
        </p:nvSpPr>
        <p:spPr>
          <a:xfrm rot="5400000">
            <a:off x="6533321" y="5223469"/>
            <a:ext cx="246220" cy="168119"/>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165" name="テキスト ボックス 164">
                <a:extLst>
                  <a:ext uri="{FF2B5EF4-FFF2-40B4-BE49-F238E27FC236}">
                    <a16:creationId xmlns:a16="http://schemas.microsoft.com/office/drawing/2014/main" id="{3AE6DE74-5FD0-9895-10C0-84832D1F9CAE}"/>
                  </a:ext>
                </a:extLst>
              </p:cNvPr>
              <p:cNvSpPr txBox="1"/>
              <p:nvPr/>
            </p:nvSpPr>
            <p:spPr>
              <a:xfrm>
                <a:off x="8761553" y="3444396"/>
                <a:ext cx="2058320" cy="307777"/>
              </a:xfrm>
              <a:prstGeom prst="rect">
                <a:avLst/>
              </a:prstGeom>
              <a:noFill/>
            </p:spPr>
            <p:txBody>
              <a:bodyPr wrap="square">
                <a:spAutoFit/>
              </a:bodyPr>
              <a:lstStyle/>
              <a:p>
                <a:r>
                  <a:rPr lang="ja-JP" altLang="en-US" sz="1400">
                    <a:latin typeface="-apple-system"/>
                  </a:rPr>
                  <a:t>基盤</a:t>
                </a:r>
                <a:r>
                  <a:rPr lang="ja-JP" altLang="ja-JP" sz="1400" i="0">
                    <a:solidFill>
                      <a:schemeClr val="tx1"/>
                    </a:solidFill>
                    <a:effectLst/>
                    <a:latin typeface="-apple-system"/>
                  </a:rPr>
                  <a:t> LoRA </a:t>
                </a:r>
                <a:r>
                  <a:rPr lang="ja-JP" altLang="en-US" sz="1400">
                    <a:latin typeface="-apple-system"/>
                  </a:rPr>
                  <a:t> </a:t>
                </a:r>
                <a14:m>
                  <m:oMath xmlns:m="http://schemas.openxmlformats.org/officeDocument/2006/math">
                    <m:sSub>
                      <m:sSubPr>
                        <m:ctrlPr>
                          <a:rPr lang="ja-JP" altLang="en-US" sz="1400" i="1">
                            <a:solidFill>
                              <a:schemeClr val="tx1"/>
                            </a:solidFill>
                            <a:latin typeface="Cambria Math" panose="02040503050406030204" pitchFamily="18" charset="0"/>
                          </a:rPr>
                        </m:ctrlPr>
                      </m:sSubPr>
                      <m:e>
                        <m:r>
                          <a:rPr lang="ja-JP" altLang="en-US" sz="1400" b="0" i="1">
                            <a:solidFill>
                              <a:schemeClr val="tx1"/>
                            </a:solidFill>
                            <a:latin typeface="Cambria Math" panose="02040503050406030204" pitchFamily="18" charset="0"/>
                          </a:rPr>
                          <m:t>𝜃</m:t>
                        </m:r>
                      </m:e>
                      <m:sub>
                        <m:r>
                          <a:rPr lang="en-US" altLang="ja-JP" sz="1400" b="0" i="1" smtClean="0">
                            <a:solidFill>
                              <a:schemeClr val="tx1"/>
                            </a:solidFill>
                            <a:latin typeface="Cambria Math" panose="02040503050406030204" pitchFamily="18" charset="0"/>
                          </a:rPr>
                          <m:t>𝑏𝑎𝑠𝑒</m:t>
                        </m:r>
                      </m:sub>
                    </m:sSub>
                    <m:r>
                      <a:rPr lang="ja-JP" altLang="en-US" sz="1400" i="1">
                        <a:latin typeface="Cambria Math" panose="02040503050406030204" pitchFamily="18" charset="0"/>
                      </a:rPr>
                      <m:t>の更新</m:t>
                    </m:r>
                  </m:oMath>
                </a14:m>
                <a:endParaRPr lang="ja-JP" altLang="en-US" sz="3200"/>
              </a:p>
            </p:txBody>
          </p:sp>
        </mc:Choice>
        <mc:Fallback>
          <p:sp>
            <p:nvSpPr>
              <p:cNvPr id="165" name="テキスト ボックス 164">
                <a:extLst>
                  <a:ext uri="{FF2B5EF4-FFF2-40B4-BE49-F238E27FC236}">
                    <a16:creationId xmlns:a16="http://schemas.microsoft.com/office/drawing/2014/main" id="{3AE6DE74-5FD0-9895-10C0-84832D1F9CAE}"/>
                  </a:ext>
                </a:extLst>
              </p:cNvPr>
              <p:cNvSpPr txBox="1">
                <a:spLocks noRot="1" noChangeAspect="1" noMove="1" noResize="1" noEditPoints="1" noAdjustHandles="1" noChangeArrowheads="1" noChangeShapeType="1" noTextEdit="1"/>
              </p:cNvSpPr>
              <p:nvPr/>
            </p:nvSpPr>
            <p:spPr>
              <a:xfrm>
                <a:off x="8761553" y="3444396"/>
                <a:ext cx="2058320" cy="307777"/>
              </a:xfrm>
              <a:prstGeom prst="rect">
                <a:avLst/>
              </a:prstGeom>
              <a:blipFill>
                <a:blip r:embed="rId20"/>
                <a:stretch>
                  <a:fillRect l="-888" t="-7843" b="-2156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67" name="テキスト ボックス 166">
                <a:extLst>
                  <a:ext uri="{FF2B5EF4-FFF2-40B4-BE49-F238E27FC236}">
                    <a16:creationId xmlns:a16="http://schemas.microsoft.com/office/drawing/2014/main" id="{2F71C81B-F16F-2609-DB50-B431A5DA5138}"/>
                  </a:ext>
                </a:extLst>
              </p:cNvPr>
              <p:cNvSpPr txBox="1"/>
              <p:nvPr/>
            </p:nvSpPr>
            <p:spPr>
              <a:xfrm>
                <a:off x="7512696" y="3669196"/>
                <a:ext cx="4392676" cy="424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ja-JP" altLang="en-US" sz="1200" i="1" smtClean="0">
                              <a:latin typeface="Cambria Math" panose="02040503050406030204" pitchFamily="18" charset="0"/>
                            </a:rPr>
                          </m:ctrlPr>
                        </m:sSubSupPr>
                        <m:e>
                          <m:r>
                            <a:rPr lang="ja-JP" altLang="en-US" sz="1200" i="1">
                              <a:latin typeface="Cambria Math" panose="02040503050406030204" pitchFamily="18" charset="0"/>
                            </a:rPr>
                            <m:t>𝜃</m:t>
                          </m:r>
                        </m:e>
                        <m:sub>
                          <m:r>
                            <a:rPr lang="ja-JP" altLang="en-US" sz="1200" i="1">
                              <a:latin typeface="Cambria Math" panose="02040503050406030204" pitchFamily="18" charset="0"/>
                            </a:rPr>
                            <m:t>𝑏𝑎𝑠𝑒</m:t>
                          </m:r>
                        </m:sub>
                        <m: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𝑟</m:t>
                              </m:r>
                            </m:e>
                          </m:d>
                        </m:sup>
                      </m:sSubSup>
                      <m:r>
                        <a:rPr lang="ja-JP" altLang="en-US" sz="1200" i="0">
                          <a:latin typeface="Cambria Math" panose="02040503050406030204" pitchFamily="18" charset="0"/>
                        </a:rPr>
                        <m:t>←</m:t>
                      </m:r>
                      <m:r>
                        <m:rPr>
                          <m:nor/>
                        </m:rPr>
                        <a:rPr lang="ja-JP" altLang="en-US" sz="1200" b="0" i="0">
                          <a:latin typeface="Cambria Math" panose="02040503050406030204" pitchFamily="18" charset="0"/>
                        </a:rPr>
                        <m:t> </m:t>
                      </m:r>
                      <m:r>
                        <m:rPr>
                          <m:nor/>
                        </m:rPr>
                        <a:rPr lang="ja-JP" altLang="en-US" sz="1200" b="0" i="0">
                          <a:latin typeface="Cambria Math" panose="02040503050406030204" pitchFamily="18" charset="0"/>
                        </a:rPr>
                        <m:t>Optimizer</m:t>
                      </m:r>
                      <m:r>
                        <m:rPr>
                          <m:nor/>
                        </m:rPr>
                        <a:rPr lang="ja-JP" altLang="en-US" sz="1200" b="0" i="0">
                          <a:latin typeface="Cambria Math" panose="02040503050406030204" pitchFamily="18" charset="0"/>
                        </a:rPr>
                        <m:t> </m:t>
                      </m:r>
                      <m:d>
                        <m:dPr>
                          <m:ctrlPr>
                            <a:rPr lang="ja-JP" altLang="en-US" sz="1200" b="0" i="1">
                              <a:latin typeface="Cambria Math" panose="02040503050406030204" pitchFamily="18" charset="0"/>
                            </a:rPr>
                          </m:ctrlPr>
                        </m:dPr>
                        <m:e>
                          <m:sSubSup>
                            <m:sSubSupPr>
                              <m:ctrlPr>
                                <a:rPr lang="ja-JP" altLang="en-US" sz="1200" b="0" i="1">
                                  <a:latin typeface="Cambria Math" panose="02040503050406030204" pitchFamily="18" charset="0"/>
                                </a:rPr>
                              </m:ctrlPr>
                            </m:sSubSupPr>
                            <m:e>
                              <m:r>
                                <a:rPr lang="ja-JP" altLang="en-US" sz="1200" b="0" i="1">
                                  <a:latin typeface="Cambria Math" panose="02040503050406030204" pitchFamily="18" charset="0"/>
                                </a:rPr>
                                <m:t>𝜃</m:t>
                              </m:r>
                            </m:e>
                            <m:sub>
                              <m:r>
                                <a:rPr lang="ja-JP" altLang="en-US" sz="1200" b="0" i="1">
                                  <a:latin typeface="Cambria Math" panose="02040503050406030204" pitchFamily="18" charset="0"/>
                                </a:rPr>
                                <m:t>𝑏𝑎𝑠𝑒</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−1)</m:t>
                              </m:r>
                            </m:sup>
                          </m:sSubSup>
                          <m:r>
                            <a:rPr lang="ja-JP" altLang="en-US" sz="1200" b="0" i="0">
                              <a:latin typeface="Cambria Math" panose="02040503050406030204" pitchFamily="18" charset="0"/>
                            </a:rPr>
                            <m:t>,</m:t>
                          </m:r>
                          <m:sSub>
                            <m:sSubPr>
                              <m:ctrlPr>
                                <a:rPr lang="ja-JP" altLang="en-US" sz="1200" b="0" i="1">
                                  <a:latin typeface="Cambria Math" panose="02040503050406030204" pitchFamily="18" charset="0"/>
                                </a:rPr>
                              </m:ctrlPr>
                            </m:sSubPr>
                            <m:e>
                              <m:r>
                                <m:rPr>
                                  <m:sty m:val="p"/>
                                </m:rPr>
                                <a:rPr lang="ja-JP" altLang="en-US" sz="1200" b="0" i="0">
                                  <a:latin typeface="Cambria Math" panose="02040503050406030204" pitchFamily="18" charset="0"/>
                                </a:rPr>
                                <m:t>∇</m:t>
                              </m:r>
                            </m:e>
                            <m:sub>
                              <m:sSubSup>
                                <m:sSubSupPr>
                                  <m:ctrlPr>
                                    <a:rPr lang="ja-JP" altLang="en-US" sz="1200" b="0" i="1">
                                      <a:latin typeface="Cambria Math" panose="02040503050406030204" pitchFamily="18" charset="0"/>
                                    </a:rPr>
                                  </m:ctrlPr>
                                </m:sSubSupPr>
                                <m:e>
                                  <m:r>
                                    <a:rPr lang="ja-JP" altLang="en-US" sz="1200" b="0" i="1">
                                      <a:latin typeface="Cambria Math" panose="02040503050406030204" pitchFamily="18" charset="0"/>
                                    </a:rPr>
                                    <m:t>𝜃</m:t>
                                  </m:r>
                                </m:e>
                                <m:sub>
                                  <m:r>
                                    <a:rPr lang="ja-JP" altLang="en-US" sz="1200" b="0" i="1">
                                      <a:latin typeface="Cambria Math" panose="02040503050406030204" pitchFamily="18" charset="0"/>
                                    </a:rPr>
                                    <m:t>𝑏𝑎𝑠𝑒</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−1)</m:t>
                                  </m:r>
                                </m:sup>
                              </m:sSubSup>
                            </m:sub>
                          </m:sSub>
                          <m:sSub>
                            <m:sSubPr>
                              <m:ctrlPr>
                                <a:rPr lang="ja-JP" altLang="en-US" sz="1200" b="0" i="1">
                                  <a:latin typeface="Cambria Math" panose="02040503050406030204" pitchFamily="18" charset="0"/>
                                </a:rPr>
                              </m:ctrlPr>
                            </m:sSubPr>
                            <m:e>
                              <m:r>
                                <a:rPr lang="ja-JP" altLang="en-US" sz="1200" b="0" i="0">
                                  <a:latin typeface="Cambria Math" panose="02040503050406030204" pitchFamily="18" charset="0"/>
                                </a:rPr>
                                <m:t>ℒ</m:t>
                              </m:r>
                            </m:e>
                            <m:sub>
                              <m:r>
                                <a:rPr lang="ja-JP" altLang="en-US" sz="1200" b="0" i="1">
                                  <a:latin typeface="Cambria Math" panose="02040503050406030204" pitchFamily="18" charset="0"/>
                                </a:rPr>
                                <m:t>𝑝𝑟𝑒𝑑</m:t>
                              </m:r>
                            </m:sub>
                          </m:sSub>
                          <m:r>
                            <a:rPr lang="ja-JP" altLang="en-US" sz="1200" b="0" i="0">
                              <a:latin typeface="Cambria Math" panose="02040503050406030204" pitchFamily="18" charset="0"/>
                            </a:rPr>
                            <m:t>;</m:t>
                          </m:r>
                          <m:sSub>
                            <m:sSubPr>
                              <m:ctrlPr>
                                <a:rPr lang="ja-JP" altLang="en-US" sz="1200" b="0" i="1">
                                  <a:latin typeface="Cambria Math" panose="02040503050406030204" pitchFamily="18" charset="0"/>
                                </a:rPr>
                              </m:ctrlPr>
                            </m:sSubPr>
                            <m:e>
                              <m:r>
                                <a:rPr lang="ja-JP" altLang="en-US" sz="1200" b="0" i="1">
                                  <a:latin typeface="Cambria Math" panose="02040503050406030204" pitchFamily="18" charset="0"/>
                                </a:rPr>
                                <m:t>𝜂</m:t>
                              </m:r>
                            </m:e>
                            <m:sub>
                              <m:r>
                                <a:rPr lang="ja-JP" altLang="en-US" sz="1200" b="0" i="1">
                                  <a:latin typeface="Cambria Math" panose="02040503050406030204" pitchFamily="18" charset="0"/>
                                </a:rPr>
                                <m:t>𝑏𝑎𝑠𝑒</m:t>
                              </m:r>
                            </m:sub>
                          </m:sSub>
                        </m:e>
                      </m:d>
                    </m:oMath>
                  </m:oMathPara>
                </a14:m>
                <a:endParaRPr lang="ja-JP" altLang="en-US" sz="1200"/>
              </a:p>
            </p:txBody>
          </p:sp>
        </mc:Choice>
        <mc:Fallback>
          <p:sp>
            <p:nvSpPr>
              <p:cNvPr id="167" name="テキスト ボックス 166">
                <a:extLst>
                  <a:ext uri="{FF2B5EF4-FFF2-40B4-BE49-F238E27FC236}">
                    <a16:creationId xmlns:a16="http://schemas.microsoft.com/office/drawing/2014/main" id="{2F71C81B-F16F-2609-DB50-B431A5DA5138}"/>
                  </a:ext>
                </a:extLst>
              </p:cNvPr>
              <p:cNvSpPr txBox="1">
                <a:spLocks noRot="1" noChangeAspect="1" noMove="1" noResize="1" noEditPoints="1" noAdjustHandles="1" noChangeArrowheads="1" noChangeShapeType="1" noTextEdit="1"/>
              </p:cNvSpPr>
              <p:nvPr/>
            </p:nvSpPr>
            <p:spPr>
              <a:xfrm>
                <a:off x="7512696" y="3669196"/>
                <a:ext cx="4392676" cy="424219"/>
              </a:xfrm>
              <a:prstGeom prst="rect">
                <a:avLst/>
              </a:prstGeom>
              <a:blipFill>
                <a:blip r:embed="rId21"/>
                <a:stretch>
                  <a:fillRect/>
                </a:stretch>
              </a:blipFill>
            </p:spPr>
            <p:txBody>
              <a:bodyPr/>
              <a:lstStyle/>
              <a:p>
                <a:r>
                  <a:rPr lang="ja-JP" altLang="en-US">
                    <a:noFill/>
                  </a:rPr>
                  <a:t> </a:t>
                </a:r>
              </a:p>
            </p:txBody>
          </p:sp>
        </mc:Fallback>
      </mc:AlternateContent>
      <p:sp>
        <p:nvSpPr>
          <p:cNvPr id="169" name="矢印: 右 168">
            <a:extLst>
              <a:ext uri="{FF2B5EF4-FFF2-40B4-BE49-F238E27FC236}">
                <a16:creationId xmlns:a16="http://schemas.microsoft.com/office/drawing/2014/main" id="{5BAC6073-AAC5-2F0B-C304-76391B94892A}"/>
              </a:ext>
            </a:extLst>
          </p:cNvPr>
          <p:cNvSpPr/>
          <p:nvPr/>
        </p:nvSpPr>
        <p:spPr>
          <a:xfrm rot="5400000">
            <a:off x="9557740" y="3194677"/>
            <a:ext cx="302588" cy="1633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1" name="矢印: 右 170">
            <a:extLst>
              <a:ext uri="{FF2B5EF4-FFF2-40B4-BE49-F238E27FC236}">
                <a16:creationId xmlns:a16="http://schemas.microsoft.com/office/drawing/2014/main" id="{BB755833-91B6-6A00-B6B0-B8E7CD08EFAE}"/>
              </a:ext>
            </a:extLst>
          </p:cNvPr>
          <p:cNvSpPr/>
          <p:nvPr/>
        </p:nvSpPr>
        <p:spPr>
          <a:xfrm rot="5400000">
            <a:off x="9596190" y="4201875"/>
            <a:ext cx="302588" cy="1633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右 11">
            <a:extLst>
              <a:ext uri="{FF2B5EF4-FFF2-40B4-BE49-F238E27FC236}">
                <a16:creationId xmlns:a16="http://schemas.microsoft.com/office/drawing/2014/main" id="{1FE3E4C6-6BAB-CDDA-1038-1637BB376149}"/>
              </a:ext>
            </a:extLst>
          </p:cNvPr>
          <p:cNvSpPr/>
          <p:nvPr/>
        </p:nvSpPr>
        <p:spPr>
          <a:xfrm>
            <a:off x="1722124" y="6394898"/>
            <a:ext cx="2009977" cy="398565"/>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a:t>3.</a:t>
            </a:r>
            <a:r>
              <a:rPr kumimoji="1" lang="ja-JP" altLang="en-US" sz="1200"/>
              <a:t>端末学習</a:t>
            </a:r>
            <a:r>
              <a:rPr kumimoji="1" lang="en-US" altLang="ja-JP" sz="1200"/>
              <a:t>(</a:t>
            </a:r>
            <a:r>
              <a:rPr kumimoji="1" lang="en-US" altLang="ja-JP" sz="1200" err="1"/>
              <a:t>L_task</a:t>
            </a:r>
            <a:r>
              <a:rPr kumimoji="1" lang="en-US" altLang="ja-JP" sz="1200"/>
              <a:t>)</a:t>
            </a:r>
            <a:r>
              <a:rPr kumimoji="1" lang="ja-JP" altLang="en-US" sz="1200"/>
              <a:t>で利用</a:t>
            </a:r>
            <a:endParaRPr kumimoji="1" lang="en-US" altLang="ja-JP" sz="1200"/>
          </a:p>
        </p:txBody>
      </p:sp>
      <mc:AlternateContent xmlns:mc="http://schemas.openxmlformats.org/markup-compatibility/2006">
        <mc:Choice xmlns:a14="http://schemas.microsoft.com/office/drawing/2010/main" Requires="a14">
          <p:sp>
            <p:nvSpPr>
              <p:cNvPr id="28" name="テキスト ボックス 27">
                <a:extLst>
                  <a:ext uri="{FF2B5EF4-FFF2-40B4-BE49-F238E27FC236}">
                    <a16:creationId xmlns:a16="http://schemas.microsoft.com/office/drawing/2014/main" id="{A67B826B-BB77-E36D-EE1F-77C5AA2F60F1}"/>
                  </a:ext>
                </a:extLst>
              </p:cNvPr>
              <p:cNvSpPr txBox="1"/>
              <p:nvPr/>
            </p:nvSpPr>
            <p:spPr>
              <a:xfrm>
                <a:off x="6001761" y="5643276"/>
                <a:ext cx="1331564" cy="4126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en-US" altLang="ja-JP" sz="1100"/>
              </a:p>
              <a:p>
                <a:r>
                  <a:rPr lang="ja-JP" altLang="en-US" sz="1000"/>
                  <a:t>を用いた前向き推論</a:t>
                </a:r>
              </a:p>
            </p:txBody>
          </p:sp>
        </mc:Choice>
        <mc:Fallback>
          <p:sp>
            <p:nvSpPr>
              <p:cNvPr id="28" name="テキスト ボックス 27">
                <a:extLst>
                  <a:ext uri="{FF2B5EF4-FFF2-40B4-BE49-F238E27FC236}">
                    <a16:creationId xmlns:a16="http://schemas.microsoft.com/office/drawing/2014/main" id="{A67B826B-BB77-E36D-EE1F-77C5AA2F60F1}"/>
                  </a:ext>
                </a:extLst>
              </p:cNvPr>
              <p:cNvSpPr txBox="1">
                <a:spLocks noRot="1" noChangeAspect="1" noMove="1" noResize="1" noEditPoints="1" noAdjustHandles="1" noChangeArrowheads="1" noChangeShapeType="1" noTextEdit="1"/>
              </p:cNvSpPr>
              <p:nvPr/>
            </p:nvSpPr>
            <p:spPr>
              <a:xfrm>
                <a:off x="6001761" y="5643276"/>
                <a:ext cx="1331564" cy="412613"/>
              </a:xfrm>
              <a:prstGeom prst="rect">
                <a:avLst/>
              </a:prstGeom>
              <a:blipFill>
                <a:blip r:embed="rId22"/>
                <a:stretch>
                  <a:fillRect b="-59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2" name="矢印: 上向き折線 31">
                <a:extLst>
                  <a:ext uri="{FF2B5EF4-FFF2-40B4-BE49-F238E27FC236}">
                    <a16:creationId xmlns:a16="http://schemas.microsoft.com/office/drawing/2014/main" id="{5936FF42-B699-BEDE-8614-E3F147B97D49}"/>
                  </a:ext>
                </a:extLst>
              </p:cNvPr>
              <p:cNvSpPr/>
              <p:nvPr/>
            </p:nvSpPr>
            <p:spPr>
              <a:xfrm flipH="1">
                <a:off x="5029365" y="3782186"/>
                <a:ext cx="394568" cy="2868155"/>
              </a:xfrm>
              <a:prstGeom prst="bentUpArrow">
                <a:avLst>
                  <a:gd name="adj1" fmla="val 25000"/>
                  <a:gd name="adj2" fmla="val 24014"/>
                  <a:gd name="adj3" fmla="val 50000"/>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ja-JP" sz="1400" i="1" smtClean="0">
                              <a:solidFill>
                                <a:schemeClr val="tx1"/>
                              </a:solidFill>
                              <a:latin typeface="Cambria Math" panose="02040503050406030204" pitchFamily="18" charset="0"/>
                            </a:rPr>
                          </m:ctrlPr>
                        </m:sSubPr>
                        <m:e>
                          <m:r>
                            <a:rPr lang="en-US" altLang="ja-JP" sz="1400" i="1">
                              <a:solidFill>
                                <a:schemeClr val="tx1"/>
                              </a:solidFill>
                              <a:latin typeface="Cambria Math" panose="02040503050406030204" pitchFamily="18" charset="0"/>
                            </a:rPr>
                            <m:t>𝑧</m:t>
                          </m:r>
                        </m:e>
                        <m:sub>
                          <m:r>
                            <a:rPr lang="en-US" altLang="ja-JP" sz="1400" b="0" i="1" smtClean="0">
                              <a:solidFill>
                                <a:schemeClr val="tx1"/>
                              </a:solidFill>
                              <a:latin typeface="Cambria Math" panose="02040503050406030204" pitchFamily="18" charset="0"/>
                            </a:rPr>
                            <m:t>𝑘</m:t>
                          </m:r>
                        </m:sub>
                      </m:sSub>
                      <m:d>
                        <m:dPr>
                          <m:ctrlPr>
                            <a:rPr lang="en-US" altLang="ja-JP" sz="1400" i="1">
                              <a:solidFill>
                                <a:schemeClr val="tx1"/>
                              </a:solidFill>
                              <a:latin typeface="Cambria Math" panose="02040503050406030204" pitchFamily="18" charset="0"/>
                            </a:rPr>
                          </m:ctrlPr>
                        </m:dPr>
                        <m:e>
                          <m:r>
                            <a:rPr lang="en-US" altLang="ja-JP" sz="1400" i="1">
                              <a:solidFill>
                                <a:schemeClr val="tx1"/>
                              </a:solidFill>
                              <a:latin typeface="Cambria Math" panose="02040503050406030204" pitchFamily="18" charset="0"/>
                            </a:rPr>
                            <m:t>𝑥</m:t>
                          </m:r>
                        </m:e>
                      </m:d>
                    </m:oMath>
                  </m:oMathPara>
                </a14:m>
                <a:endParaRPr kumimoji="1" lang="ja-JP" altLang="en-US" sz="1400">
                  <a:solidFill>
                    <a:schemeClr val="tx1"/>
                  </a:solidFill>
                </a:endParaRPr>
              </a:p>
            </p:txBody>
          </p:sp>
        </mc:Choice>
        <mc:Fallback>
          <p:sp>
            <p:nvSpPr>
              <p:cNvPr id="32" name="矢印: 上向き折線 31">
                <a:extLst>
                  <a:ext uri="{FF2B5EF4-FFF2-40B4-BE49-F238E27FC236}">
                    <a16:creationId xmlns:a16="http://schemas.microsoft.com/office/drawing/2014/main" id="{5936FF42-B699-BEDE-8614-E3F147B97D49}"/>
                  </a:ext>
                </a:extLst>
              </p:cNvPr>
              <p:cNvSpPr>
                <a:spLocks noRot="1" noChangeAspect="1" noMove="1" noResize="1" noEditPoints="1" noAdjustHandles="1" noChangeArrowheads="1" noChangeShapeType="1" noTextEdit="1"/>
              </p:cNvSpPr>
              <p:nvPr/>
            </p:nvSpPr>
            <p:spPr>
              <a:xfrm flipH="1">
                <a:off x="5029365" y="3782186"/>
                <a:ext cx="394568" cy="2868155"/>
              </a:xfrm>
              <a:prstGeom prst="bentUpArrow">
                <a:avLst>
                  <a:gd name="adj1" fmla="val 25000"/>
                  <a:gd name="adj2" fmla="val 24014"/>
                  <a:gd name="adj3" fmla="val 50000"/>
                </a:avLst>
              </a:prstGeom>
              <a:blipFill>
                <a:blip r:embed="rId23"/>
                <a:stretch>
                  <a:fillRect l="-10294" b="-2947"/>
                </a:stretch>
              </a:blipFill>
              <a:ln>
                <a:solidFill>
                  <a:srgbClr val="D96C4A"/>
                </a:solidFill>
              </a:ln>
            </p:spPr>
            <p:txBody>
              <a:bodyPr/>
              <a:lstStyle/>
              <a:p>
                <a:r>
                  <a:rPr lang="ja-JP" altLang="en-US">
                    <a:noFill/>
                  </a:rPr>
                  <a:t> </a:t>
                </a:r>
              </a:p>
            </p:txBody>
          </p:sp>
        </mc:Fallback>
      </mc:AlternateContent>
      <p:cxnSp>
        <p:nvCxnSpPr>
          <p:cNvPr id="4" name="直線コネクタ 3">
            <a:extLst>
              <a:ext uri="{FF2B5EF4-FFF2-40B4-BE49-F238E27FC236}">
                <a16:creationId xmlns:a16="http://schemas.microsoft.com/office/drawing/2014/main" id="{5242B3D8-F228-1609-F974-A37F68042716}"/>
              </a:ext>
            </a:extLst>
          </p:cNvPr>
          <p:cNvCxnSpPr>
            <a:cxnSpLocks/>
          </p:cNvCxnSpPr>
          <p:nvPr/>
        </p:nvCxnSpPr>
        <p:spPr>
          <a:xfrm>
            <a:off x="4176730" y="2968872"/>
            <a:ext cx="2919873" cy="17692"/>
          </a:xfrm>
          <a:prstGeom prst="line">
            <a:avLst/>
          </a:prstGeom>
          <a:ln>
            <a:solidFill>
              <a:srgbClr val="00206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テキスト ボックス 22">
                <a:extLst>
                  <a:ext uri="{FF2B5EF4-FFF2-40B4-BE49-F238E27FC236}">
                    <a16:creationId xmlns:a16="http://schemas.microsoft.com/office/drawing/2014/main" id="{9CEA611F-B4B4-EF55-C228-91F6E575944F}"/>
                  </a:ext>
                </a:extLst>
              </p:cNvPr>
              <p:cNvSpPr txBox="1"/>
              <p:nvPr/>
            </p:nvSpPr>
            <p:spPr>
              <a:xfrm>
                <a:off x="4414098" y="3004837"/>
                <a:ext cx="2554444" cy="325282"/>
              </a:xfrm>
              <a:prstGeom prst="rect">
                <a:avLst/>
              </a:prstGeom>
              <a:noFill/>
            </p:spPr>
            <p:txBody>
              <a:bodyPr wrap="square">
                <a:spAutoFit/>
              </a:bodyPr>
              <a:lstStyle/>
              <a:p>
                <a:r>
                  <a:rPr kumimoji="1" lang="ja-JP" altLang="en-US" sz="1400"/>
                  <a:t>サンプル </a:t>
                </a:r>
                <a:r>
                  <a:rPr kumimoji="1" lang="en-US" altLang="ja-JP" sz="1400"/>
                  <a:t>ID </a:t>
                </a:r>
                <a:r>
                  <a:rPr kumimoji="1" lang="ja-JP" altLang="en-US" sz="1400"/>
                  <a:t>と</a:t>
                </a:r>
                <a14:m>
                  <m:oMath xmlns:m="http://schemas.openxmlformats.org/officeDocument/2006/math">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𝑧</m:t>
                        </m:r>
                      </m:e>
                      <m:sub>
                        <m:r>
                          <a:rPr lang="en-US" altLang="ja-JP" sz="1400" b="0" i="1" smtClean="0">
                            <a:latin typeface="Cambria Math" panose="02040503050406030204" pitchFamily="18" charset="0"/>
                          </a:rPr>
                          <m:t>𝑎𝑔𝑔</m:t>
                        </m:r>
                      </m:sub>
                    </m:sSub>
                    <m:d>
                      <m:dPr>
                        <m:ctrlPr>
                          <a:rPr lang="en-US" altLang="ja-JP" sz="1400" i="1">
                            <a:latin typeface="Cambria Math" panose="02040503050406030204" pitchFamily="18" charset="0"/>
                          </a:rPr>
                        </m:ctrlPr>
                      </m:dPr>
                      <m:e>
                        <m:r>
                          <a:rPr lang="en-US" altLang="ja-JP" sz="1400" i="1">
                            <a:latin typeface="Cambria Math" panose="02040503050406030204" pitchFamily="18" charset="0"/>
                          </a:rPr>
                          <m:t>𝑥</m:t>
                        </m:r>
                      </m:e>
                    </m:d>
                  </m:oMath>
                </a14:m>
                <a:r>
                  <a:rPr lang="ja-JP" altLang="en-US" sz="1400"/>
                  <a:t>を送信</a:t>
                </a:r>
              </a:p>
            </p:txBody>
          </p:sp>
        </mc:Choice>
        <mc:Fallback>
          <p:sp>
            <p:nvSpPr>
              <p:cNvPr id="23" name="テキスト ボックス 22">
                <a:extLst>
                  <a:ext uri="{FF2B5EF4-FFF2-40B4-BE49-F238E27FC236}">
                    <a16:creationId xmlns:a16="http://schemas.microsoft.com/office/drawing/2014/main" id="{9CEA611F-B4B4-EF55-C228-91F6E575944F}"/>
                  </a:ext>
                </a:extLst>
              </p:cNvPr>
              <p:cNvSpPr txBox="1">
                <a:spLocks noRot="1" noChangeAspect="1" noMove="1" noResize="1" noEditPoints="1" noAdjustHandles="1" noChangeArrowheads="1" noChangeShapeType="1" noTextEdit="1"/>
              </p:cNvSpPr>
              <p:nvPr/>
            </p:nvSpPr>
            <p:spPr>
              <a:xfrm>
                <a:off x="4414098" y="3004837"/>
                <a:ext cx="2554444" cy="325282"/>
              </a:xfrm>
              <a:prstGeom prst="rect">
                <a:avLst/>
              </a:prstGeom>
              <a:blipFill>
                <a:blip r:embed="rId24"/>
                <a:stretch>
                  <a:fillRect l="-716" t="-7547" b="-15094"/>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6" name="テキスト ボックス 35">
                <a:extLst>
                  <a:ext uri="{FF2B5EF4-FFF2-40B4-BE49-F238E27FC236}">
                    <a16:creationId xmlns:a16="http://schemas.microsoft.com/office/drawing/2014/main" id="{C20A3E7B-94E8-B579-3B3A-12BDF14DC1D6}"/>
                  </a:ext>
                </a:extLst>
              </p:cNvPr>
              <p:cNvSpPr txBox="1"/>
              <p:nvPr/>
            </p:nvSpPr>
            <p:spPr>
              <a:xfrm>
                <a:off x="1336531" y="3038768"/>
                <a:ext cx="2253042" cy="326115"/>
              </a:xfrm>
              <a:prstGeom prst="rect">
                <a:avLst/>
              </a:prstGeom>
              <a:noFill/>
            </p:spPr>
            <p:txBody>
              <a:bodyPr wrap="square">
                <a:spAutoFit/>
              </a:bodyPr>
              <a:lstStyle/>
              <a:p>
                <a:r>
                  <a:rPr lang="en-US" altLang="ja-JP" sz="1200"/>
                  <a:t>2.</a:t>
                </a:r>
                <a:r>
                  <a:rPr lang="ja-JP" altLang="en-US" sz="1200"/>
                  <a:t>蒸留配布の</a:t>
                </a:r>
                <a14:m>
                  <m:oMath xmlns:m="http://schemas.openxmlformats.org/officeDocument/2006/math">
                    <m:sSubSup>
                      <m:sSubSupPr>
                        <m:ctrlPr>
                          <a:rPr lang="en-US" altLang="ja-JP" sz="1200" i="1">
                            <a:latin typeface="Cambria Math" panose="02040503050406030204" pitchFamily="18" charset="0"/>
                          </a:rPr>
                        </m:ctrlPr>
                      </m:sSubSupPr>
                      <m:e>
                        <m:r>
                          <a:rPr lang="ja-JP" altLang="en-US" sz="1200" i="1">
                            <a:latin typeface="Cambria Math" panose="02040503050406030204" pitchFamily="18" charset="0"/>
                          </a:rPr>
                          <m:t>𝑝</m:t>
                        </m:r>
                      </m:e>
                      <m:sub>
                        <m:r>
                          <a:rPr lang="en-US" altLang="ja-JP" sz="1200" i="1">
                            <a:latin typeface="Cambria Math" panose="02040503050406030204" pitchFamily="18" charset="0"/>
                          </a:rPr>
                          <m:t>𝑏𝑎𝑠𝑒</m:t>
                        </m:r>
                      </m:sub>
                      <m:sup>
                        <m:r>
                          <a:rPr lang="en-US" altLang="ja-JP" sz="1200" i="1">
                            <a:latin typeface="Cambria Math" panose="02040503050406030204" pitchFamily="18" charset="0"/>
                          </a:rPr>
                          <m:t>(</m:t>
                        </m:r>
                        <m:r>
                          <a:rPr lang="en-US" altLang="ja-JP" sz="1200" i="1">
                            <a:latin typeface="Cambria Math" panose="02040503050406030204" pitchFamily="18" charset="0"/>
                          </a:rPr>
                          <m:t>𝑟</m:t>
                        </m:r>
                        <m:r>
                          <a:rPr lang="en-US" altLang="ja-JP" sz="1200" i="1">
                            <a:latin typeface="Cambria Math" panose="02040503050406030204" pitchFamily="18" charset="0"/>
                          </a:rPr>
                          <m:t>−1)</m:t>
                        </m:r>
                      </m:sup>
                    </m:sSub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r>
                      <a:rPr lang="ja-JP" altLang="en-US" sz="1200" i="1">
                        <a:latin typeface="Cambria Math" panose="02040503050406030204" pitchFamily="18" charset="0"/>
                      </a:rPr>
                      <m:t>に</m:t>
                    </m:r>
                  </m:oMath>
                </a14:m>
                <a:r>
                  <a:rPr lang="ja-JP" altLang="en-US" sz="1200"/>
                  <a:t>利用</a:t>
                </a:r>
              </a:p>
            </p:txBody>
          </p:sp>
        </mc:Choice>
        <mc:Fallback>
          <p:sp>
            <p:nvSpPr>
              <p:cNvPr id="36" name="テキスト ボックス 35">
                <a:extLst>
                  <a:ext uri="{FF2B5EF4-FFF2-40B4-BE49-F238E27FC236}">
                    <a16:creationId xmlns:a16="http://schemas.microsoft.com/office/drawing/2014/main" id="{C20A3E7B-94E8-B579-3B3A-12BDF14DC1D6}"/>
                  </a:ext>
                </a:extLst>
              </p:cNvPr>
              <p:cNvSpPr txBox="1">
                <a:spLocks noRot="1" noChangeAspect="1" noMove="1" noResize="1" noEditPoints="1" noAdjustHandles="1" noChangeArrowheads="1" noChangeShapeType="1" noTextEdit="1"/>
              </p:cNvSpPr>
              <p:nvPr/>
            </p:nvSpPr>
            <p:spPr>
              <a:xfrm>
                <a:off x="1336531" y="3038768"/>
                <a:ext cx="2253042" cy="326115"/>
              </a:xfrm>
              <a:prstGeom prst="rect">
                <a:avLst/>
              </a:prstGeom>
              <a:blipFill>
                <a:blip r:embed="rId25"/>
                <a:stretch>
                  <a:fillRect b="-11111"/>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E9D86FFB-7C3D-663E-89FE-2CFB655E7CA3}"/>
                  </a:ext>
                </a:extLst>
              </p:cNvPr>
              <p:cNvSpPr txBox="1"/>
              <p:nvPr/>
            </p:nvSpPr>
            <p:spPr>
              <a:xfrm>
                <a:off x="4345352" y="1094852"/>
                <a:ext cx="2477182" cy="430887"/>
              </a:xfrm>
              <a:prstGeom prst="rect">
                <a:avLst/>
              </a:prstGeom>
              <a:noFill/>
            </p:spPr>
            <p:txBody>
              <a:bodyPr wrap="square">
                <a:spAutoFit/>
              </a:bodyPr>
              <a:lstStyle/>
              <a:p>
                <a:pPr algn="ctr"/>
                <a:r>
                  <a:rPr lang="ja-JP" altLang="en-US" sz="1100"/>
                  <a:t>各</a:t>
                </a:r>
                <a14:m>
                  <m:oMath xmlns:m="http://schemas.openxmlformats.org/officeDocument/2006/math">
                    <m:sSub>
                      <m:sSubPr>
                        <m:ctrlPr>
                          <a:rPr lang="en-US" altLang="ja-JP" sz="1100" i="1">
                            <a:latin typeface="Cambria Math" panose="02040503050406030204" pitchFamily="18" charset="0"/>
                          </a:rPr>
                        </m:ctrlPr>
                      </m:sSubPr>
                      <m:e>
                        <m:r>
                          <a:rPr lang="en-US" altLang="ja-JP" sz="1100" i="1">
                            <a:latin typeface="Cambria Math" panose="02040503050406030204" pitchFamily="18" charset="0"/>
                          </a:rPr>
                          <m:t>𝑧</m:t>
                        </m:r>
                      </m:e>
                      <m:sub>
                        <m:r>
                          <a:rPr lang="en-US" altLang="ja-JP" sz="1100" i="1">
                            <a:latin typeface="Cambria Math" panose="02040503050406030204" pitchFamily="18" charset="0"/>
                          </a:rPr>
                          <m:t>𝑘</m:t>
                        </m:r>
                      </m:sub>
                    </m:sSub>
                    <m:d>
                      <m:dPr>
                        <m:ctrlPr>
                          <a:rPr lang="en-US" altLang="ja-JP" sz="1100" i="1">
                            <a:latin typeface="Cambria Math" panose="02040503050406030204" pitchFamily="18" charset="0"/>
                          </a:rPr>
                        </m:ctrlPr>
                      </m:dPr>
                      <m:e>
                        <m:r>
                          <a:rPr lang="en-US" altLang="ja-JP" sz="1100" i="1">
                            <a:latin typeface="Cambria Math" panose="02040503050406030204" pitchFamily="18" charset="0"/>
                          </a:rPr>
                          <m:t>𝑥</m:t>
                        </m:r>
                      </m:e>
                    </m:d>
                  </m:oMath>
                </a14:m>
                <a:r>
                  <a:rPr lang="ja-JP" altLang="en-US" sz="1100"/>
                  <a:t>から重み付き平均により集約分布を作成</a:t>
                </a:r>
                <a:endParaRPr lang="en-US" altLang="ja-JP" sz="1100"/>
              </a:p>
            </p:txBody>
          </p:sp>
        </mc:Choice>
        <mc:Fallback>
          <p:sp>
            <p:nvSpPr>
              <p:cNvPr id="41" name="テキスト ボックス 40">
                <a:extLst>
                  <a:ext uri="{FF2B5EF4-FFF2-40B4-BE49-F238E27FC236}">
                    <a16:creationId xmlns:a16="http://schemas.microsoft.com/office/drawing/2014/main" id="{E9D86FFB-7C3D-663E-89FE-2CFB655E7CA3}"/>
                  </a:ext>
                </a:extLst>
              </p:cNvPr>
              <p:cNvSpPr txBox="1">
                <a:spLocks noRot="1" noChangeAspect="1" noMove="1" noResize="1" noEditPoints="1" noAdjustHandles="1" noChangeArrowheads="1" noChangeShapeType="1" noTextEdit="1"/>
              </p:cNvSpPr>
              <p:nvPr/>
            </p:nvSpPr>
            <p:spPr>
              <a:xfrm>
                <a:off x="4345352" y="1094852"/>
                <a:ext cx="2477182" cy="430887"/>
              </a:xfrm>
              <a:prstGeom prst="rect">
                <a:avLst/>
              </a:prstGeom>
              <a:blipFill>
                <a:blip r:embed="rId26"/>
                <a:stretch>
                  <a:fillRect t="-1429" b="-714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5" name="テキスト ボックス 44">
                <a:extLst>
                  <a:ext uri="{FF2B5EF4-FFF2-40B4-BE49-F238E27FC236}">
                    <a16:creationId xmlns:a16="http://schemas.microsoft.com/office/drawing/2014/main" id="{6C645D79-A246-336F-88A9-527DEE26A0D3}"/>
                  </a:ext>
                </a:extLst>
              </p:cNvPr>
              <p:cNvSpPr txBox="1"/>
              <p:nvPr/>
            </p:nvSpPr>
            <p:spPr>
              <a:xfrm>
                <a:off x="4614588" y="1562290"/>
                <a:ext cx="2032188" cy="3354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400" i="1" smtClean="0">
                              <a:latin typeface="Cambria Math" panose="02040503050406030204" pitchFamily="18" charset="0"/>
                            </a:rPr>
                          </m:ctrlPr>
                        </m:sSubPr>
                        <m:e>
                          <m:r>
                            <a:rPr lang="ja-JP" altLang="en-US" sz="1400" i="1">
                              <a:latin typeface="Cambria Math" panose="02040503050406030204" pitchFamily="18" charset="0"/>
                            </a:rPr>
                            <m:t>𝑞</m:t>
                          </m:r>
                        </m:e>
                        <m:sub>
                          <m:r>
                            <a:rPr lang="ja-JP" altLang="en-US" sz="1400" i="1">
                              <a:latin typeface="Cambria Math" panose="02040503050406030204" pitchFamily="18" charset="0"/>
                            </a:rPr>
                            <m:t>𝑘</m:t>
                          </m:r>
                        </m:sub>
                      </m:sSub>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r>
                        <a:rPr lang="ja-JP" altLang="en-US" sz="1400" i="0">
                          <a:latin typeface="Cambria Math" panose="02040503050406030204" pitchFamily="18" charset="0"/>
                        </a:rPr>
                        <m:t>=</m:t>
                      </m:r>
                      <m:r>
                        <m:rPr>
                          <m:sty m:val="p"/>
                        </m:rPr>
                        <a:rPr lang="ja-JP" altLang="en-US" sz="1400" i="0">
                          <a:latin typeface="Cambria Math" panose="02040503050406030204" pitchFamily="18" charset="0"/>
                        </a:rPr>
                        <m:t>softmax</m:t>
                      </m:r>
                      <m:d>
                        <m:dPr>
                          <m:ctrlPr>
                            <a:rPr lang="ja-JP" altLang="en-US" sz="1400" i="1">
                              <a:latin typeface="Cambria Math" panose="02040503050406030204" pitchFamily="18" charset="0"/>
                            </a:rPr>
                          </m:ctrlPr>
                        </m:dPr>
                        <m:e>
                          <m:sSub>
                            <m:sSubPr>
                              <m:ctrlPr>
                                <a:rPr lang="ja-JP" altLang="en-US" sz="1400" i="1">
                                  <a:latin typeface="Cambria Math" panose="02040503050406030204" pitchFamily="18" charset="0"/>
                                </a:rPr>
                              </m:ctrlPr>
                            </m:sSubPr>
                            <m:e>
                              <m:r>
                                <a:rPr lang="ja-JP" altLang="en-US" sz="1400" i="1">
                                  <a:latin typeface="Cambria Math" panose="02040503050406030204" pitchFamily="18" charset="0"/>
                                </a:rPr>
                                <m:t>𝑧</m:t>
                              </m:r>
                            </m:e>
                            <m:sub>
                              <m:r>
                                <a:rPr lang="ja-JP" altLang="en-US" sz="1400" i="1">
                                  <a:latin typeface="Cambria Math" panose="02040503050406030204" pitchFamily="18" charset="0"/>
                                </a:rPr>
                                <m:t>𝑘</m:t>
                              </m:r>
                            </m:sub>
                          </m:sSub>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e>
                      </m:d>
                    </m:oMath>
                  </m:oMathPara>
                </a14:m>
                <a:endParaRPr lang="ja-JP" altLang="en-US" sz="1400"/>
              </a:p>
            </p:txBody>
          </p:sp>
        </mc:Choice>
        <mc:Fallback>
          <p:sp>
            <p:nvSpPr>
              <p:cNvPr id="45" name="テキスト ボックス 44">
                <a:extLst>
                  <a:ext uri="{FF2B5EF4-FFF2-40B4-BE49-F238E27FC236}">
                    <a16:creationId xmlns:a16="http://schemas.microsoft.com/office/drawing/2014/main" id="{6C645D79-A246-336F-88A9-527DEE26A0D3}"/>
                  </a:ext>
                </a:extLst>
              </p:cNvPr>
              <p:cNvSpPr txBox="1">
                <a:spLocks noRot="1" noChangeAspect="1" noMove="1" noResize="1" noEditPoints="1" noAdjustHandles="1" noChangeArrowheads="1" noChangeShapeType="1" noTextEdit="1"/>
              </p:cNvSpPr>
              <p:nvPr/>
            </p:nvSpPr>
            <p:spPr>
              <a:xfrm>
                <a:off x="4614588" y="1562290"/>
                <a:ext cx="2032188" cy="335476"/>
              </a:xfrm>
              <a:prstGeom prst="rect">
                <a:avLst/>
              </a:prstGeom>
              <a:blipFill>
                <a:blip r:embed="rId27"/>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9" name="テキスト ボックス 48">
                <a:extLst>
                  <a:ext uri="{FF2B5EF4-FFF2-40B4-BE49-F238E27FC236}">
                    <a16:creationId xmlns:a16="http://schemas.microsoft.com/office/drawing/2014/main" id="{8EA17079-F56D-D0EB-FC4A-447FC608C327}"/>
                  </a:ext>
                </a:extLst>
              </p:cNvPr>
              <p:cNvSpPr txBox="1"/>
              <p:nvPr/>
            </p:nvSpPr>
            <p:spPr>
              <a:xfrm>
                <a:off x="4625831" y="1874217"/>
                <a:ext cx="1757417" cy="5466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050" i="1" smtClean="0">
                              <a:latin typeface="Cambria Math" panose="02040503050406030204" pitchFamily="18" charset="0"/>
                            </a:rPr>
                          </m:ctrlPr>
                        </m:sSubPr>
                        <m:e>
                          <m:r>
                            <a:rPr lang="ja-JP" altLang="en-US" sz="1050" i="1">
                              <a:latin typeface="Cambria Math" panose="02040503050406030204" pitchFamily="18" charset="0"/>
                            </a:rPr>
                            <m:t>𝑞</m:t>
                          </m:r>
                        </m:e>
                        <m:sub>
                          <m:r>
                            <a:rPr lang="ja-JP" altLang="en-US" sz="1050" i="1">
                              <a:latin typeface="Cambria Math" panose="02040503050406030204" pitchFamily="18" charset="0"/>
                            </a:rPr>
                            <m:t>𝑎𝑔𝑔</m:t>
                          </m:r>
                        </m:sub>
                      </m:sSub>
                      <m:d>
                        <m:dPr>
                          <m:ctrlPr>
                            <a:rPr lang="ja-JP" altLang="en-US" sz="1050" i="1">
                              <a:latin typeface="Cambria Math" panose="02040503050406030204" pitchFamily="18" charset="0"/>
                            </a:rPr>
                          </m:ctrlPr>
                        </m:dPr>
                        <m:e>
                          <m:r>
                            <a:rPr lang="ja-JP" altLang="en-US" sz="1050" i="1">
                              <a:latin typeface="Cambria Math" panose="02040503050406030204" pitchFamily="18" charset="0"/>
                            </a:rPr>
                            <m:t>𝑥</m:t>
                          </m:r>
                        </m:e>
                      </m:d>
                      <m:r>
                        <a:rPr lang="ja-JP" altLang="en-US" sz="1050" i="0">
                          <a:latin typeface="Cambria Math" panose="02040503050406030204" pitchFamily="18" charset="0"/>
                        </a:rPr>
                        <m:t>=</m:t>
                      </m:r>
                      <m:nary>
                        <m:naryPr>
                          <m:chr m:val="∑"/>
                          <m:limLoc m:val="undOvr"/>
                          <m:grow m:val="on"/>
                          <m:ctrlPr>
                            <a:rPr lang="ja-JP" altLang="en-US" sz="1050" i="1">
                              <a:latin typeface="Cambria Math" panose="02040503050406030204" pitchFamily="18" charset="0"/>
                            </a:rPr>
                          </m:ctrlPr>
                        </m:naryPr>
                        <m:sub>
                          <m:r>
                            <a:rPr lang="ja-JP" altLang="en-US" sz="1050" i="1">
                              <a:latin typeface="Cambria Math" panose="02040503050406030204" pitchFamily="18" charset="0"/>
                            </a:rPr>
                            <m:t>𝑘</m:t>
                          </m:r>
                          <m:r>
                            <a:rPr lang="ja-JP" altLang="en-US" sz="1050" i="0">
                              <a:latin typeface="Cambria Math" panose="02040503050406030204" pitchFamily="18" charset="0"/>
                            </a:rPr>
                            <m:t>=1</m:t>
                          </m:r>
                        </m:sub>
                        <m:sup>
                          <m:r>
                            <a:rPr lang="ja-JP" altLang="en-US" sz="1050" i="1">
                              <a:latin typeface="Cambria Math" panose="02040503050406030204" pitchFamily="18" charset="0"/>
                            </a:rPr>
                            <m:t>𝐾</m:t>
                          </m:r>
                        </m:sup>
                        <m:e>
                          <m:r>
                            <a:rPr lang="ja-JP" altLang="en-US" sz="1050" i="0">
                              <a:latin typeface="Cambria Math" panose="02040503050406030204" pitchFamily="18" charset="0"/>
                            </a:rPr>
                            <m:t> </m:t>
                          </m:r>
                        </m:e>
                      </m:nary>
                      <m:sSub>
                        <m:sSubPr>
                          <m:ctrlPr>
                            <a:rPr lang="ja-JP" altLang="en-US" sz="1050" i="1">
                              <a:latin typeface="Cambria Math" panose="02040503050406030204" pitchFamily="18" charset="0"/>
                            </a:rPr>
                          </m:ctrlPr>
                        </m:sSubPr>
                        <m:e>
                          <m:r>
                            <a:rPr lang="ja-JP" altLang="en-US" sz="1050" i="1">
                              <a:latin typeface="Cambria Math" panose="02040503050406030204" pitchFamily="18" charset="0"/>
                            </a:rPr>
                            <m:t>𝛼</m:t>
                          </m:r>
                        </m:e>
                        <m:sub>
                          <m:r>
                            <a:rPr lang="ja-JP" altLang="en-US" sz="1050" i="1">
                              <a:latin typeface="Cambria Math" panose="02040503050406030204" pitchFamily="18" charset="0"/>
                            </a:rPr>
                            <m:t>𝑘</m:t>
                          </m:r>
                        </m:sub>
                      </m:sSub>
                      <m:sSub>
                        <m:sSubPr>
                          <m:ctrlPr>
                            <a:rPr lang="ja-JP" altLang="en-US" sz="1050" i="1">
                              <a:latin typeface="Cambria Math" panose="02040503050406030204" pitchFamily="18" charset="0"/>
                            </a:rPr>
                          </m:ctrlPr>
                        </m:sSubPr>
                        <m:e>
                          <m:r>
                            <a:rPr lang="ja-JP" altLang="en-US" sz="1050" i="1">
                              <a:latin typeface="Cambria Math" panose="02040503050406030204" pitchFamily="18" charset="0"/>
                            </a:rPr>
                            <m:t>𝑞</m:t>
                          </m:r>
                        </m:e>
                        <m:sub>
                          <m:r>
                            <a:rPr lang="ja-JP" altLang="en-US" sz="1050" i="1">
                              <a:latin typeface="Cambria Math" panose="02040503050406030204" pitchFamily="18" charset="0"/>
                            </a:rPr>
                            <m:t>𝑘</m:t>
                          </m:r>
                        </m:sub>
                      </m:sSub>
                      <m:d>
                        <m:dPr>
                          <m:ctrlPr>
                            <a:rPr lang="ja-JP" altLang="en-US" sz="1050" i="1">
                              <a:latin typeface="Cambria Math" panose="02040503050406030204" pitchFamily="18" charset="0"/>
                            </a:rPr>
                          </m:ctrlPr>
                        </m:dPr>
                        <m:e>
                          <m:r>
                            <a:rPr lang="ja-JP" altLang="en-US" sz="1050" i="1">
                              <a:latin typeface="Cambria Math" panose="02040503050406030204" pitchFamily="18" charset="0"/>
                            </a:rPr>
                            <m:t>𝑥</m:t>
                          </m:r>
                        </m:e>
                      </m:d>
                    </m:oMath>
                  </m:oMathPara>
                </a14:m>
                <a:endParaRPr lang="ja-JP" altLang="en-US" sz="1050"/>
              </a:p>
            </p:txBody>
          </p:sp>
        </mc:Choice>
        <mc:Fallback>
          <p:sp>
            <p:nvSpPr>
              <p:cNvPr id="49" name="テキスト ボックス 48">
                <a:extLst>
                  <a:ext uri="{FF2B5EF4-FFF2-40B4-BE49-F238E27FC236}">
                    <a16:creationId xmlns:a16="http://schemas.microsoft.com/office/drawing/2014/main" id="{8EA17079-F56D-D0EB-FC4A-447FC608C327}"/>
                  </a:ext>
                </a:extLst>
              </p:cNvPr>
              <p:cNvSpPr txBox="1">
                <a:spLocks noRot="1" noChangeAspect="1" noMove="1" noResize="1" noEditPoints="1" noAdjustHandles="1" noChangeArrowheads="1" noChangeShapeType="1" noTextEdit="1"/>
              </p:cNvSpPr>
              <p:nvPr/>
            </p:nvSpPr>
            <p:spPr>
              <a:xfrm>
                <a:off x="4625831" y="1874217"/>
                <a:ext cx="1757417" cy="546688"/>
              </a:xfrm>
              <a:prstGeom prst="rect">
                <a:avLst/>
              </a:prstGeom>
              <a:blipFill>
                <a:blip r:embed="rId28"/>
                <a:stretch>
                  <a:fillRect t="-88889" r="-15972" b="-13888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3" name="テキスト ボックス 52">
                <a:extLst>
                  <a:ext uri="{FF2B5EF4-FFF2-40B4-BE49-F238E27FC236}">
                    <a16:creationId xmlns:a16="http://schemas.microsoft.com/office/drawing/2014/main" id="{6243DC41-6021-0D8D-9750-743CCC527B8A}"/>
                  </a:ext>
                </a:extLst>
              </p:cNvPr>
              <p:cNvSpPr txBox="1"/>
              <p:nvPr/>
            </p:nvSpPr>
            <p:spPr>
              <a:xfrm>
                <a:off x="4543414" y="2397356"/>
                <a:ext cx="2002674" cy="325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400" i="1" smtClean="0">
                              <a:latin typeface="Cambria Math" panose="02040503050406030204" pitchFamily="18" charset="0"/>
                            </a:rPr>
                          </m:ctrlPr>
                        </m:sSubPr>
                        <m:e>
                          <m:r>
                            <a:rPr lang="ja-JP" altLang="en-US" sz="1400" i="1">
                              <a:latin typeface="Cambria Math" panose="02040503050406030204" pitchFamily="18" charset="0"/>
                            </a:rPr>
                            <m:t>𝑧</m:t>
                          </m:r>
                        </m:e>
                        <m:sub>
                          <m:r>
                            <a:rPr lang="ja-JP" altLang="en-US" sz="1400" i="1">
                              <a:latin typeface="Cambria Math" panose="02040503050406030204" pitchFamily="18" charset="0"/>
                            </a:rPr>
                            <m:t>𝑎𝑔𝑔</m:t>
                          </m:r>
                        </m:sub>
                      </m:sSub>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r>
                        <a:rPr lang="ja-JP" altLang="en-US" sz="1400" i="0">
                          <a:latin typeface="Cambria Math" panose="02040503050406030204" pitchFamily="18" charset="0"/>
                        </a:rPr>
                        <m:t>=</m:t>
                      </m:r>
                      <m:func>
                        <m:funcPr>
                          <m:ctrlPr>
                            <a:rPr lang="ja-JP" altLang="en-US" sz="1400" i="1">
                              <a:latin typeface="Cambria Math" panose="02040503050406030204" pitchFamily="18" charset="0"/>
                            </a:rPr>
                          </m:ctrlPr>
                        </m:funcPr>
                        <m:fName>
                          <m:r>
                            <a:rPr lang="en-US" altLang="ja-JP" sz="1400" b="0" i="1" smtClean="0">
                              <a:latin typeface="Cambria Math" panose="02040503050406030204" pitchFamily="18" charset="0"/>
                            </a:rPr>
                            <m:t>𝑙</m:t>
                          </m:r>
                          <m:r>
                            <m:rPr>
                              <m:sty m:val="p"/>
                            </m:rPr>
                            <a:rPr lang="en-US" altLang="ja-JP" sz="1400" b="0" i="0" smtClean="0">
                              <a:latin typeface="Cambria Math" panose="02040503050406030204" pitchFamily="18" charset="0"/>
                            </a:rPr>
                            <m:t>og</m:t>
                          </m:r>
                        </m:fName>
                        <m:e>
                          <m:sSub>
                            <m:sSubPr>
                              <m:ctrlPr>
                                <a:rPr lang="ja-JP" altLang="en-US" sz="1400" i="1">
                                  <a:latin typeface="Cambria Math" panose="02040503050406030204" pitchFamily="18" charset="0"/>
                                </a:rPr>
                              </m:ctrlPr>
                            </m:sSubPr>
                            <m:e>
                              <m:r>
                                <a:rPr lang="ja-JP" altLang="en-US" sz="1400" i="1">
                                  <a:latin typeface="Cambria Math" panose="02040503050406030204" pitchFamily="18" charset="0"/>
                                </a:rPr>
                                <m:t>𝑞</m:t>
                              </m:r>
                            </m:e>
                            <m:sub>
                              <m:r>
                                <a:rPr lang="ja-JP" altLang="en-US" sz="1400" i="1">
                                  <a:latin typeface="Cambria Math" panose="02040503050406030204" pitchFamily="18" charset="0"/>
                                </a:rPr>
                                <m:t>𝑎𝑔𝑔</m:t>
                              </m:r>
                            </m:sub>
                          </m:sSub>
                        </m:e>
                      </m:func>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oMath>
                  </m:oMathPara>
                </a14:m>
                <a:endParaRPr lang="ja-JP" altLang="en-US" sz="1400"/>
              </a:p>
            </p:txBody>
          </p:sp>
        </mc:Choice>
        <mc:Fallback>
          <p:sp>
            <p:nvSpPr>
              <p:cNvPr id="53" name="テキスト ボックス 52">
                <a:extLst>
                  <a:ext uri="{FF2B5EF4-FFF2-40B4-BE49-F238E27FC236}">
                    <a16:creationId xmlns:a16="http://schemas.microsoft.com/office/drawing/2014/main" id="{6243DC41-6021-0D8D-9750-743CCC527B8A}"/>
                  </a:ext>
                </a:extLst>
              </p:cNvPr>
              <p:cNvSpPr txBox="1">
                <a:spLocks noRot="1" noChangeAspect="1" noMove="1" noResize="1" noEditPoints="1" noAdjustHandles="1" noChangeArrowheads="1" noChangeShapeType="1" noTextEdit="1"/>
              </p:cNvSpPr>
              <p:nvPr/>
            </p:nvSpPr>
            <p:spPr>
              <a:xfrm>
                <a:off x="4543414" y="2397356"/>
                <a:ext cx="2002674" cy="325282"/>
              </a:xfrm>
              <a:prstGeom prst="rect">
                <a:avLst/>
              </a:prstGeom>
              <a:blipFill>
                <a:blip r:embed="rId29"/>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7" name="矢印: 右 56">
                <a:extLst>
                  <a:ext uri="{FF2B5EF4-FFF2-40B4-BE49-F238E27FC236}">
                    <a16:creationId xmlns:a16="http://schemas.microsoft.com/office/drawing/2014/main" id="{F00F2354-5922-A2A7-6062-7A793CF986F1}"/>
                  </a:ext>
                </a:extLst>
              </p:cNvPr>
              <p:cNvSpPr/>
              <p:nvPr/>
            </p:nvSpPr>
            <p:spPr>
              <a:xfrm>
                <a:off x="4429494" y="3242624"/>
                <a:ext cx="2525485" cy="318417"/>
              </a:xfrm>
              <a:prstGeom prst="rightArrow">
                <a:avLst>
                  <a:gd name="adj1" fmla="val 62432"/>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t>6.</a:t>
                </a:r>
                <a:r>
                  <a:rPr lang="ja-JP" altLang="en-US" sz="1050"/>
                  <a:t>クラウド基盤整合</a:t>
                </a:r>
                <a14:m>
                  <m:oMath xmlns:m="http://schemas.openxmlformats.org/officeDocument/2006/math">
                    <m:sSubSup>
                      <m:sSubSupPr>
                        <m:ctrlPr>
                          <a:rPr lang="en-US" altLang="ja-JP" sz="1050" i="1">
                            <a:latin typeface="Cambria Math" panose="02040503050406030204" pitchFamily="18" charset="0"/>
                          </a:rPr>
                        </m:ctrlPr>
                      </m:sSubSupPr>
                      <m:e>
                        <m:r>
                          <a:rPr lang="ja-JP" altLang="en-US" sz="1050" i="1">
                            <a:latin typeface="Cambria Math" panose="02040503050406030204" pitchFamily="18" charset="0"/>
                          </a:rPr>
                          <m:t>𝑝</m:t>
                        </m:r>
                      </m:e>
                      <m:sub>
                        <m:r>
                          <a:rPr lang="en-US" altLang="ja-JP" sz="1050" i="1">
                            <a:latin typeface="Cambria Math" panose="02040503050406030204" pitchFamily="18" charset="0"/>
                          </a:rPr>
                          <m:t>𝑏𝑎𝑠𝑒</m:t>
                        </m:r>
                      </m:sub>
                      <m:sup>
                        <m:r>
                          <a:rPr lang="en-US" altLang="ja-JP" sz="1050" i="1">
                            <a:latin typeface="Cambria Math" panose="02040503050406030204" pitchFamily="18" charset="0"/>
                          </a:rPr>
                          <m:t>(</m:t>
                        </m:r>
                        <m:r>
                          <a:rPr lang="en-US" altLang="ja-JP" sz="1050" i="1">
                            <a:latin typeface="Cambria Math" panose="02040503050406030204" pitchFamily="18" charset="0"/>
                          </a:rPr>
                          <m:t>𝑟</m:t>
                        </m:r>
                        <m:r>
                          <a:rPr lang="en-US" altLang="ja-JP" sz="1050" i="1">
                            <a:latin typeface="Cambria Math" panose="02040503050406030204" pitchFamily="18" charset="0"/>
                          </a:rPr>
                          <m:t>−1)</m:t>
                        </m:r>
                      </m:sup>
                    </m:sSubSup>
                    <m:d>
                      <m:dPr>
                        <m:ctrlPr>
                          <a:rPr lang="ja-JP" altLang="en-US" sz="1050" i="1">
                            <a:latin typeface="Cambria Math" panose="02040503050406030204" pitchFamily="18" charset="0"/>
                          </a:rPr>
                        </m:ctrlPr>
                      </m:dPr>
                      <m:e>
                        <m:r>
                          <a:rPr lang="ja-JP" altLang="en-US" sz="1050" i="1">
                            <a:latin typeface="Cambria Math" panose="02040503050406030204" pitchFamily="18" charset="0"/>
                          </a:rPr>
                          <m:t>𝑥</m:t>
                        </m:r>
                      </m:e>
                    </m:d>
                    <m:r>
                      <a:rPr lang="ja-JP" altLang="en-US" sz="1050" i="1">
                        <a:latin typeface="Cambria Math" panose="02040503050406030204" pitchFamily="18" charset="0"/>
                      </a:rPr>
                      <m:t>に</m:t>
                    </m:r>
                  </m:oMath>
                </a14:m>
                <a:r>
                  <a:rPr lang="ja-JP" altLang="en-US" sz="1050"/>
                  <a:t>利用</a:t>
                </a:r>
              </a:p>
            </p:txBody>
          </p:sp>
        </mc:Choice>
        <mc:Fallback>
          <p:sp>
            <p:nvSpPr>
              <p:cNvPr id="57" name="矢印: 右 56">
                <a:extLst>
                  <a:ext uri="{FF2B5EF4-FFF2-40B4-BE49-F238E27FC236}">
                    <a16:creationId xmlns:a16="http://schemas.microsoft.com/office/drawing/2014/main" id="{F00F2354-5922-A2A7-6062-7A793CF986F1}"/>
                  </a:ext>
                </a:extLst>
              </p:cNvPr>
              <p:cNvSpPr>
                <a:spLocks noRot="1" noChangeAspect="1" noMove="1" noResize="1" noEditPoints="1" noAdjustHandles="1" noChangeArrowheads="1" noChangeShapeType="1" noTextEdit="1"/>
              </p:cNvSpPr>
              <p:nvPr/>
            </p:nvSpPr>
            <p:spPr>
              <a:xfrm>
                <a:off x="4429494" y="3242624"/>
                <a:ext cx="2525485" cy="318417"/>
              </a:xfrm>
              <a:prstGeom prst="rightArrow">
                <a:avLst>
                  <a:gd name="adj1" fmla="val 62432"/>
                  <a:gd name="adj2" fmla="val 50000"/>
                </a:avLst>
              </a:prstGeom>
              <a:blipFill>
                <a:blip r:embed="rId30"/>
                <a:stretch>
                  <a:fillRect/>
                </a:stretch>
              </a:blipFill>
            </p:spPr>
            <p:txBody>
              <a:bodyPr/>
              <a:lstStyle/>
              <a:p>
                <a:r>
                  <a:rPr lang="ja-JP" altLang="en-US">
                    <a:noFill/>
                  </a:rPr>
                  <a:t> </a:t>
                </a:r>
              </a:p>
            </p:txBody>
          </p:sp>
        </mc:Fallback>
      </mc:AlternateContent>
      <p:sp>
        <p:nvSpPr>
          <p:cNvPr id="10" name="四角形: 角を丸くする 9">
            <a:extLst>
              <a:ext uri="{FF2B5EF4-FFF2-40B4-BE49-F238E27FC236}">
                <a16:creationId xmlns:a16="http://schemas.microsoft.com/office/drawing/2014/main" id="{14E09895-203A-C8FB-AAF3-87425E078364}"/>
              </a:ext>
            </a:extLst>
          </p:cNvPr>
          <p:cNvSpPr/>
          <p:nvPr/>
        </p:nvSpPr>
        <p:spPr>
          <a:xfrm>
            <a:off x="8332352" y="4869873"/>
            <a:ext cx="867061" cy="319963"/>
          </a:xfrm>
          <a:prstGeom prst="round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a:t>新規性</a:t>
            </a:r>
            <a:endParaRPr kumimoji="1" lang="ja-JP" altLang="en-US"/>
          </a:p>
        </p:txBody>
      </p:sp>
    </p:spTree>
    <p:extLst>
      <p:ext uri="{BB962C8B-B14F-4D97-AF65-F5344CB8AC3E}">
        <p14:creationId xmlns:p14="http://schemas.microsoft.com/office/powerpoint/2010/main" val="97987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F89C99-545A-E1BE-73F4-FE5CDFC5D113}"/>
              </a:ext>
            </a:extLst>
          </p:cNvPr>
          <p:cNvSpPr>
            <a:spLocks noGrp="1"/>
          </p:cNvSpPr>
          <p:nvPr>
            <p:ph type="title"/>
          </p:nvPr>
        </p:nvSpPr>
        <p:spPr/>
        <p:txBody>
          <a:bodyPr>
            <a:normAutofit/>
          </a:bodyPr>
          <a:lstStyle/>
          <a:p>
            <a:r>
              <a:rPr lang="ja-JP" altLang="ja-JP"/>
              <a:t>端末logitsから集約teacher分布を生成</a:t>
            </a:r>
            <a:r>
              <a:rPr lang="ja-JP" altLang="en-US"/>
              <a:t>する</a:t>
            </a:r>
            <a:r>
              <a:rPr lang="ja-JP" altLang="en-US">
                <a:latin typeface="Cambria Math" panose="02040503050406030204" pitchFamily="18" charset="0"/>
              </a:rPr>
              <a:t>プロセス</a:t>
            </a:r>
            <a:endParaRPr kumimoji="1" lang="ja-JP" altLang="en-US"/>
          </a:p>
        </p:txBody>
      </p:sp>
      <p:sp>
        <p:nvSpPr>
          <p:cNvPr id="3" name="スライド番号プレースホルダー 2">
            <a:extLst>
              <a:ext uri="{FF2B5EF4-FFF2-40B4-BE49-F238E27FC236}">
                <a16:creationId xmlns:a16="http://schemas.microsoft.com/office/drawing/2014/main" id="{3E11F853-EE16-1378-7EF4-5907FE3B4BA5}"/>
              </a:ext>
            </a:extLst>
          </p:cNvPr>
          <p:cNvSpPr>
            <a:spLocks noGrp="1"/>
          </p:cNvSpPr>
          <p:nvPr>
            <p:ph type="sldNum" sz="quarter" idx="4"/>
          </p:nvPr>
        </p:nvSpPr>
        <p:spPr/>
        <p:txBody>
          <a:bodyPr/>
          <a:lstStyle/>
          <a:p>
            <a:fld id="{C088C981-6885-4100-82A1-DE7074EC4480}" type="slidenum">
              <a:rPr lang="ja-JP" altLang="en-US" smtClean="0"/>
              <a:pPr/>
              <a:t>20</a:t>
            </a:fld>
            <a:endParaRPr lang="ja-JP" altLang="en-US">
              <a:latin typeface="Arial" panose="020B0604020202020204" pitchFamily="34" charset="0"/>
            </a:endParaRPr>
          </a:p>
        </p:txBody>
      </p:sp>
      <mc:AlternateContent xmlns:mc="http://schemas.openxmlformats.org/markup-compatibility/2006">
        <mc:Choice xmlns:a14="http://schemas.microsoft.com/office/drawing/2010/main" Requires="a14">
          <p:sp>
            <p:nvSpPr>
              <p:cNvPr id="10" name="コンテンツ プレースホルダー 3">
                <a:extLst>
                  <a:ext uri="{FF2B5EF4-FFF2-40B4-BE49-F238E27FC236}">
                    <a16:creationId xmlns:a16="http://schemas.microsoft.com/office/drawing/2014/main" id="{081F8D34-B48E-017D-A2B1-20F9C2517651}"/>
                  </a:ext>
                </a:extLst>
              </p:cNvPr>
              <p:cNvSpPr>
                <a:spLocks noGrp="1"/>
              </p:cNvSpPr>
              <p:nvPr>
                <p:ph idx="1"/>
              </p:nvPr>
            </p:nvSpPr>
            <p:spPr>
              <a:xfrm>
                <a:off x="1" y="745418"/>
                <a:ext cx="6296296" cy="5158993"/>
              </a:xfrm>
            </p:spPr>
            <p:txBody>
              <a:bodyPr>
                <a:normAutofit/>
              </a:bodyPr>
              <a:lstStyle/>
              <a:p>
                <a:pPr marL="0" indent="0">
                  <a:buNone/>
                </a:pPr>
                <a:r>
                  <a:rPr lang="en-US" altLang="ja-JP" sz="1800">
                    <a:solidFill>
                      <a:srgbClr val="203864"/>
                    </a:solidFill>
                    <a:latin typeface="+mn-ea"/>
                    <a:ea typeface="+mn-ea"/>
                  </a:rPr>
                  <a:t>1.</a:t>
                </a:r>
                <a:r>
                  <a:rPr lang="ja-JP" altLang="en-US" sz="1800">
                    <a:solidFill>
                      <a:srgbClr val="203864"/>
                    </a:solidFill>
                    <a:latin typeface="+mn-ea"/>
                    <a:ea typeface="+mn-ea"/>
                  </a:rPr>
                  <a:t>　各端末から送られてきた</a:t>
                </a:r>
                <a:r>
                  <a:rPr lang="en-US" altLang="ja-JP" sz="1800">
                    <a:solidFill>
                      <a:srgbClr val="203864"/>
                    </a:solidFill>
                    <a:latin typeface="+mn-ea"/>
                    <a:ea typeface="+mn-ea"/>
                  </a:rPr>
                  <a:t>logits</a:t>
                </a:r>
                <a14:m>
                  <m:oMath xmlns:m="http://schemas.openxmlformats.org/officeDocument/2006/math">
                    <m:sSubSup>
                      <m:sSubSupPr>
                        <m:ctrlPr>
                          <a:rPr lang="en-US" altLang="ja-JP" sz="1800" i="1">
                            <a:latin typeface="Cambria Math" panose="02040503050406030204" pitchFamily="18" charset="0"/>
                          </a:rPr>
                        </m:ctrlPr>
                      </m:sSubSupPr>
                      <m:e>
                        <m:r>
                          <a:rPr lang="en-US" altLang="ja-JP" sz="1800" b="0" i="1" smtClean="0">
                            <a:latin typeface="Cambria Math" panose="02040503050406030204" pitchFamily="18" charset="0"/>
                          </a:rPr>
                          <m:t> </m:t>
                        </m:r>
                        <m:r>
                          <a:rPr lang="en-US" altLang="ja-JP" sz="1800" i="1">
                            <a:latin typeface="Cambria Math" panose="02040503050406030204" pitchFamily="18" charset="0"/>
                          </a:rPr>
                          <m:t>𝑧</m:t>
                        </m:r>
                      </m:e>
                      <m:sub>
                        <m:r>
                          <a:rPr lang="en-US" altLang="ja-JP" sz="1800" i="1">
                            <a:latin typeface="Cambria Math" panose="02040503050406030204" pitchFamily="18" charset="0"/>
                          </a:rPr>
                          <m:t>𝑐</m:t>
                        </m:r>
                      </m:sub>
                      <m:sup>
                        <m:d>
                          <m:dPr>
                            <m:ctrlPr>
                              <a:rPr lang="ja-JP" altLang="en-US" sz="1800" i="1">
                                <a:latin typeface="Cambria Math" panose="02040503050406030204" pitchFamily="18" charset="0"/>
                              </a:rPr>
                            </m:ctrlPr>
                          </m:dPr>
                          <m:e>
                            <m:r>
                              <a:rPr lang="ja-JP" altLang="en-US" sz="1800" i="1">
                                <a:latin typeface="Cambria Math" panose="02040503050406030204" pitchFamily="18" charset="0"/>
                              </a:rPr>
                              <m:t>𝑘</m:t>
                            </m:r>
                            <m:r>
                              <a:rPr lang="en-US" altLang="ja-JP" sz="1800" i="1">
                                <a:latin typeface="Cambria Math" panose="02040503050406030204" pitchFamily="18" charset="0"/>
                              </a:rPr>
                              <m:t>,</m:t>
                            </m:r>
                            <m:r>
                              <a:rPr lang="ja-JP" altLang="en-US" sz="1800" i="1">
                                <a:latin typeface="Cambria Math" panose="02040503050406030204" pitchFamily="18" charset="0"/>
                              </a:rPr>
                              <m:t>𝑟</m:t>
                            </m:r>
                          </m:e>
                        </m:d>
                      </m:sup>
                    </m:sSubSup>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oMath>
                </a14:m>
                <a:r>
                  <a:rPr lang="ja-JP" altLang="en-US" sz="1800">
                    <a:solidFill>
                      <a:srgbClr val="203864"/>
                    </a:solidFill>
                    <a:latin typeface="+mn-ea"/>
                    <a:ea typeface="+mn-ea"/>
                  </a:rPr>
                  <a:t>を確率分布</a:t>
                </a:r>
                <a14:m>
                  <m:oMath xmlns:m="http://schemas.openxmlformats.org/officeDocument/2006/math">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𝑞</m:t>
                        </m:r>
                      </m:e>
                      <m:sub>
                        <m:r>
                          <a:rPr lang="en-US" altLang="ja-JP" sz="1800" i="1">
                            <a:latin typeface="Cambria Math" panose="02040503050406030204" pitchFamily="18" charset="0"/>
                          </a:rPr>
                          <m:t>𝑐</m:t>
                        </m:r>
                      </m:sub>
                      <m:sup>
                        <m:r>
                          <a:rPr lang="en-US" altLang="ja-JP" sz="1800" i="1">
                            <a:latin typeface="Cambria Math" panose="02040503050406030204" pitchFamily="18" charset="0"/>
                          </a:rPr>
                          <m:t>(</m:t>
                        </m:r>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r>
                          <a:rPr lang="en-US" altLang="ja-JP" sz="1800" i="1">
                            <a:latin typeface="Cambria Math" panose="02040503050406030204" pitchFamily="18" charset="0"/>
                          </a:rPr>
                          <m:t>)</m:t>
                        </m:r>
                      </m:sup>
                    </m:sSubSup>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oMath>
                </a14:m>
                <a:r>
                  <a:rPr lang="ja-JP" altLang="en-US" sz="1800">
                    <a:solidFill>
                      <a:srgbClr val="203864"/>
                    </a:solidFill>
                    <a:latin typeface="+mn-ea"/>
                    <a:ea typeface="+mn-ea"/>
                  </a:rPr>
                  <a:t>へ変換</a:t>
                </a:r>
                <a:endParaRPr lang="en-US" altLang="ja-JP" sz="1800">
                  <a:solidFill>
                    <a:srgbClr val="203864"/>
                  </a:solidFill>
                  <a:latin typeface="+mn-ea"/>
                  <a:ea typeface="+mn-ea"/>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ja-JP" sz="1800" b="0" i="1" smtClean="0">
                              <a:latin typeface="Cambria Math" panose="02040503050406030204" pitchFamily="18" charset="0"/>
                            </a:rPr>
                          </m:ctrlPr>
                        </m:sSubSupPr>
                        <m:e>
                          <m:r>
                            <a:rPr lang="ja-JP" altLang="en-US" sz="1800" i="1">
                              <a:latin typeface="Cambria Math" panose="02040503050406030204" pitchFamily="18" charset="0"/>
                            </a:rPr>
                            <m:t>𝑞</m:t>
                          </m:r>
                        </m:e>
                        <m:sub>
                          <m:r>
                            <a:rPr lang="en-US" altLang="ja-JP" sz="1800" b="0" i="1" smtClean="0">
                              <a:latin typeface="Cambria Math" panose="02040503050406030204" pitchFamily="18" charset="0"/>
                            </a:rPr>
                            <m:t>𝑐</m:t>
                          </m:r>
                        </m:sub>
                        <m:sup>
                          <m:r>
                            <a:rPr lang="en-US" altLang="ja-JP" sz="1800" b="0" i="1" smtClean="0">
                              <a:latin typeface="Cambria Math" panose="02040503050406030204" pitchFamily="18" charset="0"/>
                            </a:rPr>
                            <m:t>(</m:t>
                          </m:r>
                          <m:r>
                            <a:rPr lang="en-US" altLang="ja-JP" sz="1800" b="0" i="1" smtClean="0">
                              <a:latin typeface="Cambria Math" panose="02040503050406030204" pitchFamily="18" charset="0"/>
                            </a:rPr>
                            <m:t>𝑘</m:t>
                          </m:r>
                          <m:r>
                            <a:rPr lang="en-US" altLang="ja-JP" sz="1800" b="0" i="1" smtClean="0">
                              <a:latin typeface="Cambria Math" panose="02040503050406030204" pitchFamily="18" charset="0"/>
                            </a:rPr>
                            <m:t>,</m:t>
                          </m:r>
                          <m:r>
                            <a:rPr lang="en-US" altLang="ja-JP" sz="1800" b="0" i="1" smtClean="0">
                              <a:latin typeface="Cambria Math" panose="02040503050406030204" pitchFamily="18" charset="0"/>
                            </a:rPr>
                            <m:t>𝑟</m:t>
                          </m:r>
                          <m:r>
                            <a:rPr lang="en-US" altLang="ja-JP" sz="1800" b="0" i="1" smtClean="0">
                              <a:latin typeface="Cambria Math" panose="02040503050406030204" pitchFamily="18" charset="0"/>
                            </a:rPr>
                            <m:t>)</m:t>
                          </m:r>
                        </m:sup>
                      </m:sSubSup>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r>
                        <a:rPr lang="ja-JP" altLang="en-US" sz="1800">
                          <a:latin typeface="Cambria Math" panose="02040503050406030204" pitchFamily="18" charset="0"/>
                        </a:rPr>
                        <m:t>=</m:t>
                      </m:r>
                      <m:r>
                        <m:rPr>
                          <m:sty m:val="p"/>
                        </m:rPr>
                        <a:rPr lang="ja-JP" altLang="en-US" sz="1800">
                          <a:latin typeface="Cambria Math" panose="02040503050406030204" pitchFamily="18" charset="0"/>
                        </a:rPr>
                        <m:t>softmax</m:t>
                      </m:r>
                      <m:d>
                        <m:dPr>
                          <m:ctrlPr>
                            <a:rPr lang="ja-JP" altLang="en-US" sz="1800" i="1">
                              <a:latin typeface="Cambria Math" panose="02040503050406030204" pitchFamily="18" charset="0"/>
                            </a:rPr>
                          </m:ctrlPr>
                        </m:dPr>
                        <m:e>
                          <m:f>
                            <m:fPr>
                              <m:ctrlPr>
                                <a:rPr lang="ja-JP" altLang="en-US" sz="1800" i="1">
                                  <a:latin typeface="Cambria Math" panose="02040503050406030204" pitchFamily="18" charset="0"/>
                                </a:rPr>
                              </m:ctrlPr>
                            </m:fPr>
                            <m:num>
                              <m:sSubSup>
                                <m:sSubSupPr>
                                  <m:ctrlPr>
                                    <a:rPr lang="en-US" altLang="ja-JP" sz="1800" i="1">
                                      <a:latin typeface="Cambria Math" panose="02040503050406030204" pitchFamily="18" charset="0"/>
                                    </a:rPr>
                                  </m:ctrlPr>
                                </m:sSubSupPr>
                                <m:e>
                                  <m:r>
                                    <a:rPr lang="en-US" altLang="ja-JP" sz="1800" i="1">
                                      <a:latin typeface="Cambria Math" panose="02040503050406030204" pitchFamily="18" charset="0"/>
                                    </a:rPr>
                                    <m:t> </m:t>
                                  </m:r>
                                  <m:r>
                                    <a:rPr lang="en-US" altLang="ja-JP" sz="1800" i="1">
                                      <a:latin typeface="Cambria Math" panose="02040503050406030204" pitchFamily="18" charset="0"/>
                                    </a:rPr>
                                    <m:t>𝑧</m:t>
                                  </m:r>
                                </m:e>
                                <m:sub>
                                  <m:r>
                                    <a:rPr lang="en-US" altLang="ja-JP" sz="1800" i="1">
                                      <a:latin typeface="Cambria Math" panose="02040503050406030204" pitchFamily="18" charset="0"/>
                                    </a:rPr>
                                    <m:t>𝑐</m:t>
                                  </m:r>
                                </m:sub>
                                <m:sup>
                                  <m:d>
                                    <m:dPr>
                                      <m:ctrlPr>
                                        <a:rPr lang="ja-JP" altLang="en-US" sz="1800" i="1">
                                          <a:latin typeface="Cambria Math" panose="02040503050406030204" pitchFamily="18" charset="0"/>
                                        </a:rPr>
                                      </m:ctrlPr>
                                    </m:dPr>
                                    <m:e>
                                      <m:r>
                                        <a:rPr lang="ja-JP" altLang="en-US" sz="1800" i="1">
                                          <a:latin typeface="Cambria Math" panose="02040503050406030204" pitchFamily="18" charset="0"/>
                                        </a:rPr>
                                        <m:t>𝑘</m:t>
                                      </m:r>
                                      <m:r>
                                        <a:rPr lang="en-US" altLang="ja-JP" sz="1800" i="1">
                                          <a:latin typeface="Cambria Math" panose="02040503050406030204" pitchFamily="18" charset="0"/>
                                        </a:rPr>
                                        <m:t>,</m:t>
                                      </m:r>
                                      <m:r>
                                        <a:rPr lang="ja-JP" altLang="en-US" sz="1800" i="1">
                                          <a:latin typeface="Cambria Math" panose="02040503050406030204" pitchFamily="18" charset="0"/>
                                        </a:rPr>
                                        <m:t>𝑟</m:t>
                                      </m:r>
                                    </m:e>
                                  </m:d>
                                </m:sup>
                              </m:sSubSup>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num>
                            <m:den>
                              <m:r>
                                <a:rPr lang="ja-JP" altLang="en-US" sz="1800" i="1">
                                  <a:latin typeface="Cambria Math" panose="02040503050406030204" pitchFamily="18" charset="0"/>
                                </a:rPr>
                                <m:t>𝑇</m:t>
                              </m:r>
                            </m:den>
                          </m:f>
                        </m:e>
                      </m:d>
                    </m:oMath>
                  </m:oMathPara>
                </a14:m>
                <a:endParaRPr lang="en-US" altLang="ja-JP" sz="1800">
                  <a:solidFill>
                    <a:srgbClr val="203864"/>
                  </a:solidFill>
                  <a:latin typeface="+mn-ea"/>
                  <a:ea typeface="+mn-ea"/>
                </a:endParaRPr>
              </a:p>
              <a:p>
                <a:pPr marL="0" indent="0">
                  <a:buNone/>
                </a:pPr>
                <a:r>
                  <a:rPr lang="en-US" altLang="ja-JP" sz="1800">
                    <a:latin typeface="+mn-ea"/>
                    <a:ea typeface="+mn-ea"/>
                  </a:rPr>
                  <a:t>2.</a:t>
                </a:r>
                <a:r>
                  <a:rPr lang="ja-JP" altLang="en-US" sz="1800">
                    <a:latin typeface="+mn-ea"/>
                    <a:ea typeface="+mn-ea"/>
                  </a:rPr>
                  <a:t>　端末ごとの重み</a:t>
                </a:r>
                <a14:m>
                  <m:oMath xmlns:m="http://schemas.openxmlformats.org/officeDocument/2006/math">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𝛼</m:t>
                        </m:r>
                      </m:e>
                      <m:sub>
                        <m:r>
                          <a:rPr lang="en-US" altLang="ja-JP" sz="1800" i="1" dirty="0">
                            <a:latin typeface="Cambria Math" panose="02040503050406030204" pitchFamily="18" charset="0"/>
                          </a:rPr>
                          <m:t>𝑘</m:t>
                        </m:r>
                      </m:sub>
                    </m:sSub>
                  </m:oMath>
                </a14:m>
                <a:r>
                  <a:rPr lang="ja-JP" altLang="en-US" sz="1800">
                    <a:latin typeface="+mn-ea"/>
                    <a:ea typeface="+mn-ea"/>
                  </a:rPr>
                  <a:t>を計算</a:t>
                </a:r>
                <a:endParaRPr lang="en-US" altLang="ja-JP" sz="1800">
                  <a:solidFill>
                    <a:srgbClr val="203864"/>
                  </a:solidFill>
                  <a:latin typeface="+mn-ea"/>
                  <a:ea typeface="+mn-ea"/>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sz="1800" i="1" dirty="0" smtClean="0">
                              <a:solidFill>
                                <a:srgbClr val="203864"/>
                              </a:solidFill>
                              <a:latin typeface="Cambria Math" panose="02040503050406030204" pitchFamily="18" charset="0"/>
                              <a:ea typeface="+mn-ea"/>
                            </a:rPr>
                          </m:ctrlPr>
                        </m:sSubPr>
                        <m:e>
                          <m:r>
                            <a:rPr lang="en-US" altLang="ja-JP" sz="1800" i="1" dirty="0" smtClean="0">
                              <a:solidFill>
                                <a:srgbClr val="203864"/>
                              </a:solidFill>
                              <a:latin typeface="Cambria Math" panose="02040503050406030204" pitchFamily="18" charset="0"/>
                              <a:ea typeface="+mn-ea"/>
                            </a:rPr>
                            <m:t>𝛼</m:t>
                          </m:r>
                        </m:e>
                        <m:sub>
                          <m:r>
                            <a:rPr lang="en-US" altLang="ja-JP" sz="1800" i="1" dirty="0" smtClean="0">
                              <a:solidFill>
                                <a:srgbClr val="203864"/>
                              </a:solidFill>
                              <a:latin typeface="Cambria Math" panose="02040503050406030204" pitchFamily="18" charset="0"/>
                              <a:ea typeface="+mn-ea"/>
                            </a:rPr>
                            <m:t>𝑘</m:t>
                          </m:r>
                        </m:sub>
                      </m:sSub>
                      <m:r>
                        <a:rPr lang="en-US" altLang="ja-JP" sz="1800" i="0" dirty="0" smtClean="0">
                          <a:solidFill>
                            <a:srgbClr val="203864"/>
                          </a:solidFill>
                          <a:latin typeface="Cambria Math" panose="02040503050406030204" pitchFamily="18" charset="0"/>
                          <a:ea typeface="+mn-ea"/>
                        </a:rPr>
                        <m:t>=</m:t>
                      </m:r>
                      <m:f>
                        <m:fPr>
                          <m:ctrlPr>
                            <a:rPr lang="en-US" altLang="ja-JP" sz="1800" i="1" dirty="0" smtClean="0">
                              <a:solidFill>
                                <a:srgbClr val="203864"/>
                              </a:solidFill>
                              <a:latin typeface="Cambria Math" panose="02040503050406030204" pitchFamily="18" charset="0"/>
                              <a:ea typeface="+mn-ea"/>
                            </a:rPr>
                          </m:ctrlPr>
                        </m:fPr>
                        <m:num>
                          <m:sSub>
                            <m:sSubPr>
                              <m:ctrlPr>
                                <a:rPr lang="en-US" altLang="ja-JP" sz="1800" i="1" dirty="0" smtClean="0">
                                  <a:solidFill>
                                    <a:srgbClr val="203864"/>
                                  </a:solidFill>
                                  <a:latin typeface="Cambria Math" panose="02040503050406030204" pitchFamily="18" charset="0"/>
                                  <a:ea typeface="+mn-ea"/>
                                </a:rPr>
                              </m:ctrlPr>
                            </m:sSubPr>
                            <m:e>
                              <m:r>
                                <a:rPr lang="en-US" altLang="ja-JP" sz="1800" i="1" dirty="0" smtClean="0">
                                  <a:solidFill>
                                    <a:srgbClr val="203864"/>
                                  </a:solidFill>
                                  <a:latin typeface="Cambria Math" panose="02040503050406030204" pitchFamily="18" charset="0"/>
                                  <a:ea typeface="+mn-ea"/>
                                </a:rPr>
                                <m:t>𝑛</m:t>
                              </m:r>
                            </m:e>
                            <m:sub>
                              <m:r>
                                <a:rPr lang="en-US" altLang="ja-JP" sz="1800" i="1" dirty="0" smtClean="0">
                                  <a:solidFill>
                                    <a:srgbClr val="203864"/>
                                  </a:solidFill>
                                  <a:latin typeface="Cambria Math" panose="02040503050406030204" pitchFamily="18" charset="0"/>
                                  <a:ea typeface="+mn-ea"/>
                                </a:rPr>
                                <m:t>𝑘</m:t>
                              </m:r>
                            </m:sub>
                          </m:sSub>
                        </m:num>
                        <m:den>
                          <m:nary>
                            <m:naryPr>
                              <m:chr m:val="∑"/>
                              <m:ctrlPr>
                                <a:rPr lang="en-US" altLang="ja-JP" sz="1800" i="1" dirty="0" smtClean="0">
                                  <a:solidFill>
                                    <a:srgbClr val="203864"/>
                                  </a:solidFill>
                                  <a:latin typeface="Cambria Math" panose="02040503050406030204" pitchFamily="18" charset="0"/>
                                  <a:ea typeface="+mn-ea"/>
                                </a:rPr>
                              </m:ctrlPr>
                            </m:naryPr>
                            <m:sub>
                              <m:r>
                                <m:rPr>
                                  <m:brk m:alnAt="23"/>
                                </m:rPr>
                                <a:rPr lang="en-US" altLang="ja-JP" sz="1800" b="0" i="1" dirty="0" smtClean="0">
                                  <a:solidFill>
                                    <a:srgbClr val="203864"/>
                                  </a:solidFill>
                                  <a:latin typeface="Cambria Math" panose="02040503050406030204" pitchFamily="18" charset="0"/>
                                  <a:ea typeface="+mn-ea"/>
                                </a:rPr>
                                <m:t>𝑗</m:t>
                              </m:r>
                              <m:r>
                                <a:rPr lang="en-US" altLang="ja-JP" sz="1800" b="0" i="1" dirty="0" smtClean="0">
                                  <a:solidFill>
                                    <a:srgbClr val="203864"/>
                                  </a:solidFill>
                                  <a:latin typeface="Cambria Math" panose="02040503050406030204" pitchFamily="18" charset="0"/>
                                  <a:ea typeface="+mn-ea"/>
                                </a:rPr>
                                <m:t>=1</m:t>
                              </m:r>
                            </m:sub>
                            <m:sup>
                              <m:r>
                                <a:rPr lang="en-US" altLang="ja-JP" sz="1800" b="0" i="1" dirty="0" smtClean="0">
                                  <a:solidFill>
                                    <a:srgbClr val="203864"/>
                                  </a:solidFill>
                                  <a:latin typeface="Cambria Math" panose="02040503050406030204" pitchFamily="18" charset="0"/>
                                  <a:ea typeface="+mn-ea"/>
                                </a:rPr>
                                <m:t>𝐾</m:t>
                              </m:r>
                            </m:sup>
                            <m:e>
                              <m:sSub>
                                <m:sSubPr>
                                  <m:ctrlPr>
                                    <a:rPr lang="en-US" altLang="ja-JP" sz="1800" b="0" i="1" dirty="0" smtClean="0">
                                      <a:solidFill>
                                        <a:srgbClr val="203864"/>
                                      </a:solidFill>
                                      <a:latin typeface="Cambria Math" panose="02040503050406030204" pitchFamily="18" charset="0"/>
                                      <a:ea typeface="+mn-ea"/>
                                    </a:rPr>
                                  </m:ctrlPr>
                                </m:sSubPr>
                                <m:e>
                                  <m:r>
                                    <a:rPr lang="en-US" altLang="ja-JP" sz="1800" b="0" i="1" dirty="0" smtClean="0">
                                      <a:solidFill>
                                        <a:srgbClr val="203864"/>
                                      </a:solidFill>
                                      <a:latin typeface="Cambria Math" panose="02040503050406030204" pitchFamily="18" charset="0"/>
                                      <a:ea typeface="+mn-ea"/>
                                    </a:rPr>
                                    <m:t>𝑛</m:t>
                                  </m:r>
                                </m:e>
                                <m:sub>
                                  <m:r>
                                    <a:rPr lang="en-US" altLang="ja-JP" sz="1800" b="0" i="1" dirty="0" smtClean="0">
                                      <a:solidFill>
                                        <a:srgbClr val="203864"/>
                                      </a:solidFill>
                                      <a:latin typeface="Cambria Math" panose="02040503050406030204" pitchFamily="18" charset="0"/>
                                      <a:ea typeface="+mn-ea"/>
                                    </a:rPr>
                                    <m:t>𝑗</m:t>
                                  </m:r>
                                </m:sub>
                              </m:sSub>
                            </m:e>
                          </m:nary>
                          <m:r>
                            <a:rPr lang="en-US" altLang="ja-JP" sz="1800" i="0" dirty="0" smtClean="0">
                              <a:solidFill>
                                <a:srgbClr val="203864"/>
                              </a:solidFill>
                              <a:latin typeface="Cambria Math" panose="02040503050406030204" pitchFamily="18" charset="0"/>
                              <a:ea typeface="+mn-ea"/>
                            </a:rPr>
                            <m:t> </m:t>
                          </m:r>
                        </m:den>
                      </m:f>
                    </m:oMath>
                  </m:oMathPara>
                </a14:m>
                <a:endParaRPr lang="en-US" altLang="ja-JP" sz="1800">
                  <a:solidFill>
                    <a:srgbClr val="203864"/>
                  </a:solidFill>
                  <a:latin typeface="+mn-ea"/>
                  <a:ea typeface="+mn-ea"/>
                </a:endParaRPr>
              </a:p>
              <a:p>
                <a:pPr marL="0" indent="0">
                  <a:buNone/>
                </a:pPr>
                <a:r>
                  <a:rPr lang="en-US" altLang="ja-JP" sz="1800">
                    <a:latin typeface="+mn-ea"/>
                    <a:ea typeface="+mn-ea"/>
                  </a:rPr>
                  <a:t>3.</a:t>
                </a:r>
                <a:r>
                  <a:rPr lang="ja-JP" altLang="en-US" sz="1800">
                    <a:latin typeface="+mn-ea"/>
                    <a:ea typeface="+mn-ea"/>
                  </a:rPr>
                  <a:t>　確率分布</a:t>
                </a:r>
                <a14:m>
                  <m:oMath xmlns:m="http://schemas.openxmlformats.org/officeDocument/2006/math">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𝑞</m:t>
                        </m:r>
                      </m:e>
                      <m:sub>
                        <m:r>
                          <a:rPr lang="en-US" altLang="ja-JP" sz="1800" i="1">
                            <a:latin typeface="Cambria Math" panose="02040503050406030204" pitchFamily="18" charset="0"/>
                          </a:rPr>
                          <m:t>𝑐</m:t>
                        </m:r>
                      </m:sub>
                      <m:sup>
                        <m:r>
                          <a:rPr lang="en-US" altLang="ja-JP" sz="1800" i="1">
                            <a:latin typeface="Cambria Math" panose="02040503050406030204" pitchFamily="18" charset="0"/>
                          </a:rPr>
                          <m:t>(</m:t>
                        </m:r>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r>
                          <a:rPr lang="en-US" altLang="ja-JP" sz="1800" i="1">
                            <a:latin typeface="Cambria Math" panose="02040503050406030204" pitchFamily="18" charset="0"/>
                          </a:rPr>
                          <m:t>)</m:t>
                        </m:r>
                      </m:sup>
                    </m:sSubSup>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oMath>
                </a14:m>
                <a:r>
                  <a:rPr lang="ja-JP" altLang="en-US" sz="1800">
                    <a:latin typeface="+mn-ea"/>
                    <a:ea typeface="+mn-ea"/>
                  </a:rPr>
                  <a:t>を集約する。クラウド基盤整合の</a:t>
                </a:r>
                <a:r>
                  <a:rPr lang="en-US" altLang="ja-JP" sz="1800">
                    <a:latin typeface="+mn-ea"/>
                    <a:ea typeface="+mn-ea"/>
                  </a:rPr>
                  <a:t>teacher</a:t>
                </a:r>
                <a:r>
                  <a:rPr lang="ja-JP" altLang="en-US" sz="1800">
                    <a:latin typeface="+mn-ea"/>
                    <a:ea typeface="+mn-ea"/>
                  </a:rPr>
                  <a:t>となる</a:t>
                </a:r>
                <a14:m>
                  <m:oMath xmlns:m="http://schemas.openxmlformats.org/officeDocument/2006/math">
                    <m:sSub>
                      <m:sSubPr>
                        <m:ctrlPr>
                          <a:rPr lang="ja-JP" altLang="en-US" sz="1800" i="1">
                            <a:latin typeface="Cambria Math" panose="02040503050406030204" pitchFamily="18" charset="0"/>
                          </a:rPr>
                        </m:ctrlPr>
                      </m:sSubPr>
                      <m:e>
                        <m:r>
                          <a:rPr lang="ja-JP" altLang="en-US" sz="1800" i="1">
                            <a:latin typeface="Cambria Math" panose="02040503050406030204" pitchFamily="18" charset="0"/>
                          </a:rPr>
                          <m:t>𝑞</m:t>
                        </m:r>
                      </m:e>
                      <m:sub>
                        <m:r>
                          <a:rPr lang="ja-JP" altLang="en-US" sz="1800" i="1">
                            <a:latin typeface="Cambria Math" panose="02040503050406030204" pitchFamily="18" charset="0"/>
                          </a:rPr>
                          <m:t>𝑎𝑔𝑔</m:t>
                        </m:r>
                      </m:sub>
                    </m:sSub>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oMath>
                </a14:m>
                <a:r>
                  <a:rPr lang="ja-JP" altLang="en-US" sz="1800">
                    <a:latin typeface="+mn-ea"/>
                    <a:ea typeface="+mn-ea"/>
                  </a:rPr>
                  <a:t>を作成</a:t>
                </a:r>
                <a:endParaRPr lang="en-US" altLang="ja-JP" sz="1800">
                  <a:latin typeface="+mn-ea"/>
                  <a:ea typeface="+mn-ea"/>
                </a:endParaRPr>
              </a:p>
              <a:p>
                <a:pPr marL="0" indent="0">
                  <a:buNone/>
                </a:pPr>
                <a14:m>
                  <m:oMathPara xmlns:m="http://schemas.openxmlformats.org/officeDocument/2006/math">
                    <m:oMathParaPr>
                      <m:jc m:val="centerGroup"/>
                    </m:oMathParaPr>
                    <m:oMath xmlns:m="http://schemas.openxmlformats.org/officeDocument/2006/math">
                      <m:sSub>
                        <m:sSubPr>
                          <m:ctrlPr>
                            <a:rPr lang="ja-JP" altLang="en-US" sz="1800" i="1">
                              <a:latin typeface="Cambria Math" panose="02040503050406030204" pitchFamily="18" charset="0"/>
                            </a:rPr>
                          </m:ctrlPr>
                        </m:sSubPr>
                        <m:e>
                          <m:r>
                            <a:rPr lang="ja-JP" altLang="en-US" sz="1800" i="1">
                              <a:latin typeface="Cambria Math" panose="02040503050406030204" pitchFamily="18" charset="0"/>
                            </a:rPr>
                            <m:t>𝑞</m:t>
                          </m:r>
                        </m:e>
                        <m:sub>
                          <m:r>
                            <a:rPr lang="ja-JP" altLang="en-US" sz="1800" i="1">
                              <a:latin typeface="Cambria Math" panose="02040503050406030204" pitchFamily="18" charset="0"/>
                            </a:rPr>
                            <m:t>𝑎𝑔𝑔</m:t>
                          </m:r>
                        </m:sub>
                      </m:sSub>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r>
                        <a:rPr lang="ja-JP" altLang="en-US" sz="1800">
                          <a:latin typeface="Cambria Math" panose="02040503050406030204" pitchFamily="18" charset="0"/>
                        </a:rPr>
                        <m:t>=</m:t>
                      </m:r>
                      <m:nary>
                        <m:naryPr>
                          <m:chr m:val="∑"/>
                          <m:limLoc m:val="undOvr"/>
                          <m:grow m:val="on"/>
                          <m:ctrlPr>
                            <a:rPr lang="ja-JP" altLang="en-US" sz="1800" i="1">
                              <a:latin typeface="Cambria Math" panose="02040503050406030204" pitchFamily="18" charset="0"/>
                            </a:rPr>
                          </m:ctrlPr>
                        </m:naryPr>
                        <m:sub>
                          <m:r>
                            <a:rPr lang="ja-JP" altLang="en-US" sz="1800" i="1">
                              <a:latin typeface="Cambria Math" panose="02040503050406030204" pitchFamily="18" charset="0"/>
                            </a:rPr>
                            <m:t>𝑘</m:t>
                          </m:r>
                          <m:r>
                            <a:rPr lang="ja-JP" altLang="en-US" sz="1800">
                              <a:latin typeface="Cambria Math" panose="02040503050406030204" pitchFamily="18" charset="0"/>
                            </a:rPr>
                            <m:t>=1</m:t>
                          </m:r>
                        </m:sub>
                        <m:sup>
                          <m:r>
                            <a:rPr lang="ja-JP" altLang="en-US" sz="1800" i="1">
                              <a:latin typeface="Cambria Math" panose="02040503050406030204" pitchFamily="18" charset="0"/>
                            </a:rPr>
                            <m:t>𝐾</m:t>
                          </m:r>
                        </m:sup>
                        <m:e>
                          <m:r>
                            <a:rPr lang="ja-JP" altLang="en-US" sz="1800">
                              <a:latin typeface="Cambria Math" panose="02040503050406030204" pitchFamily="18" charset="0"/>
                            </a:rPr>
                            <m:t> </m:t>
                          </m:r>
                        </m:e>
                      </m:nary>
                      <m:sSub>
                        <m:sSubPr>
                          <m:ctrlPr>
                            <a:rPr lang="ja-JP" altLang="en-US" sz="1800" i="1">
                              <a:latin typeface="Cambria Math" panose="02040503050406030204" pitchFamily="18" charset="0"/>
                            </a:rPr>
                          </m:ctrlPr>
                        </m:sSubPr>
                        <m:e>
                          <m:r>
                            <a:rPr lang="ja-JP" altLang="en-US" sz="1800" i="1">
                              <a:latin typeface="Cambria Math" panose="02040503050406030204" pitchFamily="18" charset="0"/>
                            </a:rPr>
                            <m:t>𝛼</m:t>
                          </m:r>
                        </m:e>
                        <m:sub>
                          <m:r>
                            <a:rPr lang="ja-JP" altLang="en-US" sz="1800" i="1">
                              <a:latin typeface="Cambria Math" panose="02040503050406030204" pitchFamily="18" charset="0"/>
                            </a:rPr>
                            <m:t>𝑘</m:t>
                          </m:r>
                        </m:sub>
                      </m:sSub>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𝑞</m:t>
                          </m:r>
                        </m:e>
                        <m:sub>
                          <m:r>
                            <a:rPr lang="en-US" altLang="ja-JP" sz="1800" i="1">
                              <a:latin typeface="Cambria Math" panose="02040503050406030204" pitchFamily="18" charset="0"/>
                            </a:rPr>
                            <m:t>𝑐</m:t>
                          </m:r>
                        </m:sub>
                        <m:sup>
                          <m:r>
                            <a:rPr lang="en-US" altLang="ja-JP" sz="1800" i="1">
                              <a:latin typeface="Cambria Math" panose="02040503050406030204" pitchFamily="18" charset="0"/>
                            </a:rPr>
                            <m:t>(</m:t>
                          </m:r>
                          <m:r>
                            <a:rPr lang="en-US" altLang="ja-JP" sz="1800" i="1">
                              <a:latin typeface="Cambria Math" panose="02040503050406030204" pitchFamily="18" charset="0"/>
                            </a:rPr>
                            <m:t>𝑘</m:t>
                          </m:r>
                          <m:r>
                            <a:rPr lang="en-US" altLang="ja-JP" sz="1800" i="1">
                              <a:latin typeface="Cambria Math" panose="02040503050406030204" pitchFamily="18" charset="0"/>
                            </a:rPr>
                            <m:t>,</m:t>
                          </m:r>
                          <m:r>
                            <a:rPr lang="en-US" altLang="ja-JP" sz="1800" i="1">
                              <a:latin typeface="Cambria Math" panose="02040503050406030204" pitchFamily="18" charset="0"/>
                            </a:rPr>
                            <m:t>𝑟</m:t>
                          </m:r>
                          <m:r>
                            <a:rPr lang="en-US" altLang="ja-JP" sz="1800" i="1">
                              <a:latin typeface="Cambria Math" panose="02040503050406030204" pitchFamily="18" charset="0"/>
                            </a:rPr>
                            <m:t>)</m:t>
                          </m:r>
                        </m:sup>
                      </m:sSubSup>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oMath>
                  </m:oMathPara>
                </a14:m>
                <a:endParaRPr lang="en-US" altLang="ja-JP" sz="1800"/>
              </a:p>
              <a:p>
                <a:pPr marL="0" indent="0">
                  <a:buNone/>
                </a:pPr>
                <a:endParaRPr lang="en-US" altLang="ja-JP" sz="1800"/>
              </a:p>
              <a:p>
                <a:pPr marL="0" indent="0">
                  <a:buNone/>
                </a:pPr>
                <a:endParaRPr lang="en-US" altLang="ja-JP" sz="1800">
                  <a:solidFill>
                    <a:srgbClr val="203864"/>
                  </a:solidFill>
                  <a:latin typeface="+mn-ea"/>
                  <a:ea typeface="+mn-ea"/>
                </a:endParaRPr>
              </a:p>
            </p:txBody>
          </p:sp>
        </mc:Choice>
        <mc:Fallback>
          <p:sp>
            <p:nvSpPr>
              <p:cNvPr id="10" name="コンテンツ プレースホルダー 3">
                <a:extLst>
                  <a:ext uri="{FF2B5EF4-FFF2-40B4-BE49-F238E27FC236}">
                    <a16:creationId xmlns:a16="http://schemas.microsoft.com/office/drawing/2014/main" id="{081F8D34-B48E-017D-A2B1-20F9C2517651}"/>
                  </a:ext>
                </a:extLst>
              </p:cNvPr>
              <p:cNvSpPr>
                <a:spLocks noGrp="1" noRot="1" noChangeAspect="1" noMove="1" noResize="1" noEditPoints="1" noAdjustHandles="1" noChangeArrowheads="1" noChangeShapeType="1" noTextEdit="1"/>
              </p:cNvSpPr>
              <p:nvPr>
                <p:ph idx="1"/>
              </p:nvPr>
            </p:nvSpPr>
            <p:spPr>
              <a:xfrm>
                <a:off x="1" y="745418"/>
                <a:ext cx="6296296" cy="5158993"/>
              </a:xfrm>
              <a:blipFill>
                <a:blip r:embed="rId2"/>
                <a:stretch>
                  <a:fillRect l="-774"/>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2" name="テキスト ボックス 11">
                <a:extLst>
                  <a:ext uri="{FF2B5EF4-FFF2-40B4-BE49-F238E27FC236}">
                    <a16:creationId xmlns:a16="http://schemas.microsoft.com/office/drawing/2014/main" id="{285BBB5F-2EA7-EFD8-CF62-C81C9312B33F}"/>
                  </a:ext>
                </a:extLst>
              </p:cNvPr>
              <p:cNvSpPr txBox="1"/>
              <p:nvPr/>
            </p:nvSpPr>
            <p:spPr>
              <a:xfrm>
                <a:off x="7233557" y="1428175"/>
                <a:ext cx="3176451" cy="8767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𝜃</m:t>
                          </m:r>
                        </m:e>
                        <m:sub>
                          <m:r>
                            <a:rPr lang="en-US" altLang="ja-JP" b="0" i="1" smtClean="0">
                              <a:latin typeface="Cambria Math" panose="02040503050406030204" pitchFamily="18" charset="0"/>
                            </a:rPr>
                            <m:t>𝑐</m:t>
                          </m:r>
                        </m:sub>
                        <m:sup>
                          <m:d>
                            <m:dPr>
                              <m:ctrlPr>
                                <a:rPr lang="ja-JP" altLang="en-US" i="1">
                                  <a:latin typeface="Cambria Math" panose="02040503050406030204" pitchFamily="18" charset="0"/>
                                </a:rPr>
                              </m:ctrlPr>
                            </m:dPr>
                            <m:e>
                              <m:r>
                                <a:rPr lang="en-US" altLang="ja-JP" b="0" i="1" smtClean="0">
                                  <a:latin typeface="Cambria Math" panose="02040503050406030204" pitchFamily="18" charset="0"/>
                                </a:rPr>
                                <m:t>𝑘</m:t>
                              </m:r>
                              <m:r>
                                <a:rPr lang="en-US" altLang="ja-JP" b="0" i="1" smtClean="0">
                                  <a:latin typeface="Cambria Math" panose="02040503050406030204" pitchFamily="18" charset="0"/>
                                </a:rPr>
                                <m:t>,</m:t>
                              </m:r>
                              <m:r>
                                <a:rPr lang="ja-JP" altLang="en-US" i="1">
                                  <a:latin typeface="Cambria Math" panose="02040503050406030204" pitchFamily="18" charset="0"/>
                                </a:rPr>
                                <m:t>𝑟</m:t>
                              </m:r>
                              <m:r>
                                <a:rPr lang="en-US" altLang="ja-JP" b="0" i="1" smtClean="0">
                                  <a:latin typeface="Cambria Math" panose="02040503050406030204" pitchFamily="18" charset="0"/>
                                </a:rPr>
                                <m:t>+1</m:t>
                              </m:r>
                            </m:e>
                          </m:d>
                        </m:sup>
                      </m:sSubSup>
                      <m:r>
                        <a:rPr lang="en-US" altLang="ja-JP" i="1">
                          <a:latin typeface="Cambria Math" panose="02040503050406030204" pitchFamily="18" charset="0"/>
                        </a:rPr>
                        <m:t>=</m:t>
                      </m:r>
                      <m:nary>
                        <m:naryPr>
                          <m:chr m:val="∑"/>
                          <m:limLoc m:val="undOvr"/>
                          <m:grow m:val="on"/>
                          <m:ctrlPr>
                            <a:rPr lang="ja-JP" altLang="en-US" i="1">
                              <a:latin typeface="Cambria Math" panose="02040503050406030204" pitchFamily="18" charset="0"/>
                            </a:rPr>
                          </m:ctrlPr>
                        </m:naryPr>
                        <m:sub>
                          <m:r>
                            <a:rPr lang="ja-JP" altLang="en-US" i="1">
                              <a:latin typeface="Cambria Math" panose="02040503050406030204" pitchFamily="18" charset="0"/>
                            </a:rPr>
                            <m:t>𝑘</m:t>
                          </m:r>
                          <m:r>
                            <a:rPr lang="en-US" altLang="ja-JP" i="1">
                              <a:latin typeface="Cambria Math" panose="02040503050406030204" pitchFamily="18" charset="0"/>
                            </a:rPr>
                            <m:t>=1</m:t>
                          </m:r>
                        </m:sub>
                        <m:sup>
                          <m:r>
                            <a:rPr lang="ja-JP" altLang="en-US" i="1">
                              <a:latin typeface="Cambria Math" panose="02040503050406030204" pitchFamily="18" charset="0"/>
                            </a:rPr>
                            <m:t>𝐾</m:t>
                          </m:r>
                        </m:sup>
                        <m:e>
                          <m:r>
                            <a:rPr lang="ja-JP" altLang="en-US" i="1">
                              <a:latin typeface="Cambria Math" panose="02040503050406030204" pitchFamily="18" charset="0"/>
                            </a:rPr>
                            <m:t> </m:t>
                          </m:r>
                        </m:e>
                      </m:nary>
                      <m:f>
                        <m:fPr>
                          <m:ctrlPr>
                            <a:rPr lang="ja-JP" altLang="en-US" i="1">
                              <a:latin typeface="Cambria Math" panose="02040503050406030204" pitchFamily="18" charset="0"/>
                            </a:rPr>
                          </m:ctrlPr>
                        </m:fPr>
                        <m:num>
                          <m:d>
                            <m:dPr>
                              <m:begChr m:val="|"/>
                              <m:endChr m:val="|"/>
                              <m:ctrlPr>
                                <a:rPr lang="ja-JP" altLang="en-US" i="1">
                                  <a:latin typeface="Cambria Math" panose="02040503050406030204" pitchFamily="18" charset="0"/>
                                </a:rPr>
                              </m:ctrlPr>
                            </m:dPr>
                            <m:e>
                              <m:sSup>
                                <m:sSupPr>
                                  <m:ctrlPr>
                                    <a:rPr lang="en-US" altLang="ja-JP" b="0" i="1" smtClean="0">
                                      <a:latin typeface="Cambria Math" panose="02040503050406030204" pitchFamily="18" charset="0"/>
                                    </a:rPr>
                                  </m:ctrlPr>
                                </m:sSupPr>
                                <m:e>
                                  <m:r>
                                    <a:rPr lang="ja-JP" altLang="en-US" i="1">
                                      <a:latin typeface="Cambria Math" panose="02040503050406030204" pitchFamily="18" charset="0"/>
                                    </a:rPr>
                                    <m:t>𝐷</m:t>
                                  </m:r>
                                </m:e>
                                <m:sup>
                                  <m:r>
                                    <a:rPr lang="en-US" altLang="ja-JP" b="0" i="1" smtClean="0">
                                      <a:latin typeface="Cambria Math" panose="02040503050406030204" pitchFamily="18" charset="0"/>
                                    </a:rPr>
                                    <m:t>𝑘</m:t>
                                  </m:r>
                                </m:sup>
                              </m:sSup>
                            </m:e>
                          </m:d>
                        </m:num>
                        <m:den>
                          <m:r>
                            <a:rPr lang="ja-JP" altLang="en-US" i="1">
                              <a:latin typeface="Cambria Math" panose="02040503050406030204" pitchFamily="18" charset="0"/>
                            </a:rPr>
                            <m:t>𝑁</m:t>
                          </m:r>
                        </m:den>
                      </m:f>
                      <m:sSubSup>
                        <m:sSubSupPr>
                          <m:ctrlPr>
                            <a:rPr lang="en-US" altLang="ja-JP" i="1">
                              <a:latin typeface="Cambria Math" panose="02040503050406030204" pitchFamily="18" charset="0"/>
                            </a:rPr>
                          </m:ctrlPr>
                        </m:sSubSupPr>
                        <m:e>
                          <m:r>
                            <a:rPr lang="ja-JP" altLang="en-US" i="1">
                              <a:latin typeface="Cambria Math" panose="02040503050406030204" pitchFamily="18" charset="0"/>
                            </a:rPr>
                            <m:t>𝜃</m:t>
                          </m:r>
                        </m:e>
                        <m:sub>
                          <m:r>
                            <a:rPr lang="en-US" altLang="ja-JP" i="1">
                              <a:latin typeface="Cambria Math" panose="02040503050406030204" pitchFamily="18" charset="0"/>
                            </a:rPr>
                            <m:t>𝑐</m:t>
                          </m:r>
                        </m:sub>
                        <m:sup>
                          <m:r>
                            <a:rPr lang="en-US" altLang="ja-JP" b="0" i="1" smtClean="0">
                              <a:latin typeface="Cambria Math" panose="02040503050406030204" pitchFamily="18" charset="0"/>
                            </a:rPr>
                            <m:t>′</m:t>
                          </m:r>
                          <m:r>
                            <a:rPr lang="en-US" altLang="ja-JP">
                              <a:latin typeface="Cambria Math" panose="02040503050406030204" pitchFamily="18" charset="0"/>
                            </a:rPr>
                            <m:t>(</m:t>
                          </m:r>
                          <m:r>
                            <a:rPr lang="ja-JP" altLang="en-US" i="1">
                              <a:latin typeface="Cambria Math" panose="02040503050406030204" pitchFamily="18" charset="0"/>
                            </a:rPr>
                            <m:t>𝑘</m:t>
                          </m:r>
                          <m:r>
                            <a:rPr lang="en-US" altLang="ja-JP">
                              <a:latin typeface="Cambria Math" panose="02040503050406030204" pitchFamily="18" charset="0"/>
                            </a:rPr>
                            <m:t>,</m:t>
                          </m:r>
                          <m:r>
                            <a:rPr lang="en-US" altLang="ja-JP" i="1">
                              <a:latin typeface="Cambria Math" panose="02040503050406030204" pitchFamily="18" charset="0"/>
                            </a:rPr>
                            <m:t>𝑟</m:t>
                          </m:r>
                          <m:r>
                            <a:rPr lang="en-US" altLang="ja-JP">
                              <a:latin typeface="Cambria Math" panose="02040503050406030204" pitchFamily="18" charset="0"/>
                            </a:rPr>
                            <m:t>)</m:t>
                          </m:r>
                        </m:sup>
                      </m:sSubSup>
                    </m:oMath>
                  </m:oMathPara>
                </a14:m>
                <a:endParaRPr lang="ja-JP" altLang="ja-JP"/>
              </a:p>
            </p:txBody>
          </p:sp>
        </mc:Choice>
        <mc:Fallback>
          <p:sp>
            <p:nvSpPr>
              <p:cNvPr id="12" name="テキスト ボックス 11">
                <a:extLst>
                  <a:ext uri="{FF2B5EF4-FFF2-40B4-BE49-F238E27FC236}">
                    <a16:creationId xmlns:a16="http://schemas.microsoft.com/office/drawing/2014/main" id="{285BBB5F-2EA7-EFD8-CF62-C81C9312B33F}"/>
                  </a:ext>
                </a:extLst>
              </p:cNvPr>
              <p:cNvSpPr txBox="1">
                <a:spLocks noRot="1" noChangeAspect="1" noMove="1" noResize="1" noEditPoints="1" noAdjustHandles="1" noChangeArrowheads="1" noChangeShapeType="1" noTextEdit="1"/>
              </p:cNvSpPr>
              <p:nvPr/>
            </p:nvSpPr>
            <p:spPr>
              <a:xfrm>
                <a:off x="7233557" y="1428175"/>
                <a:ext cx="3176451" cy="876715"/>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4" name="テキスト ボックス 13">
                <a:extLst>
                  <a:ext uri="{FF2B5EF4-FFF2-40B4-BE49-F238E27FC236}">
                    <a16:creationId xmlns:a16="http://schemas.microsoft.com/office/drawing/2014/main" id="{F707BE49-85B9-CF8B-0604-FE94EB432114}"/>
                  </a:ext>
                </a:extLst>
              </p:cNvPr>
              <p:cNvSpPr txBox="1"/>
              <p:nvPr/>
            </p:nvSpPr>
            <p:spPr>
              <a:xfrm>
                <a:off x="7368540" y="1016524"/>
                <a:ext cx="3176451" cy="369332"/>
              </a:xfrm>
              <a:prstGeom prst="rect">
                <a:avLst/>
              </a:prstGeom>
              <a:noFill/>
            </p:spPr>
            <p:txBody>
              <a:bodyPr wrap="square">
                <a:spAutoFit/>
              </a:bodyPr>
              <a:lstStyle/>
              <a:p>
                <a:pPr algn="ctr"/>
                <a14:m>
                  <m:oMath xmlns:m="http://schemas.openxmlformats.org/officeDocument/2006/math">
                    <m:r>
                      <a:rPr lang="ja-JP" altLang="en-US" i="1">
                        <a:latin typeface="Cambria Math" panose="02040503050406030204" pitchFamily="18" charset="0"/>
                      </a:rPr>
                      <m:t>従来の場合</m:t>
                    </m:r>
                  </m:oMath>
                </a14:m>
                <a:r>
                  <a:rPr lang="ja-JP" altLang="en-US"/>
                  <a:t>（</a:t>
                </a:r>
                <a:r>
                  <a:rPr lang="en-US" altLang="ja-JP" err="1"/>
                  <a:t>FedAvg</a:t>
                </a:r>
                <a:r>
                  <a:rPr lang="ja-JP" altLang="en-US"/>
                  <a:t>）</a:t>
                </a:r>
              </a:p>
            </p:txBody>
          </p:sp>
        </mc:Choice>
        <mc:Fallback>
          <p:sp>
            <p:nvSpPr>
              <p:cNvPr id="14" name="テキスト ボックス 13">
                <a:extLst>
                  <a:ext uri="{FF2B5EF4-FFF2-40B4-BE49-F238E27FC236}">
                    <a16:creationId xmlns:a16="http://schemas.microsoft.com/office/drawing/2014/main" id="{F707BE49-85B9-CF8B-0604-FE94EB432114}"/>
                  </a:ext>
                </a:extLst>
              </p:cNvPr>
              <p:cNvSpPr txBox="1">
                <a:spLocks noRot="1" noChangeAspect="1" noMove="1" noResize="1" noEditPoints="1" noAdjustHandles="1" noChangeArrowheads="1" noChangeShapeType="1" noTextEdit="1"/>
              </p:cNvSpPr>
              <p:nvPr/>
            </p:nvSpPr>
            <p:spPr>
              <a:xfrm>
                <a:off x="7368540" y="1016524"/>
                <a:ext cx="3176451" cy="369332"/>
              </a:xfrm>
              <a:prstGeom prst="rect">
                <a:avLst/>
              </a:prstGeom>
              <a:blipFill>
                <a:blip r:embed="rId4"/>
                <a:stretch>
                  <a:fillRect t="-15000" b="-2833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5" name="コンテンツ プレースホルダー 3">
                <a:extLst>
                  <a:ext uri="{FF2B5EF4-FFF2-40B4-BE49-F238E27FC236}">
                    <a16:creationId xmlns:a16="http://schemas.microsoft.com/office/drawing/2014/main" id="{3CA56609-5C5E-CDE2-1E7A-35388A6515C9}"/>
                  </a:ext>
                </a:extLst>
              </p:cNvPr>
              <p:cNvSpPr txBox="1">
                <a:spLocks/>
              </p:cNvSpPr>
              <p:nvPr/>
            </p:nvSpPr>
            <p:spPr>
              <a:xfrm>
                <a:off x="6296296" y="2347209"/>
                <a:ext cx="5895703" cy="3273972"/>
              </a:xfrm>
              <a:prstGeom prst="rect">
                <a:avLst/>
              </a:prstGeom>
            </p:spPr>
            <p:txBody>
              <a:bodyPr vert="horz" lIns="91440" tIns="45720" rIns="91440" bIns="45720" rtlCol="0">
                <a:normAutofit/>
              </a:bodyPr>
              <a:lstStyle>
                <a:lvl1pPr marL="228600" indent="-228600" algn="l" defTabSz="914400" rtl="0" eaLnBrk="1" latinLnBrk="0" hangingPunct="1">
                  <a:lnSpc>
                    <a:spcPct val="130000"/>
                  </a:lnSpc>
                  <a:spcBef>
                    <a:spcPts val="1000"/>
                  </a:spcBef>
                  <a:buFont typeface="Aptos Slab Black" panose="020B0004020202020204" pitchFamily="34" charset="0"/>
                  <a:buChar char="┃"/>
                  <a:defRPr kumimoji="1" sz="3200" kern="1200" baseline="0">
                    <a:solidFill>
                      <a:srgbClr val="203864"/>
                    </a:solidFill>
                    <a:latin typeface="Arial" panose="020B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baseline="0">
                    <a:solidFill>
                      <a:srgbClr val="203864"/>
                    </a:solidFill>
                    <a:latin typeface="Arial" panose="020B0604020202020204" pitchFamily="34" charset="0"/>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baseline="0">
                    <a:solidFill>
                      <a:srgbClr val="203864"/>
                    </a:solidFill>
                    <a:latin typeface="Arial" panose="020B0604020202020204" pitchFamily="34" charset="0"/>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baseline="0">
                    <a:solidFill>
                      <a:srgbClr val="203864"/>
                    </a:solidFill>
                    <a:latin typeface="Arial" panose="020B0604020202020204" pitchFamily="34" charset="0"/>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baseline="0">
                    <a:solidFill>
                      <a:srgbClr val="203864"/>
                    </a:solidFill>
                    <a:latin typeface="Arial" panose="020B0604020202020204" pitchFamily="34" charset="0"/>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ja-JP" altLang="ja-JP" sz="1800"/>
                  <a:t>クライアントの</a:t>
                </a:r>
                <a:r>
                  <a:rPr lang="ja-JP" altLang="en-US" sz="1800"/>
                  <a:t>更新後</a:t>
                </a:r>
                <a:r>
                  <a:rPr lang="ja-JP" altLang="ja-JP" sz="1800"/>
                  <a:t>パラメータ</a:t>
                </a:r>
                <a14:m>
                  <m:oMath xmlns:m="http://schemas.openxmlformats.org/officeDocument/2006/math">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r>
                          <a:rPr lang="en-US" altLang="ja-JP" sz="1800" i="1">
                            <a:latin typeface="Cambria Math" panose="02040503050406030204" pitchFamily="18" charset="0"/>
                          </a:rPr>
                          <m:t>′</m:t>
                        </m:r>
                        <m:r>
                          <a:rPr lang="en-US" altLang="ja-JP" sz="1800">
                            <a:latin typeface="Cambria Math" panose="02040503050406030204" pitchFamily="18" charset="0"/>
                          </a:rPr>
                          <m:t>(</m:t>
                        </m:r>
                        <m:r>
                          <a:rPr lang="ja-JP" altLang="en-US" sz="1800" i="1">
                            <a:latin typeface="Cambria Math" panose="02040503050406030204" pitchFamily="18" charset="0"/>
                          </a:rPr>
                          <m:t>𝑘</m:t>
                        </m:r>
                        <m:r>
                          <a:rPr lang="en-US" altLang="ja-JP" sz="1800">
                            <a:latin typeface="Cambria Math" panose="02040503050406030204" pitchFamily="18" charset="0"/>
                          </a:rPr>
                          <m:t>,</m:t>
                        </m:r>
                        <m:r>
                          <a:rPr lang="en-US" altLang="ja-JP" sz="1800" i="1">
                            <a:latin typeface="Cambria Math" panose="02040503050406030204" pitchFamily="18" charset="0"/>
                          </a:rPr>
                          <m:t>𝑟</m:t>
                        </m:r>
                        <m:r>
                          <a:rPr lang="en-US" altLang="ja-JP" sz="1800">
                            <a:latin typeface="Cambria Math" panose="02040503050406030204" pitchFamily="18" charset="0"/>
                          </a:rPr>
                          <m:t>)</m:t>
                        </m:r>
                      </m:sup>
                    </m:sSubSup>
                  </m:oMath>
                </a14:m>
                <a:r>
                  <a:rPr lang="ja-JP" altLang="ja-JP" sz="1800"/>
                  <a:t>をそのまま加重平均し、それを新しいグローバルモデル</a:t>
                </a:r>
                <a14:m>
                  <m:oMath xmlns:m="http://schemas.openxmlformats.org/officeDocument/2006/math">
                    <m:sSubSup>
                      <m:sSubSupPr>
                        <m:ctrlPr>
                          <a:rPr lang="en-US" altLang="ja-JP" sz="1800" i="1">
                            <a:latin typeface="Cambria Math" panose="02040503050406030204" pitchFamily="18" charset="0"/>
                          </a:rPr>
                        </m:ctrlPr>
                      </m:sSubSupPr>
                      <m:e>
                        <m:r>
                          <a:rPr lang="ja-JP" altLang="en-US" sz="1800" i="1">
                            <a:latin typeface="Cambria Math" panose="02040503050406030204" pitchFamily="18" charset="0"/>
                          </a:rPr>
                          <m:t>𝜃</m:t>
                        </m:r>
                      </m:e>
                      <m:sub>
                        <m:r>
                          <a:rPr lang="en-US" altLang="ja-JP" sz="1800" i="1">
                            <a:latin typeface="Cambria Math" panose="02040503050406030204" pitchFamily="18" charset="0"/>
                          </a:rPr>
                          <m:t>𝑐</m:t>
                        </m:r>
                      </m:sub>
                      <m:sup>
                        <m:d>
                          <m:dPr>
                            <m:ctrlPr>
                              <a:rPr lang="ja-JP" altLang="en-US" sz="1800" i="1">
                                <a:latin typeface="Cambria Math" panose="02040503050406030204" pitchFamily="18" charset="0"/>
                              </a:rPr>
                            </m:ctrlPr>
                          </m:dPr>
                          <m:e>
                            <m:r>
                              <a:rPr lang="en-US" altLang="ja-JP" sz="1800" i="1">
                                <a:latin typeface="Cambria Math" panose="02040503050406030204" pitchFamily="18" charset="0"/>
                              </a:rPr>
                              <m:t>𝑘</m:t>
                            </m:r>
                            <m:r>
                              <a:rPr lang="en-US" altLang="ja-JP" sz="1800" i="1">
                                <a:latin typeface="Cambria Math" panose="02040503050406030204" pitchFamily="18" charset="0"/>
                              </a:rPr>
                              <m:t>,</m:t>
                            </m:r>
                            <m:r>
                              <a:rPr lang="ja-JP" altLang="en-US" sz="1800" i="1">
                                <a:latin typeface="Cambria Math" panose="02040503050406030204" pitchFamily="18" charset="0"/>
                              </a:rPr>
                              <m:t>𝑟</m:t>
                            </m:r>
                            <m:r>
                              <a:rPr lang="en-US" altLang="ja-JP" sz="1800" i="1">
                                <a:latin typeface="Cambria Math" panose="02040503050406030204" pitchFamily="18" charset="0"/>
                              </a:rPr>
                              <m:t>+1</m:t>
                            </m:r>
                          </m:e>
                        </m:d>
                      </m:sup>
                    </m:sSubSup>
                  </m:oMath>
                </a14:m>
                <a:r>
                  <a:rPr lang="ja-JP" altLang="ja-JP" sz="1800"/>
                  <a:t>とする。</a:t>
                </a:r>
                <a:endParaRPr lang="en-US" altLang="ja-JP" sz="1800">
                  <a:latin typeface="+mn-ea"/>
                  <a:ea typeface="+mn-ea"/>
                </a:endParaRPr>
              </a:p>
              <a:p>
                <a:pPr marL="514350" indent="-514350">
                  <a:buFont typeface="+mj-lt"/>
                  <a:buAutoNum type="arabicPeriod"/>
                </a:pPr>
                <a:endParaRPr lang="en-US" altLang="ja-JP" sz="1800">
                  <a:latin typeface="+mn-ea"/>
                  <a:ea typeface="+mn-ea"/>
                </a:endParaRPr>
              </a:p>
              <a:p>
                <a:pPr marL="514350" indent="-514350">
                  <a:buFont typeface="+mj-lt"/>
                  <a:buAutoNum type="arabicPeriod"/>
                </a:pPr>
                <a:endParaRPr lang="en-US" altLang="ja-JP" sz="1800">
                  <a:latin typeface="+mn-ea"/>
                  <a:ea typeface="+mn-ea"/>
                </a:endParaRPr>
              </a:p>
              <a:p>
                <a:pPr marL="514350" indent="-514350">
                  <a:buFont typeface="+mj-lt"/>
                  <a:buAutoNum type="arabicPeriod"/>
                </a:pPr>
                <a:endParaRPr lang="en-US" altLang="ja-JP" sz="1800">
                  <a:latin typeface="+mn-ea"/>
                  <a:ea typeface="+mn-ea"/>
                </a:endParaRPr>
              </a:p>
            </p:txBody>
          </p:sp>
        </mc:Choice>
        <mc:Fallback>
          <p:sp>
            <p:nvSpPr>
              <p:cNvPr id="15" name="コンテンツ プレースホルダー 3">
                <a:extLst>
                  <a:ext uri="{FF2B5EF4-FFF2-40B4-BE49-F238E27FC236}">
                    <a16:creationId xmlns:a16="http://schemas.microsoft.com/office/drawing/2014/main" id="{3CA56609-5C5E-CDE2-1E7A-35388A6515C9}"/>
                  </a:ext>
                </a:extLst>
              </p:cNvPr>
              <p:cNvSpPr txBox="1">
                <a:spLocks noRot="1" noChangeAspect="1" noMove="1" noResize="1" noEditPoints="1" noAdjustHandles="1" noChangeArrowheads="1" noChangeShapeType="1" noTextEdit="1"/>
              </p:cNvSpPr>
              <p:nvPr/>
            </p:nvSpPr>
            <p:spPr>
              <a:xfrm>
                <a:off x="6296296" y="2347209"/>
                <a:ext cx="5895703" cy="3273972"/>
              </a:xfrm>
              <a:prstGeom prst="rect">
                <a:avLst/>
              </a:prstGeom>
              <a:blipFill>
                <a:blip r:embed="rId5"/>
                <a:stretch>
                  <a:fillRect l="-724" r="-3309"/>
                </a:stretch>
              </a:blipFill>
            </p:spPr>
            <p:txBody>
              <a:bodyPr/>
              <a:lstStyle/>
              <a:p>
                <a:r>
                  <a:rPr lang="ja-JP" altLang="en-US">
                    <a:noFill/>
                  </a:rPr>
                  <a:t> </a:t>
                </a:r>
              </a:p>
            </p:txBody>
          </p:sp>
        </mc:Fallback>
      </mc:AlternateContent>
      <p:cxnSp>
        <p:nvCxnSpPr>
          <p:cNvPr id="18" name="直線コネクタ 17">
            <a:extLst>
              <a:ext uri="{FF2B5EF4-FFF2-40B4-BE49-F238E27FC236}">
                <a16:creationId xmlns:a16="http://schemas.microsoft.com/office/drawing/2014/main" id="{FE8396FE-7107-BE66-C3F8-EA207E228741}"/>
              </a:ext>
            </a:extLst>
          </p:cNvPr>
          <p:cNvCxnSpPr>
            <a:cxnSpLocks/>
          </p:cNvCxnSpPr>
          <p:nvPr/>
        </p:nvCxnSpPr>
        <p:spPr>
          <a:xfrm>
            <a:off x="5886994" y="745418"/>
            <a:ext cx="8711" cy="6024474"/>
          </a:xfrm>
          <a:prstGeom prst="line">
            <a:avLst/>
          </a:prstGeom>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1E6B5908-9340-78D4-3350-E6A8F8EA3326}"/>
              </a:ext>
            </a:extLst>
          </p:cNvPr>
          <p:cNvSpPr txBox="1"/>
          <p:nvPr/>
        </p:nvSpPr>
        <p:spPr>
          <a:xfrm>
            <a:off x="5926133" y="5353529"/>
            <a:ext cx="6222274" cy="1384995"/>
          </a:xfrm>
          <a:prstGeom prst="rect">
            <a:avLst/>
          </a:prstGeom>
          <a:noFill/>
          <a:ln>
            <a:solidFill>
              <a:schemeClr val="accent1">
                <a:lumMod val="60000"/>
                <a:lumOff val="40000"/>
              </a:schemeClr>
            </a:solidFill>
          </a:ln>
        </p:spPr>
        <p:txBody>
          <a:bodyPr wrap="square">
            <a:spAutoFit/>
          </a:bodyPr>
          <a:lstStyle/>
          <a:p>
            <a:pPr marL="342900" indent="-342900">
              <a:buFont typeface="Arial" panose="020B0604020202020204" pitchFamily="34" charset="0"/>
              <a:buChar char="•"/>
            </a:pPr>
            <a:r>
              <a:rPr lang="ja-JP" altLang="ja-JP" sz="2100"/>
              <a:t>異種</a:t>
            </a:r>
            <a:r>
              <a:rPr lang="ja-JP" altLang="en-US" sz="2100"/>
              <a:t>モデル</a:t>
            </a:r>
            <a:r>
              <a:rPr lang="ja-JP" altLang="ja-JP" sz="2100"/>
              <a:t>でも共通のクラス出力空間で端末適応をクラウド更新へつなげる</a:t>
            </a:r>
          </a:p>
          <a:p>
            <a:pPr marL="342900" indent="-342900">
              <a:buFont typeface="Arial" panose="020B0604020202020204" pitchFamily="34" charset="0"/>
              <a:buChar char="•"/>
            </a:pPr>
            <a:r>
              <a:rPr lang="ja-JP" altLang="ja-JP" sz="2100"/>
              <a:t>「平均して終ではなく、目的関数と勾配による更新ができるわり」</a:t>
            </a:r>
          </a:p>
        </p:txBody>
      </p:sp>
      <p:sp>
        <p:nvSpPr>
          <p:cNvPr id="22" name="正方形/長方形 21">
            <a:extLst>
              <a:ext uri="{FF2B5EF4-FFF2-40B4-BE49-F238E27FC236}">
                <a16:creationId xmlns:a16="http://schemas.microsoft.com/office/drawing/2014/main" id="{79715AFC-2AA1-1655-264F-68BDBA13D6EB}"/>
              </a:ext>
            </a:extLst>
          </p:cNvPr>
          <p:cNvSpPr/>
          <p:nvPr/>
        </p:nvSpPr>
        <p:spPr>
          <a:xfrm>
            <a:off x="5895705" y="4902926"/>
            <a:ext cx="2969621" cy="4615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出力</a:t>
            </a:r>
            <a:r>
              <a:rPr kumimoji="1" lang="ja-JP" altLang="en-US"/>
              <a:t>分布・最適化を用いるメリット</a:t>
            </a:r>
          </a:p>
        </p:txBody>
      </p:sp>
    </p:spTree>
    <p:extLst>
      <p:ext uri="{BB962C8B-B14F-4D97-AF65-F5344CB8AC3E}">
        <p14:creationId xmlns:p14="http://schemas.microsoft.com/office/powerpoint/2010/main" val="3974069865"/>
      </p:ext>
    </p:extLst>
  </p:cSld>
  <p:clrMapOvr>
    <a:masterClrMapping/>
  </p:clrMapOvr>
</p:sld>
</file>

<file path=ppt/theme/theme1.xml><?xml version="1.0" encoding="utf-8"?>
<a:theme xmlns:a="http://schemas.openxmlformats.org/drawingml/2006/main" name="2_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Calibri Light"/>
        <a:ea typeface="Calibri Light"/>
        <a:cs typeface=""/>
      </a:majorFont>
      <a:minorFont>
        <a:latin typeface="Calibri"/>
        <a:ea typeface="Calibr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1e161d0-5b65-430f-b842-a438aa5f1fd2}" enabled="0" method="" siteId="{41e161d0-5b65-430f-b842-a438aa5f1fd2}" removed="1"/>
</clbl:labelList>
</file>

<file path=docProps/app.xml><?xml version="1.0" encoding="utf-8"?>
<Properties xmlns="http://schemas.openxmlformats.org/officeDocument/2006/extended-properties" xmlns:vt="http://schemas.openxmlformats.org/officeDocument/2006/docPropsVTypes">
  <TotalTime>0</TotalTime>
  <Words>3014</Words>
  <Application>Microsoft Office PowerPoint</Application>
  <PresentationFormat>ワイド画面</PresentationFormat>
  <Paragraphs>477</Paragraphs>
  <Slides>21</Slides>
  <Notes>7</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21</vt:i4>
      </vt:variant>
    </vt:vector>
  </HeadingPairs>
  <TitlesOfParts>
    <vt:vector size="30" baseType="lpstr">
      <vt:lpstr>-apple-system</vt:lpstr>
      <vt:lpstr>ＭＳ Ｐゴシック</vt:lpstr>
      <vt:lpstr>游ゴシック</vt:lpstr>
      <vt:lpstr>Aptos Slab Black</vt:lpstr>
      <vt:lpstr>Arial</vt:lpstr>
      <vt:lpstr>Calibri</vt:lpstr>
      <vt:lpstr>Cambria Math</vt:lpstr>
      <vt:lpstr>Wingdings</vt:lpstr>
      <vt:lpstr>2_Office テーマ</vt:lpstr>
      <vt:lpstr>共通処理フローとLpredによる基盤LoRA更新フローの整理surrogate適応情報を用いた基盤モデル更新</vt:lpstr>
      <vt:lpstr>PowerPoint プレゼンテーション</vt:lpstr>
      <vt:lpstr>目次</vt:lpstr>
      <vt:lpstr>PowerPoint プレゼンテーション</vt:lpstr>
      <vt:lpstr>クラウド側基盤LoRA更新の詳細フロー</vt:lpstr>
      <vt:lpstr>④複数端末情報の集約の詳細</vt:lpstr>
      <vt:lpstr>⑤集約情報による基盤LoRA更新の詳細（1/2）</vt:lpstr>
      <vt:lpstr>⑤集約情報による基盤LoRA更新の詳細(2/2)</vt:lpstr>
      <vt:lpstr>Lpred・Lgrad・Lpostによって変更される場所</vt:lpstr>
      <vt:lpstr>今後</vt:lpstr>
      <vt:lpstr>集約方法の候補</vt:lpstr>
      <vt:lpstr>⑥ 次ラウンド用知識の生成・蒸留更新の詳細</vt:lpstr>
      <vt:lpstr>⑥ 次ラウンド用知識の生成・蒸留更新の詳細</vt:lpstr>
      <vt:lpstr>PowerPoint プレゼンテーション</vt:lpstr>
      <vt:lpstr>蒸留プロセス</vt:lpstr>
      <vt:lpstr>PowerPoint プレゼンテーション</vt:lpstr>
      <vt:lpstr>②クライアント局所適応の詳細プロセス</vt:lpstr>
      <vt:lpstr>PowerPoint プレゼンテーション</vt:lpstr>
      <vt:lpstr>適応情報の送信プロセス</vt:lpstr>
      <vt:lpstr>現在の基本処理フロー</vt:lpstr>
      <vt:lpstr>端末logitsから集約teacher分布を生成するプロセス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脳波を用いた最適なメガネレンズ選択システムの乱視に関する基礎的検討</dc:title>
  <dc:creator>黎郎 佐橋</dc:creator>
  <cp:lastModifiedBy>YOSHIMURA Aoi</cp:lastModifiedBy>
  <cp:revision>1</cp:revision>
  <dcterms:created xsi:type="dcterms:W3CDTF">2025-07-10T09:13:17Z</dcterms:created>
  <dcterms:modified xsi:type="dcterms:W3CDTF">2026-07-24T02:56:43Z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0x0101000C10158878E2284E8AED8783CF70B9A9</vt:lpwstr>
  </property>
  <property fmtid="{D5CDD505-2E9C-101B-9397-08002B2CF9AE}" pid="3" name="MediaServiceImageTags">
    <vt:lpwstr/>
  </property>
  <property fmtid="{D5CDD505-2E9C-101B-9397-08002B2CF9AE}" pid="4" name="ICV">
    <vt:lpwstr/>
  </property>
  <property fmtid="{D5CDD505-2E9C-101B-9397-08002B2CF9AE}" pid="5" name="KSOProductBuildVer">
    <vt:lpwstr>1033-11.1.0.11723</vt:lpwstr>
  </property>
</Properties>
</file>