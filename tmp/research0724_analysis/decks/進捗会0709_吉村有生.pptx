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28"/>
  </p:notesMasterIdLst>
  <p:handoutMasterIdLst>
    <p:handoutMasterId r:id="rId29"/>
  </p:handoutMasterIdLst>
  <p:sldIdLst>
    <p:sldId id="763" r:id="rId2"/>
    <p:sldId id="945" r:id="rId3"/>
    <p:sldId id="958" r:id="rId4"/>
    <p:sldId id="922" r:id="rId5"/>
    <p:sldId id="924" r:id="rId6"/>
    <p:sldId id="991" r:id="rId7"/>
    <p:sldId id="927" r:id="rId8"/>
    <p:sldId id="1001" r:id="rId9"/>
    <p:sldId id="1002" r:id="rId10"/>
    <p:sldId id="947" r:id="rId11"/>
    <p:sldId id="992" r:id="rId12"/>
    <p:sldId id="994" r:id="rId13"/>
    <p:sldId id="987" r:id="rId14"/>
    <p:sldId id="995" r:id="rId15"/>
    <p:sldId id="998" r:id="rId16"/>
    <p:sldId id="997" r:id="rId17"/>
    <p:sldId id="980" r:id="rId18"/>
    <p:sldId id="983" r:id="rId19"/>
    <p:sldId id="1004" r:id="rId20"/>
    <p:sldId id="1007" r:id="rId21"/>
    <p:sldId id="979" r:id="rId22"/>
    <p:sldId id="942" r:id="rId23"/>
    <p:sldId id="999" r:id="rId24"/>
    <p:sldId id="938" r:id="rId25"/>
    <p:sldId id="1000" r:id="rId26"/>
    <p:sldId id="1003" r:id="rId2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黎郎 佐橋" initials="黎郎"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E9EBF5"/>
    <a:srgbClr val="FFFFFF"/>
    <a:srgbClr val="CFD5EA"/>
    <a:srgbClr val="7F7F7F"/>
    <a:srgbClr val="E377C2"/>
    <a:srgbClr val="D95319"/>
    <a:srgbClr val="EDB120"/>
    <a:srgbClr val="0072BD"/>
    <a:srgbClr val="9FCA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25823D-7902-430D-BD4E-ABD5F3AF9E15}" v="2" dt="2026-07-10T00:53:41.68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209" autoAdjust="0"/>
  </p:normalViewPr>
  <p:slideViewPr>
    <p:cSldViewPr snapToGrid="0">
      <p:cViewPr varScale="1">
        <p:scale>
          <a:sx n="49" d="100"/>
          <a:sy n="49" d="100"/>
        </p:scale>
        <p:origin x="2434" y="6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SHIMURA Aoi" userId="8c4cc6fb-c818-4942-9c26-5aea2293432a" providerId="ADAL" clId="{45228AE5-F3FC-4AE5-B160-D02D63DA5A6D}"/>
    <pc:docChg chg="delSld modSld">
      <pc:chgData name="YOSHIMURA Aoi" userId="8c4cc6fb-c818-4942-9c26-5aea2293432a" providerId="ADAL" clId="{45228AE5-F3FC-4AE5-B160-D02D63DA5A6D}" dt="2026-07-10T00:55:01.035" v="107" actId="20577"/>
      <pc:docMkLst>
        <pc:docMk/>
      </pc:docMkLst>
      <pc:sldChg chg="modSp mod modNotesTx">
        <pc:chgData name="YOSHIMURA Aoi" userId="8c4cc6fb-c818-4942-9c26-5aea2293432a" providerId="ADAL" clId="{45228AE5-F3FC-4AE5-B160-D02D63DA5A6D}" dt="2026-07-10T00:53:41.747" v="99"/>
        <pc:sldMkLst>
          <pc:docMk/>
          <pc:sldMk cId="0" sldId="763"/>
        </pc:sldMkLst>
        <pc:spChg chg="mod">
          <ac:chgData name="YOSHIMURA Aoi" userId="8c4cc6fb-c818-4942-9c26-5aea2293432a" providerId="ADAL" clId="{45228AE5-F3FC-4AE5-B160-D02D63DA5A6D}" dt="2026-07-10T00:53:41.747" v="99"/>
          <ac:spMkLst>
            <pc:docMk/>
            <pc:sldMk cId="0" sldId="763"/>
            <ac:spMk id="2" creationId="{00000000-0000-0000-0000-000000000000}"/>
          </ac:spMkLst>
        </pc:spChg>
      </pc:sldChg>
      <pc:sldChg chg="del">
        <pc:chgData name="YOSHIMURA Aoi" userId="8c4cc6fb-c818-4942-9c26-5aea2293432a" providerId="ADAL" clId="{45228AE5-F3FC-4AE5-B160-D02D63DA5A6D}" dt="2026-07-10T00:52:10.477" v="31" actId="47"/>
        <pc:sldMkLst>
          <pc:docMk/>
          <pc:sldMk cId="1799914577" sldId="780"/>
        </pc:sldMkLst>
      </pc:sldChg>
      <pc:sldChg chg="del">
        <pc:chgData name="YOSHIMURA Aoi" userId="8c4cc6fb-c818-4942-9c26-5aea2293432a" providerId="ADAL" clId="{45228AE5-F3FC-4AE5-B160-D02D63DA5A6D}" dt="2026-07-10T00:52:10.437" v="30" actId="47"/>
        <pc:sldMkLst>
          <pc:docMk/>
          <pc:sldMk cId="1672902107" sldId="794"/>
        </pc:sldMkLst>
      </pc:sldChg>
      <pc:sldChg chg="del">
        <pc:chgData name="YOSHIMURA Aoi" userId="8c4cc6fb-c818-4942-9c26-5aea2293432a" providerId="ADAL" clId="{45228AE5-F3FC-4AE5-B160-D02D63DA5A6D}" dt="2026-07-10T00:52:08.138" v="11" actId="47"/>
        <pc:sldMkLst>
          <pc:docMk/>
          <pc:sldMk cId="870213399" sldId="803"/>
        </pc:sldMkLst>
      </pc:sldChg>
      <pc:sldChg chg="del">
        <pc:chgData name="YOSHIMURA Aoi" userId="8c4cc6fb-c818-4942-9c26-5aea2293432a" providerId="ADAL" clId="{45228AE5-F3FC-4AE5-B160-D02D63DA5A6D}" dt="2026-07-10T00:52:10.513" v="32" actId="47"/>
        <pc:sldMkLst>
          <pc:docMk/>
          <pc:sldMk cId="1009794503" sldId="805"/>
        </pc:sldMkLst>
      </pc:sldChg>
      <pc:sldChg chg="del">
        <pc:chgData name="YOSHIMURA Aoi" userId="8c4cc6fb-c818-4942-9c26-5aea2293432a" providerId="ADAL" clId="{45228AE5-F3FC-4AE5-B160-D02D63DA5A6D}" dt="2026-07-10T00:52:08.055" v="9" actId="47"/>
        <pc:sldMkLst>
          <pc:docMk/>
          <pc:sldMk cId="3509351668" sldId="819"/>
        </pc:sldMkLst>
      </pc:sldChg>
      <pc:sldChg chg="del">
        <pc:chgData name="YOSHIMURA Aoi" userId="8c4cc6fb-c818-4942-9c26-5aea2293432a" providerId="ADAL" clId="{45228AE5-F3FC-4AE5-B160-D02D63DA5A6D}" dt="2026-07-10T00:52:07.769" v="1" actId="47"/>
        <pc:sldMkLst>
          <pc:docMk/>
          <pc:sldMk cId="3340274405" sldId="826"/>
        </pc:sldMkLst>
      </pc:sldChg>
      <pc:sldChg chg="del">
        <pc:chgData name="YOSHIMURA Aoi" userId="8c4cc6fb-c818-4942-9c26-5aea2293432a" providerId="ADAL" clId="{45228AE5-F3FC-4AE5-B160-D02D63DA5A6D}" dt="2026-07-10T00:52:07.795" v="2" actId="47"/>
        <pc:sldMkLst>
          <pc:docMk/>
          <pc:sldMk cId="3179912559" sldId="836"/>
        </pc:sldMkLst>
      </pc:sldChg>
      <pc:sldChg chg="del">
        <pc:chgData name="YOSHIMURA Aoi" userId="8c4cc6fb-c818-4942-9c26-5aea2293432a" providerId="ADAL" clId="{45228AE5-F3FC-4AE5-B160-D02D63DA5A6D}" dt="2026-07-10T00:52:07.833" v="3" actId="47"/>
        <pc:sldMkLst>
          <pc:docMk/>
          <pc:sldMk cId="299248410" sldId="837"/>
        </pc:sldMkLst>
      </pc:sldChg>
      <pc:sldChg chg="del">
        <pc:chgData name="YOSHIMURA Aoi" userId="8c4cc6fb-c818-4942-9c26-5aea2293432a" providerId="ADAL" clId="{45228AE5-F3FC-4AE5-B160-D02D63DA5A6D}" dt="2026-07-10T00:52:11.791" v="44" actId="47"/>
        <pc:sldMkLst>
          <pc:docMk/>
          <pc:sldMk cId="2115619789" sldId="841"/>
        </pc:sldMkLst>
      </pc:sldChg>
      <pc:sldChg chg="del">
        <pc:chgData name="YOSHIMURA Aoi" userId="8c4cc6fb-c818-4942-9c26-5aea2293432a" providerId="ADAL" clId="{45228AE5-F3FC-4AE5-B160-D02D63DA5A6D}" dt="2026-07-10T00:52:11.613" v="43" actId="47"/>
        <pc:sldMkLst>
          <pc:docMk/>
          <pc:sldMk cId="4078510424" sldId="842"/>
        </pc:sldMkLst>
      </pc:sldChg>
      <pc:sldChg chg="del">
        <pc:chgData name="YOSHIMURA Aoi" userId="8c4cc6fb-c818-4942-9c26-5aea2293432a" providerId="ADAL" clId="{45228AE5-F3FC-4AE5-B160-D02D63DA5A6D}" dt="2026-07-10T00:52:08.019" v="8" actId="47"/>
        <pc:sldMkLst>
          <pc:docMk/>
          <pc:sldMk cId="3308286400" sldId="843"/>
        </pc:sldMkLst>
      </pc:sldChg>
      <pc:sldChg chg="del">
        <pc:chgData name="YOSHIMURA Aoi" userId="8c4cc6fb-c818-4942-9c26-5aea2293432a" providerId="ADAL" clId="{45228AE5-F3FC-4AE5-B160-D02D63DA5A6D}" dt="2026-07-10T00:52:08.106" v="10" actId="47"/>
        <pc:sldMkLst>
          <pc:docMk/>
          <pc:sldMk cId="2712494599" sldId="844"/>
        </pc:sldMkLst>
      </pc:sldChg>
      <pc:sldChg chg="del">
        <pc:chgData name="YOSHIMURA Aoi" userId="8c4cc6fb-c818-4942-9c26-5aea2293432a" providerId="ADAL" clId="{45228AE5-F3FC-4AE5-B160-D02D63DA5A6D}" dt="2026-07-10T00:52:07.979" v="7" actId="47"/>
        <pc:sldMkLst>
          <pc:docMk/>
          <pc:sldMk cId="1593204892" sldId="845"/>
        </pc:sldMkLst>
      </pc:sldChg>
      <pc:sldChg chg="del">
        <pc:chgData name="YOSHIMURA Aoi" userId="8c4cc6fb-c818-4942-9c26-5aea2293432a" providerId="ADAL" clId="{45228AE5-F3FC-4AE5-B160-D02D63DA5A6D}" dt="2026-07-10T00:52:07.923" v="6" actId="47"/>
        <pc:sldMkLst>
          <pc:docMk/>
          <pc:sldMk cId="1818445080" sldId="846"/>
        </pc:sldMkLst>
      </pc:sldChg>
      <pc:sldChg chg="del">
        <pc:chgData name="YOSHIMURA Aoi" userId="8c4cc6fb-c818-4942-9c26-5aea2293432a" providerId="ADAL" clId="{45228AE5-F3FC-4AE5-B160-D02D63DA5A6D}" dt="2026-07-10T00:52:07.902" v="5" actId="47"/>
        <pc:sldMkLst>
          <pc:docMk/>
          <pc:sldMk cId="2032407519" sldId="848"/>
        </pc:sldMkLst>
      </pc:sldChg>
      <pc:sldChg chg="del">
        <pc:chgData name="YOSHIMURA Aoi" userId="8c4cc6fb-c818-4942-9c26-5aea2293432a" providerId="ADAL" clId="{45228AE5-F3FC-4AE5-B160-D02D63DA5A6D}" dt="2026-07-10T00:52:07.854" v="4" actId="47"/>
        <pc:sldMkLst>
          <pc:docMk/>
          <pc:sldMk cId="4268408472" sldId="849"/>
        </pc:sldMkLst>
      </pc:sldChg>
      <pc:sldChg chg="del">
        <pc:chgData name="YOSHIMURA Aoi" userId="8c4cc6fb-c818-4942-9c26-5aea2293432a" providerId="ADAL" clId="{45228AE5-F3FC-4AE5-B160-D02D63DA5A6D}" dt="2026-07-10T00:52:09.437" v="24" actId="47"/>
        <pc:sldMkLst>
          <pc:docMk/>
          <pc:sldMk cId="1851523842" sldId="853"/>
        </pc:sldMkLst>
      </pc:sldChg>
      <pc:sldChg chg="del">
        <pc:chgData name="YOSHIMURA Aoi" userId="8c4cc6fb-c818-4942-9c26-5aea2293432a" providerId="ADAL" clId="{45228AE5-F3FC-4AE5-B160-D02D63DA5A6D}" dt="2026-07-10T00:52:09.138" v="22" actId="47"/>
        <pc:sldMkLst>
          <pc:docMk/>
          <pc:sldMk cId="1640741206" sldId="856"/>
        </pc:sldMkLst>
      </pc:sldChg>
      <pc:sldChg chg="del">
        <pc:chgData name="YOSHIMURA Aoi" userId="8c4cc6fb-c818-4942-9c26-5aea2293432a" providerId="ADAL" clId="{45228AE5-F3FC-4AE5-B160-D02D63DA5A6D}" dt="2026-07-10T00:52:08.284" v="14" actId="47"/>
        <pc:sldMkLst>
          <pc:docMk/>
          <pc:sldMk cId="2475348567" sldId="857"/>
        </pc:sldMkLst>
      </pc:sldChg>
      <pc:sldChg chg="del">
        <pc:chgData name="YOSHIMURA Aoi" userId="8c4cc6fb-c818-4942-9c26-5aea2293432a" providerId="ADAL" clId="{45228AE5-F3FC-4AE5-B160-D02D63DA5A6D}" dt="2026-07-10T00:52:08.922" v="21" actId="47"/>
        <pc:sldMkLst>
          <pc:docMk/>
          <pc:sldMk cId="2200809500" sldId="858"/>
        </pc:sldMkLst>
      </pc:sldChg>
      <pc:sldChg chg="del">
        <pc:chgData name="YOSHIMURA Aoi" userId="8c4cc6fb-c818-4942-9c26-5aea2293432a" providerId="ADAL" clId="{45228AE5-F3FC-4AE5-B160-D02D63DA5A6D}" dt="2026-07-10T00:52:08.187" v="12" actId="47"/>
        <pc:sldMkLst>
          <pc:docMk/>
          <pc:sldMk cId="2776768646" sldId="859"/>
        </pc:sldMkLst>
      </pc:sldChg>
      <pc:sldChg chg="del">
        <pc:chgData name="YOSHIMURA Aoi" userId="8c4cc6fb-c818-4942-9c26-5aea2293432a" providerId="ADAL" clId="{45228AE5-F3FC-4AE5-B160-D02D63DA5A6D}" dt="2026-07-10T00:52:08.561" v="20" actId="47"/>
        <pc:sldMkLst>
          <pc:docMk/>
          <pc:sldMk cId="3169331313" sldId="861"/>
        </pc:sldMkLst>
      </pc:sldChg>
      <pc:sldChg chg="del">
        <pc:chgData name="YOSHIMURA Aoi" userId="8c4cc6fb-c818-4942-9c26-5aea2293432a" providerId="ADAL" clId="{45228AE5-F3FC-4AE5-B160-D02D63DA5A6D}" dt="2026-07-10T00:52:08.253" v="13" actId="47"/>
        <pc:sldMkLst>
          <pc:docMk/>
          <pc:sldMk cId="2267241390" sldId="863"/>
        </pc:sldMkLst>
      </pc:sldChg>
      <pc:sldChg chg="del">
        <pc:chgData name="YOSHIMURA Aoi" userId="8c4cc6fb-c818-4942-9c26-5aea2293432a" providerId="ADAL" clId="{45228AE5-F3FC-4AE5-B160-D02D63DA5A6D}" dt="2026-07-10T00:52:09.540" v="25" actId="47"/>
        <pc:sldMkLst>
          <pc:docMk/>
          <pc:sldMk cId="2368713390" sldId="864"/>
        </pc:sldMkLst>
      </pc:sldChg>
      <pc:sldChg chg="del">
        <pc:chgData name="YOSHIMURA Aoi" userId="8c4cc6fb-c818-4942-9c26-5aea2293432a" providerId="ADAL" clId="{45228AE5-F3FC-4AE5-B160-D02D63DA5A6D}" dt="2026-07-10T00:52:10.329" v="29" actId="47"/>
        <pc:sldMkLst>
          <pc:docMk/>
          <pc:sldMk cId="2285055931" sldId="866"/>
        </pc:sldMkLst>
      </pc:sldChg>
      <pc:sldChg chg="del">
        <pc:chgData name="YOSHIMURA Aoi" userId="8c4cc6fb-c818-4942-9c26-5aea2293432a" providerId="ADAL" clId="{45228AE5-F3FC-4AE5-B160-D02D63DA5A6D}" dt="2026-07-10T00:52:08.326" v="15" actId="47"/>
        <pc:sldMkLst>
          <pc:docMk/>
          <pc:sldMk cId="3231207118" sldId="867"/>
        </pc:sldMkLst>
      </pc:sldChg>
      <pc:sldChg chg="del">
        <pc:chgData name="YOSHIMURA Aoi" userId="8c4cc6fb-c818-4942-9c26-5aea2293432a" providerId="ADAL" clId="{45228AE5-F3FC-4AE5-B160-D02D63DA5A6D}" dt="2026-07-10T00:52:08.361" v="16" actId="47"/>
        <pc:sldMkLst>
          <pc:docMk/>
          <pc:sldMk cId="2167616723" sldId="868"/>
        </pc:sldMkLst>
      </pc:sldChg>
      <pc:sldChg chg="del">
        <pc:chgData name="YOSHIMURA Aoi" userId="8c4cc6fb-c818-4942-9c26-5aea2293432a" providerId="ADAL" clId="{45228AE5-F3FC-4AE5-B160-D02D63DA5A6D}" dt="2026-07-10T00:52:07.222" v="0" actId="47"/>
        <pc:sldMkLst>
          <pc:docMk/>
          <pc:sldMk cId="54250728" sldId="869"/>
        </pc:sldMkLst>
      </pc:sldChg>
      <pc:sldChg chg="del">
        <pc:chgData name="YOSHIMURA Aoi" userId="8c4cc6fb-c818-4942-9c26-5aea2293432a" providerId="ADAL" clId="{45228AE5-F3FC-4AE5-B160-D02D63DA5A6D}" dt="2026-07-10T00:52:09.399" v="23" actId="47"/>
        <pc:sldMkLst>
          <pc:docMk/>
          <pc:sldMk cId="789073630" sldId="873"/>
        </pc:sldMkLst>
      </pc:sldChg>
      <pc:sldChg chg="del">
        <pc:chgData name="YOSHIMURA Aoi" userId="8c4cc6fb-c818-4942-9c26-5aea2293432a" providerId="ADAL" clId="{45228AE5-F3FC-4AE5-B160-D02D63DA5A6D}" dt="2026-07-10T00:52:10.240" v="28" actId="47"/>
        <pc:sldMkLst>
          <pc:docMk/>
          <pc:sldMk cId="2878702451" sldId="874"/>
        </pc:sldMkLst>
      </pc:sldChg>
      <pc:sldChg chg="del">
        <pc:chgData name="YOSHIMURA Aoi" userId="8c4cc6fb-c818-4942-9c26-5aea2293432a" providerId="ADAL" clId="{45228AE5-F3FC-4AE5-B160-D02D63DA5A6D}" dt="2026-07-10T00:52:10.191" v="27" actId="47"/>
        <pc:sldMkLst>
          <pc:docMk/>
          <pc:sldMk cId="3002566232" sldId="875"/>
        </pc:sldMkLst>
      </pc:sldChg>
      <pc:sldChg chg="del">
        <pc:chgData name="YOSHIMURA Aoi" userId="8c4cc6fb-c818-4942-9c26-5aea2293432a" providerId="ADAL" clId="{45228AE5-F3FC-4AE5-B160-D02D63DA5A6D}" dt="2026-07-10T00:52:09.678" v="26" actId="47"/>
        <pc:sldMkLst>
          <pc:docMk/>
          <pc:sldMk cId="1617529297" sldId="876"/>
        </pc:sldMkLst>
      </pc:sldChg>
      <pc:sldChg chg="del">
        <pc:chgData name="YOSHIMURA Aoi" userId="8c4cc6fb-c818-4942-9c26-5aea2293432a" providerId="ADAL" clId="{45228AE5-F3FC-4AE5-B160-D02D63DA5A6D}" dt="2026-07-10T00:52:08.514" v="19" actId="47"/>
        <pc:sldMkLst>
          <pc:docMk/>
          <pc:sldMk cId="1150918194" sldId="877"/>
        </pc:sldMkLst>
      </pc:sldChg>
      <pc:sldChg chg="del">
        <pc:chgData name="YOSHIMURA Aoi" userId="8c4cc6fb-c818-4942-9c26-5aea2293432a" providerId="ADAL" clId="{45228AE5-F3FC-4AE5-B160-D02D63DA5A6D}" dt="2026-07-10T00:52:08.444" v="18" actId="47"/>
        <pc:sldMkLst>
          <pc:docMk/>
          <pc:sldMk cId="648021606" sldId="878"/>
        </pc:sldMkLst>
      </pc:sldChg>
      <pc:sldChg chg="del">
        <pc:chgData name="YOSHIMURA Aoi" userId="8c4cc6fb-c818-4942-9c26-5aea2293432a" providerId="ADAL" clId="{45228AE5-F3FC-4AE5-B160-D02D63DA5A6D}" dt="2026-07-10T00:52:08.402" v="17" actId="47"/>
        <pc:sldMkLst>
          <pc:docMk/>
          <pc:sldMk cId="4077286246" sldId="879"/>
        </pc:sldMkLst>
      </pc:sldChg>
      <pc:sldChg chg="del">
        <pc:chgData name="YOSHIMURA Aoi" userId="8c4cc6fb-c818-4942-9c26-5aea2293432a" providerId="ADAL" clId="{45228AE5-F3FC-4AE5-B160-D02D63DA5A6D}" dt="2026-07-10T00:52:11.227" v="41" actId="47"/>
        <pc:sldMkLst>
          <pc:docMk/>
          <pc:sldMk cId="2748128429" sldId="880"/>
        </pc:sldMkLst>
      </pc:sldChg>
      <pc:sldChg chg="del">
        <pc:chgData name="YOSHIMURA Aoi" userId="8c4cc6fb-c818-4942-9c26-5aea2293432a" providerId="ADAL" clId="{45228AE5-F3FC-4AE5-B160-D02D63DA5A6D}" dt="2026-07-10T00:52:11.175" v="40" actId="47"/>
        <pc:sldMkLst>
          <pc:docMk/>
          <pc:sldMk cId="885174569" sldId="881"/>
        </pc:sldMkLst>
      </pc:sldChg>
      <pc:sldChg chg="del">
        <pc:chgData name="YOSHIMURA Aoi" userId="8c4cc6fb-c818-4942-9c26-5aea2293432a" providerId="ADAL" clId="{45228AE5-F3FC-4AE5-B160-D02D63DA5A6D}" dt="2026-07-10T00:52:10.534" v="33" actId="47"/>
        <pc:sldMkLst>
          <pc:docMk/>
          <pc:sldMk cId="1870788975" sldId="883"/>
        </pc:sldMkLst>
      </pc:sldChg>
      <pc:sldChg chg="del">
        <pc:chgData name="YOSHIMURA Aoi" userId="8c4cc6fb-c818-4942-9c26-5aea2293432a" providerId="ADAL" clId="{45228AE5-F3FC-4AE5-B160-D02D63DA5A6D}" dt="2026-07-10T00:52:10.569" v="34" actId="47"/>
        <pc:sldMkLst>
          <pc:docMk/>
          <pc:sldMk cId="3129746950" sldId="884"/>
        </pc:sldMkLst>
      </pc:sldChg>
      <pc:sldChg chg="del">
        <pc:chgData name="YOSHIMURA Aoi" userId="8c4cc6fb-c818-4942-9c26-5aea2293432a" providerId="ADAL" clId="{45228AE5-F3FC-4AE5-B160-D02D63DA5A6D}" dt="2026-07-10T00:52:10.827" v="38" actId="47"/>
        <pc:sldMkLst>
          <pc:docMk/>
          <pc:sldMk cId="4174951109" sldId="885"/>
        </pc:sldMkLst>
      </pc:sldChg>
      <pc:sldChg chg="del">
        <pc:chgData name="YOSHIMURA Aoi" userId="8c4cc6fb-c818-4942-9c26-5aea2293432a" providerId="ADAL" clId="{45228AE5-F3FC-4AE5-B160-D02D63DA5A6D}" dt="2026-07-10T00:52:10.646" v="36" actId="47"/>
        <pc:sldMkLst>
          <pc:docMk/>
          <pc:sldMk cId="2012218799" sldId="886"/>
        </pc:sldMkLst>
      </pc:sldChg>
      <pc:sldChg chg="del">
        <pc:chgData name="YOSHIMURA Aoi" userId="8c4cc6fb-c818-4942-9c26-5aea2293432a" providerId="ADAL" clId="{45228AE5-F3FC-4AE5-B160-D02D63DA5A6D}" dt="2026-07-10T00:52:10.711" v="37" actId="47"/>
        <pc:sldMkLst>
          <pc:docMk/>
          <pc:sldMk cId="3845197319" sldId="887"/>
        </pc:sldMkLst>
      </pc:sldChg>
      <pc:sldChg chg="del">
        <pc:chgData name="YOSHIMURA Aoi" userId="8c4cc6fb-c818-4942-9c26-5aea2293432a" providerId="ADAL" clId="{45228AE5-F3FC-4AE5-B160-D02D63DA5A6D}" dt="2026-07-10T00:52:11.058" v="39" actId="47"/>
        <pc:sldMkLst>
          <pc:docMk/>
          <pc:sldMk cId="2532990818" sldId="888"/>
        </pc:sldMkLst>
      </pc:sldChg>
      <pc:sldChg chg="del">
        <pc:chgData name="YOSHIMURA Aoi" userId="8c4cc6fb-c818-4942-9c26-5aea2293432a" providerId="ADAL" clId="{45228AE5-F3FC-4AE5-B160-D02D63DA5A6D}" dt="2026-07-10T00:52:10.614" v="35" actId="47"/>
        <pc:sldMkLst>
          <pc:docMk/>
          <pc:sldMk cId="3253727314" sldId="890"/>
        </pc:sldMkLst>
      </pc:sldChg>
      <pc:sldChg chg="del">
        <pc:chgData name="YOSHIMURA Aoi" userId="8c4cc6fb-c818-4942-9c26-5aea2293432a" providerId="ADAL" clId="{45228AE5-F3FC-4AE5-B160-D02D63DA5A6D}" dt="2026-07-10T00:52:11.456" v="42" actId="47"/>
        <pc:sldMkLst>
          <pc:docMk/>
          <pc:sldMk cId="1012606462" sldId="891"/>
        </pc:sldMkLst>
      </pc:sldChg>
      <pc:sldChg chg="del">
        <pc:chgData name="YOSHIMURA Aoi" userId="8c4cc6fb-c818-4942-9c26-5aea2293432a" providerId="ADAL" clId="{45228AE5-F3FC-4AE5-B160-D02D63DA5A6D}" dt="2026-07-10T00:52:14.700" v="63" actId="47"/>
        <pc:sldMkLst>
          <pc:docMk/>
          <pc:sldMk cId="2407056943" sldId="892"/>
        </pc:sldMkLst>
      </pc:sldChg>
      <pc:sldChg chg="del">
        <pc:chgData name="YOSHIMURA Aoi" userId="8c4cc6fb-c818-4942-9c26-5aea2293432a" providerId="ADAL" clId="{45228AE5-F3FC-4AE5-B160-D02D63DA5A6D}" dt="2026-07-10T00:52:13.754" v="58" actId="47"/>
        <pc:sldMkLst>
          <pc:docMk/>
          <pc:sldMk cId="4025263678" sldId="894"/>
        </pc:sldMkLst>
      </pc:sldChg>
      <pc:sldChg chg="del">
        <pc:chgData name="YOSHIMURA Aoi" userId="8c4cc6fb-c818-4942-9c26-5aea2293432a" providerId="ADAL" clId="{45228AE5-F3FC-4AE5-B160-D02D63DA5A6D}" dt="2026-07-10T00:52:13.337" v="55" actId="47"/>
        <pc:sldMkLst>
          <pc:docMk/>
          <pc:sldMk cId="257082362" sldId="895"/>
        </pc:sldMkLst>
      </pc:sldChg>
      <pc:sldChg chg="del">
        <pc:chgData name="YOSHIMURA Aoi" userId="8c4cc6fb-c818-4942-9c26-5aea2293432a" providerId="ADAL" clId="{45228AE5-F3FC-4AE5-B160-D02D63DA5A6D}" dt="2026-07-10T00:52:11.898" v="45" actId="47"/>
        <pc:sldMkLst>
          <pc:docMk/>
          <pc:sldMk cId="792216253" sldId="896"/>
        </pc:sldMkLst>
      </pc:sldChg>
      <pc:sldChg chg="del">
        <pc:chgData name="YOSHIMURA Aoi" userId="8c4cc6fb-c818-4942-9c26-5aea2293432a" providerId="ADAL" clId="{45228AE5-F3FC-4AE5-B160-D02D63DA5A6D}" dt="2026-07-10T00:52:12.926" v="52" actId="47"/>
        <pc:sldMkLst>
          <pc:docMk/>
          <pc:sldMk cId="2090193094" sldId="898"/>
        </pc:sldMkLst>
      </pc:sldChg>
      <pc:sldChg chg="del">
        <pc:chgData name="YOSHIMURA Aoi" userId="8c4cc6fb-c818-4942-9c26-5aea2293432a" providerId="ADAL" clId="{45228AE5-F3FC-4AE5-B160-D02D63DA5A6D}" dt="2026-07-10T00:52:12.609" v="50" actId="47"/>
        <pc:sldMkLst>
          <pc:docMk/>
          <pc:sldMk cId="2886758347" sldId="899"/>
        </pc:sldMkLst>
      </pc:sldChg>
      <pc:sldChg chg="del">
        <pc:chgData name="YOSHIMURA Aoi" userId="8c4cc6fb-c818-4942-9c26-5aea2293432a" providerId="ADAL" clId="{45228AE5-F3FC-4AE5-B160-D02D63DA5A6D}" dt="2026-07-10T00:52:13.726" v="57" actId="47"/>
        <pc:sldMkLst>
          <pc:docMk/>
          <pc:sldMk cId="3112144137" sldId="901"/>
        </pc:sldMkLst>
      </pc:sldChg>
      <pc:sldChg chg="del">
        <pc:chgData name="YOSHIMURA Aoi" userId="8c4cc6fb-c818-4942-9c26-5aea2293432a" providerId="ADAL" clId="{45228AE5-F3FC-4AE5-B160-D02D63DA5A6D}" dt="2026-07-10T00:52:13.020" v="53" actId="47"/>
        <pc:sldMkLst>
          <pc:docMk/>
          <pc:sldMk cId="1344646382" sldId="902"/>
        </pc:sldMkLst>
      </pc:sldChg>
      <pc:sldChg chg="del">
        <pc:chgData name="YOSHIMURA Aoi" userId="8c4cc6fb-c818-4942-9c26-5aea2293432a" providerId="ADAL" clId="{45228AE5-F3FC-4AE5-B160-D02D63DA5A6D}" dt="2026-07-10T00:52:12.753" v="51" actId="47"/>
        <pc:sldMkLst>
          <pc:docMk/>
          <pc:sldMk cId="2849251884" sldId="904"/>
        </pc:sldMkLst>
      </pc:sldChg>
      <pc:sldChg chg="del">
        <pc:chgData name="YOSHIMURA Aoi" userId="8c4cc6fb-c818-4942-9c26-5aea2293432a" providerId="ADAL" clId="{45228AE5-F3FC-4AE5-B160-D02D63DA5A6D}" dt="2026-07-10T00:52:12.208" v="47" actId="47"/>
        <pc:sldMkLst>
          <pc:docMk/>
          <pc:sldMk cId="3125292348" sldId="905"/>
        </pc:sldMkLst>
      </pc:sldChg>
      <pc:sldChg chg="del">
        <pc:chgData name="YOSHIMURA Aoi" userId="8c4cc6fb-c818-4942-9c26-5aea2293432a" providerId="ADAL" clId="{45228AE5-F3FC-4AE5-B160-D02D63DA5A6D}" dt="2026-07-10T00:52:12.464" v="49" actId="47"/>
        <pc:sldMkLst>
          <pc:docMk/>
          <pc:sldMk cId="2042872018" sldId="906"/>
        </pc:sldMkLst>
      </pc:sldChg>
      <pc:sldChg chg="del">
        <pc:chgData name="YOSHIMURA Aoi" userId="8c4cc6fb-c818-4942-9c26-5aea2293432a" providerId="ADAL" clId="{45228AE5-F3FC-4AE5-B160-D02D63DA5A6D}" dt="2026-07-10T00:52:12.083" v="46" actId="47"/>
        <pc:sldMkLst>
          <pc:docMk/>
          <pc:sldMk cId="4224366260" sldId="907"/>
        </pc:sldMkLst>
      </pc:sldChg>
      <pc:sldChg chg="del">
        <pc:chgData name="YOSHIMURA Aoi" userId="8c4cc6fb-c818-4942-9c26-5aea2293432a" providerId="ADAL" clId="{45228AE5-F3FC-4AE5-B160-D02D63DA5A6D}" dt="2026-07-10T00:52:13.179" v="54" actId="47"/>
        <pc:sldMkLst>
          <pc:docMk/>
          <pc:sldMk cId="3987362863" sldId="908"/>
        </pc:sldMkLst>
      </pc:sldChg>
      <pc:sldChg chg="del">
        <pc:chgData name="YOSHIMURA Aoi" userId="8c4cc6fb-c818-4942-9c26-5aea2293432a" providerId="ADAL" clId="{45228AE5-F3FC-4AE5-B160-D02D63DA5A6D}" dt="2026-07-10T00:52:12.312" v="48" actId="47"/>
        <pc:sldMkLst>
          <pc:docMk/>
          <pc:sldMk cId="1650008519" sldId="909"/>
        </pc:sldMkLst>
      </pc:sldChg>
      <pc:sldChg chg="del">
        <pc:chgData name="YOSHIMURA Aoi" userId="8c4cc6fb-c818-4942-9c26-5aea2293432a" providerId="ADAL" clId="{45228AE5-F3FC-4AE5-B160-D02D63DA5A6D}" dt="2026-07-10T00:52:13.511" v="56" actId="47"/>
        <pc:sldMkLst>
          <pc:docMk/>
          <pc:sldMk cId="2070273903" sldId="911"/>
        </pc:sldMkLst>
      </pc:sldChg>
      <pc:sldChg chg="del">
        <pc:chgData name="YOSHIMURA Aoi" userId="8c4cc6fb-c818-4942-9c26-5aea2293432a" providerId="ADAL" clId="{45228AE5-F3FC-4AE5-B160-D02D63DA5A6D}" dt="2026-07-10T00:52:15.160" v="64" actId="47"/>
        <pc:sldMkLst>
          <pc:docMk/>
          <pc:sldMk cId="2511871591" sldId="914"/>
        </pc:sldMkLst>
      </pc:sldChg>
      <pc:sldChg chg="del">
        <pc:chgData name="YOSHIMURA Aoi" userId="8c4cc6fb-c818-4942-9c26-5aea2293432a" providerId="ADAL" clId="{45228AE5-F3FC-4AE5-B160-D02D63DA5A6D}" dt="2026-07-10T00:52:17.776" v="74" actId="47"/>
        <pc:sldMkLst>
          <pc:docMk/>
          <pc:sldMk cId="694820793" sldId="915"/>
        </pc:sldMkLst>
      </pc:sldChg>
      <pc:sldChg chg="del">
        <pc:chgData name="YOSHIMURA Aoi" userId="8c4cc6fb-c818-4942-9c26-5aea2293432a" providerId="ADAL" clId="{45228AE5-F3FC-4AE5-B160-D02D63DA5A6D}" dt="2026-07-10T00:52:14.533" v="62" actId="47"/>
        <pc:sldMkLst>
          <pc:docMk/>
          <pc:sldMk cId="1085664911" sldId="917"/>
        </pc:sldMkLst>
      </pc:sldChg>
      <pc:sldChg chg="del">
        <pc:chgData name="YOSHIMURA Aoi" userId="8c4cc6fb-c818-4942-9c26-5aea2293432a" providerId="ADAL" clId="{45228AE5-F3FC-4AE5-B160-D02D63DA5A6D}" dt="2026-07-10T00:52:14.397" v="61" actId="47"/>
        <pc:sldMkLst>
          <pc:docMk/>
          <pc:sldMk cId="482513621" sldId="918"/>
        </pc:sldMkLst>
      </pc:sldChg>
      <pc:sldChg chg="del">
        <pc:chgData name="YOSHIMURA Aoi" userId="8c4cc6fb-c818-4942-9c26-5aea2293432a" providerId="ADAL" clId="{45228AE5-F3FC-4AE5-B160-D02D63DA5A6D}" dt="2026-07-10T00:52:14.239" v="60" actId="47"/>
        <pc:sldMkLst>
          <pc:docMk/>
          <pc:sldMk cId="3623732907" sldId="919"/>
        </pc:sldMkLst>
      </pc:sldChg>
      <pc:sldChg chg="del">
        <pc:chgData name="YOSHIMURA Aoi" userId="8c4cc6fb-c818-4942-9c26-5aea2293432a" providerId="ADAL" clId="{45228AE5-F3FC-4AE5-B160-D02D63DA5A6D}" dt="2026-07-10T00:52:13.930" v="59" actId="47"/>
        <pc:sldMkLst>
          <pc:docMk/>
          <pc:sldMk cId="3593333933" sldId="921"/>
        </pc:sldMkLst>
      </pc:sldChg>
      <pc:sldChg chg="del">
        <pc:chgData name="YOSHIMURA Aoi" userId="8c4cc6fb-c818-4942-9c26-5aea2293432a" providerId="ADAL" clId="{45228AE5-F3FC-4AE5-B160-D02D63DA5A6D}" dt="2026-07-10T00:52:16.656" v="70" actId="47"/>
        <pc:sldMkLst>
          <pc:docMk/>
          <pc:sldMk cId="1194037047" sldId="930"/>
        </pc:sldMkLst>
      </pc:sldChg>
      <pc:sldChg chg="del">
        <pc:chgData name="YOSHIMURA Aoi" userId="8c4cc6fb-c818-4942-9c26-5aea2293432a" providerId="ADAL" clId="{45228AE5-F3FC-4AE5-B160-D02D63DA5A6D}" dt="2026-07-10T00:52:15.361" v="65" actId="47"/>
        <pc:sldMkLst>
          <pc:docMk/>
          <pc:sldMk cId="119301934" sldId="935"/>
        </pc:sldMkLst>
      </pc:sldChg>
      <pc:sldChg chg="modNotesTx">
        <pc:chgData name="YOSHIMURA Aoi" userId="8c4cc6fb-c818-4942-9c26-5aea2293432a" providerId="ADAL" clId="{45228AE5-F3FC-4AE5-B160-D02D63DA5A6D}" dt="2026-07-10T00:52:33.837" v="82" actId="20577"/>
        <pc:sldMkLst>
          <pc:docMk/>
          <pc:sldMk cId="3322282232" sldId="938"/>
        </pc:sldMkLst>
      </pc:sldChg>
      <pc:sldChg chg="del">
        <pc:chgData name="YOSHIMURA Aoi" userId="8c4cc6fb-c818-4942-9c26-5aea2293432a" providerId="ADAL" clId="{45228AE5-F3FC-4AE5-B160-D02D63DA5A6D}" dt="2026-07-10T00:52:15.503" v="66" actId="47"/>
        <pc:sldMkLst>
          <pc:docMk/>
          <pc:sldMk cId="222114339" sldId="939"/>
        </pc:sldMkLst>
      </pc:sldChg>
      <pc:sldChg chg="modNotesTx">
        <pc:chgData name="YOSHIMURA Aoi" userId="8c4cc6fb-c818-4942-9c26-5aea2293432a" providerId="ADAL" clId="{45228AE5-F3FC-4AE5-B160-D02D63DA5A6D}" dt="2026-07-10T00:52:40.586" v="84" actId="20577"/>
        <pc:sldMkLst>
          <pc:docMk/>
          <pc:sldMk cId="3973756494" sldId="942"/>
        </pc:sldMkLst>
      </pc:sldChg>
      <pc:sldChg chg="del">
        <pc:chgData name="YOSHIMURA Aoi" userId="8c4cc6fb-c818-4942-9c26-5aea2293432a" providerId="ADAL" clId="{45228AE5-F3FC-4AE5-B160-D02D63DA5A6D}" dt="2026-07-10T00:52:17.591" v="73" actId="47"/>
        <pc:sldMkLst>
          <pc:docMk/>
          <pc:sldMk cId="3380760740" sldId="943"/>
        </pc:sldMkLst>
      </pc:sldChg>
      <pc:sldChg chg="del">
        <pc:chgData name="YOSHIMURA Aoi" userId="8c4cc6fb-c818-4942-9c26-5aea2293432a" providerId="ADAL" clId="{45228AE5-F3FC-4AE5-B160-D02D63DA5A6D}" dt="2026-07-10T00:52:17.455" v="72" actId="47"/>
        <pc:sldMkLst>
          <pc:docMk/>
          <pc:sldMk cId="507992132" sldId="944"/>
        </pc:sldMkLst>
      </pc:sldChg>
      <pc:sldChg chg="modNotesTx">
        <pc:chgData name="YOSHIMURA Aoi" userId="8c4cc6fb-c818-4942-9c26-5aea2293432a" providerId="ADAL" clId="{45228AE5-F3FC-4AE5-B160-D02D63DA5A6D}" dt="2026-07-10T00:53:02.841" v="90" actId="20577"/>
        <pc:sldMkLst>
          <pc:docMk/>
          <pc:sldMk cId="1183108083" sldId="945"/>
        </pc:sldMkLst>
      </pc:sldChg>
      <pc:sldChg chg="modNotesTx">
        <pc:chgData name="YOSHIMURA Aoi" userId="8c4cc6fb-c818-4942-9c26-5aea2293432a" providerId="ADAL" clId="{45228AE5-F3FC-4AE5-B160-D02D63DA5A6D}" dt="2026-07-10T00:54:41.443" v="101" actId="20577"/>
        <pc:sldMkLst>
          <pc:docMk/>
          <pc:sldMk cId="118584346" sldId="947"/>
        </pc:sldMkLst>
      </pc:sldChg>
      <pc:sldChg chg="del">
        <pc:chgData name="YOSHIMURA Aoi" userId="8c4cc6fb-c818-4942-9c26-5aea2293432a" providerId="ADAL" clId="{45228AE5-F3FC-4AE5-B160-D02D63DA5A6D}" dt="2026-07-10T00:52:16.883" v="71" actId="47"/>
        <pc:sldMkLst>
          <pc:docMk/>
          <pc:sldMk cId="3577721533" sldId="953"/>
        </pc:sldMkLst>
      </pc:sldChg>
      <pc:sldChg chg="del">
        <pc:chgData name="YOSHIMURA Aoi" userId="8c4cc6fb-c818-4942-9c26-5aea2293432a" providerId="ADAL" clId="{45228AE5-F3FC-4AE5-B160-D02D63DA5A6D}" dt="2026-07-10T00:52:16.236" v="69" actId="47"/>
        <pc:sldMkLst>
          <pc:docMk/>
          <pc:sldMk cId="792719965" sldId="954"/>
        </pc:sldMkLst>
      </pc:sldChg>
      <pc:sldChg chg="del">
        <pc:chgData name="YOSHIMURA Aoi" userId="8c4cc6fb-c818-4942-9c26-5aea2293432a" providerId="ADAL" clId="{45228AE5-F3FC-4AE5-B160-D02D63DA5A6D}" dt="2026-07-10T00:52:16.040" v="68" actId="47"/>
        <pc:sldMkLst>
          <pc:docMk/>
          <pc:sldMk cId="4028402743" sldId="955"/>
        </pc:sldMkLst>
      </pc:sldChg>
      <pc:sldChg chg="del">
        <pc:chgData name="YOSHIMURA Aoi" userId="8c4cc6fb-c818-4942-9c26-5aea2293432a" providerId="ADAL" clId="{45228AE5-F3FC-4AE5-B160-D02D63DA5A6D}" dt="2026-07-10T00:52:15.876" v="67" actId="47"/>
        <pc:sldMkLst>
          <pc:docMk/>
          <pc:sldMk cId="638438729" sldId="956"/>
        </pc:sldMkLst>
      </pc:sldChg>
      <pc:sldChg chg="modNotesTx">
        <pc:chgData name="YOSHIMURA Aoi" userId="8c4cc6fb-c818-4942-9c26-5aea2293432a" providerId="ADAL" clId="{45228AE5-F3FC-4AE5-B160-D02D63DA5A6D}" dt="2026-07-10T00:54:29.585" v="100" actId="20577"/>
        <pc:sldMkLst>
          <pc:docMk/>
          <pc:sldMk cId="1648112128" sldId="958"/>
        </pc:sldMkLst>
      </pc:sldChg>
      <pc:sldChg chg="del">
        <pc:chgData name="YOSHIMURA Aoi" userId="8c4cc6fb-c818-4942-9c26-5aea2293432a" providerId="ADAL" clId="{45228AE5-F3FC-4AE5-B160-D02D63DA5A6D}" dt="2026-07-10T00:52:20.064" v="76" actId="47"/>
        <pc:sldMkLst>
          <pc:docMk/>
          <pc:sldMk cId="1349787767" sldId="959"/>
        </pc:sldMkLst>
      </pc:sldChg>
      <pc:sldChg chg="del">
        <pc:chgData name="YOSHIMURA Aoi" userId="8c4cc6fb-c818-4942-9c26-5aea2293432a" providerId="ADAL" clId="{45228AE5-F3FC-4AE5-B160-D02D63DA5A6D}" dt="2026-07-10T00:52:19.492" v="75" actId="47"/>
        <pc:sldMkLst>
          <pc:docMk/>
          <pc:sldMk cId="1189397324" sldId="960"/>
        </pc:sldMkLst>
      </pc:sldChg>
      <pc:sldChg chg="del">
        <pc:chgData name="YOSHIMURA Aoi" userId="8c4cc6fb-c818-4942-9c26-5aea2293432a" providerId="ADAL" clId="{45228AE5-F3FC-4AE5-B160-D02D63DA5A6D}" dt="2026-07-10T00:52:20.769" v="78" actId="47"/>
        <pc:sldMkLst>
          <pc:docMk/>
          <pc:sldMk cId="2642546605" sldId="963"/>
        </pc:sldMkLst>
      </pc:sldChg>
      <pc:sldChg chg="del">
        <pc:chgData name="YOSHIMURA Aoi" userId="8c4cc6fb-c818-4942-9c26-5aea2293432a" providerId="ADAL" clId="{45228AE5-F3FC-4AE5-B160-D02D63DA5A6D}" dt="2026-07-10T00:52:20.482" v="77" actId="47"/>
        <pc:sldMkLst>
          <pc:docMk/>
          <pc:sldMk cId="2353379960" sldId="964"/>
        </pc:sldMkLst>
      </pc:sldChg>
      <pc:sldChg chg="del">
        <pc:chgData name="YOSHIMURA Aoi" userId="8c4cc6fb-c818-4942-9c26-5aea2293432a" providerId="ADAL" clId="{45228AE5-F3FC-4AE5-B160-D02D63DA5A6D}" dt="2026-07-10T00:52:21.276" v="79" actId="47"/>
        <pc:sldMkLst>
          <pc:docMk/>
          <pc:sldMk cId="707841679" sldId="973"/>
        </pc:sldMkLst>
      </pc:sldChg>
      <pc:sldChg chg="modNotesTx">
        <pc:chgData name="YOSHIMURA Aoi" userId="8c4cc6fb-c818-4942-9c26-5aea2293432a" providerId="ADAL" clId="{45228AE5-F3FC-4AE5-B160-D02D63DA5A6D}" dt="2026-07-10T00:52:43.775" v="85" actId="20577"/>
        <pc:sldMkLst>
          <pc:docMk/>
          <pc:sldMk cId="1432646829" sldId="979"/>
        </pc:sldMkLst>
      </pc:sldChg>
      <pc:sldChg chg="modNotesTx">
        <pc:chgData name="YOSHIMURA Aoi" userId="8c4cc6fb-c818-4942-9c26-5aea2293432a" providerId="ADAL" clId="{45228AE5-F3FC-4AE5-B160-D02D63DA5A6D}" dt="2026-07-10T00:52:52.989" v="88" actId="20577"/>
        <pc:sldMkLst>
          <pc:docMk/>
          <pc:sldMk cId="4261260436" sldId="980"/>
        </pc:sldMkLst>
      </pc:sldChg>
      <pc:sldChg chg="del">
        <pc:chgData name="YOSHIMURA Aoi" userId="8c4cc6fb-c818-4942-9c26-5aea2293432a" providerId="ADAL" clId="{45228AE5-F3FC-4AE5-B160-D02D63DA5A6D}" dt="2026-07-10T00:52:23.701" v="80" actId="47"/>
        <pc:sldMkLst>
          <pc:docMk/>
          <pc:sldMk cId="1696665460" sldId="982"/>
        </pc:sldMkLst>
      </pc:sldChg>
      <pc:sldChg chg="modNotesTx">
        <pc:chgData name="YOSHIMURA Aoi" userId="8c4cc6fb-c818-4942-9c26-5aea2293432a" providerId="ADAL" clId="{45228AE5-F3FC-4AE5-B160-D02D63DA5A6D}" dt="2026-07-10T00:54:51.859" v="104" actId="20577"/>
        <pc:sldMkLst>
          <pc:docMk/>
          <pc:sldMk cId="3628393977" sldId="987"/>
        </pc:sldMkLst>
      </pc:sldChg>
      <pc:sldChg chg="modNotesTx">
        <pc:chgData name="YOSHIMURA Aoi" userId="8c4cc6fb-c818-4942-9c26-5aea2293432a" providerId="ADAL" clId="{45228AE5-F3FC-4AE5-B160-D02D63DA5A6D}" dt="2026-07-10T00:54:45.546" v="102" actId="20577"/>
        <pc:sldMkLst>
          <pc:docMk/>
          <pc:sldMk cId="3263776270" sldId="992"/>
        </pc:sldMkLst>
      </pc:sldChg>
      <pc:sldChg chg="modNotesTx">
        <pc:chgData name="YOSHIMURA Aoi" userId="8c4cc6fb-c818-4942-9c26-5aea2293432a" providerId="ADAL" clId="{45228AE5-F3FC-4AE5-B160-D02D63DA5A6D}" dt="2026-07-10T00:54:48.393" v="103" actId="20577"/>
        <pc:sldMkLst>
          <pc:docMk/>
          <pc:sldMk cId="303229790" sldId="994"/>
        </pc:sldMkLst>
      </pc:sldChg>
      <pc:sldChg chg="modNotesTx">
        <pc:chgData name="YOSHIMURA Aoi" userId="8c4cc6fb-c818-4942-9c26-5aea2293432a" providerId="ADAL" clId="{45228AE5-F3FC-4AE5-B160-D02D63DA5A6D}" dt="2026-07-10T00:54:54.714" v="105" actId="20577"/>
        <pc:sldMkLst>
          <pc:docMk/>
          <pc:sldMk cId="658242130" sldId="995"/>
        </pc:sldMkLst>
      </pc:sldChg>
      <pc:sldChg chg="modNotesTx">
        <pc:chgData name="YOSHIMURA Aoi" userId="8c4cc6fb-c818-4942-9c26-5aea2293432a" providerId="ADAL" clId="{45228AE5-F3FC-4AE5-B160-D02D63DA5A6D}" dt="2026-07-10T00:55:01.035" v="107" actId="20577"/>
        <pc:sldMkLst>
          <pc:docMk/>
          <pc:sldMk cId="3745460605" sldId="997"/>
        </pc:sldMkLst>
      </pc:sldChg>
      <pc:sldChg chg="modNotesTx">
        <pc:chgData name="YOSHIMURA Aoi" userId="8c4cc6fb-c818-4942-9c26-5aea2293432a" providerId="ADAL" clId="{45228AE5-F3FC-4AE5-B160-D02D63DA5A6D}" dt="2026-07-10T00:54:58.104" v="106" actId="20577"/>
        <pc:sldMkLst>
          <pc:docMk/>
          <pc:sldMk cId="1657042469" sldId="998"/>
        </pc:sldMkLst>
      </pc:sldChg>
      <pc:sldChg chg="modNotesTx">
        <pc:chgData name="YOSHIMURA Aoi" userId="8c4cc6fb-c818-4942-9c26-5aea2293432a" providerId="ADAL" clId="{45228AE5-F3FC-4AE5-B160-D02D63DA5A6D}" dt="2026-07-10T00:52:36.912" v="83" actId="20577"/>
        <pc:sldMkLst>
          <pc:docMk/>
          <pc:sldMk cId="3592191773" sldId="999"/>
        </pc:sldMkLst>
      </pc:sldChg>
      <pc:sldChg chg="modNotesTx">
        <pc:chgData name="YOSHIMURA Aoi" userId="8c4cc6fb-c818-4942-9c26-5aea2293432a" providerId="ADAL" clId="{45228AE5-F3FC-4AE5-B160-D02D63DA5A6D}" dt="2026-07-10T00:52:49.813" v="87" actId="20577"/>
        <pc:sldMkLst>
          <pc:docMk/>
          <pc:sldMk cId="1277686666" sldId="1004"/>
        </pc:sldMkLst>
      </pc:sldChg>
      <pc:sldChg chg="modNotesTx">
        <pc:chgData name="YOSHIMURA Aoi" userId="8c4cc6fb-c818-4942-9c26-5aea2293432a" providerId="ADAL" clId="{45228AE5-F3FC-4AE5-B160-D02D63DA5A6D}" dt="2026-07-10T00:52:46.508" v="86" actId="20577"/>
        <pc:sldMkLst>
          <pc:docMk/>
          <pc:sldMk cId="443507169" sldId="1007"/>
        </pc:sldMkLst>
      </pc:sldChg>
      <pc:sldChg chg="del">
        <pc:chgData name="YOSHIMURA Aoi" userId="8c4cc6fb-c818-4942-9c26-5aea2293432a" providerId="ADAL" clId="{45228AE5-F3FC-4AE5-B160-D02D63DA5A6D}" dt="2026-07-10T00:52:30.531" v="81" actId="47"/>
        <pc:sldMkLst>
          <pc:docMk/>
          <pc:sldMk cId="3771467843" sldId="10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7542B7-E82A-48F9-B16F-74B548C07A0E}" type="datetimeFigureOut">
              <a:rPr kumimoji="1" lang="ja-JP" altLang="en-US" smtClean="0"/>
              <a:t>2026/7/10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A466E8-5EBB-465F-ACF7-357688B6104D}"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94DDE-CA80-4F07-9DBC-5DF5F63DD9E2}" type="datetimeFigureOut">
              <a:rPr kumimoji="1" lang="ja-JP" altLang="en-US" smtClean="0"/>
              <a:t>2026/7/10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9E387-7CC5-44E4-A0CE-F194BCB5B83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0</a:t>
            </a:fld>
            <a:endParaRPr kumimoji="1" lang="ja-JP" altLang="en-US"/>
          </a:p>
        </p:txBody>
      </p:sp>
    </p:spTree>
    <p:extLst>
      <p:ext uri="{BB962C8B-B14F-4D97-AF65-F5344CB8AC3E}">
        <p14:creationId xmlns:p14="http://schemas.microsoft.com/office/powerpoint/2010/main" val="345637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ja-JP" sz="1200" b="0" i="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a:t>
            </a:fld>
            <a:endParaRPr kumimoji="1" lang="ja-JP" altLang="en-US"/>
          </a:p>
        </p:txBody>
      </p:sp>
    </p:spTree>
    <p:extLst>
      <p:ext uri="{BB962C8B-B14F-4D97-AF65-F5344CB8AC3E}">
        <p14:creationId xmlns:p14="http://schemas.microsoft.com/office/powerpoint/2010/main" val="3828351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2</a:t>
            </a:fld>
            <a:endParaRPr kumimoji="1" lang="ja-JP" altLang="en-US"/>
          </a:p>
        </p:txBody>
      </p:sp>
    </p:spTree>
    <p:extLst>
      <p:ext uri="{BB962C8B-B14F-4D97-AF65-F5344CB8AC3E}">
        <p14:creationId xmlns:p14="http://schemas.microsoft.com/office/powerpoint/2010/main" val="3162601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サーバ側最適化手法</a:t>
                </a:r>
                <a:endParaRPr kumimoji="1" lang="ja-JP" altLang="en-US" dirty="0"/>
              </a:p>
            </p:txBody>
          </p:sp>
        </mc:Choice>
        <mc:Fallback xmlns="">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この</a:t>
                </a:r>
                <a:r>
                  <a:rPr kumimoji="1" lang="ja-JP" altLang="ja-JP" sz="1200" b="0" i="0" kern="1200">
                    <a:solidFill>
                      <a:schemeClr val="tx1"/>
                    </a:solidFill>
                    <a:effectLst/>
                    <a:latin typeface="+mn-lt"/>
                    <a:ea typeface="+mn-ea"/>
                    <a:cs typeface="+mn-cs"/>
                  </a:rPr>
                  <a:t>システムは、下側の**『エッジでの</a:t>
                </a:r>
                <a:r>
                  <a:rPr kumimoji="1" lang="ja-JP" altLang="en-US" sz="1200" b="0" i="0" kern="1200">
                    <a:solidFill>
                      <a:schemeClr val="tx1"/>
                    </a:solidFill>
                    <a:effectLst/>
                    <a:latin typeface="+mn-lt"/>
                    <a:ea typeface="+mn-ea"/>
                    <a:cs typeface="+mn-cs"/>
                  </a:rPr>
                  <a:t>（</a:t>
                </a:r>
                <a:r>
                  <a:rPr kumimoji="1" lang="ja-JP" altLang="ja-JP" sz="1200" b="0" i="0" kern="1200">
                    <a:solidFill>
                      <a:schemeClr val="tx1"/>
                    </a:solidFill>
                    <a:effectLst/>
                    <a:latin typeface="+mn-lt"/>
                    <a:ea typeface="+mn-ea"/>
                    <a:cs typeface="+mn-cs"/>
                  </a:rPr>
                  <a:t>継続</a:t>
                </a:r>
                <a:r>
                  <a:rPr kumimoji="1" lang="ja-JP" altLang="en-US" sz="1200" b="0" i="0" kern="1200">
                    <a:solidFill>
                      <a:schemeClr val="tx1"/>
                    </a:solidFill>
                    <a:effectLst/>
                    <a:latin typeface="+mn-lt"/>
                    <a:ea typeface="+mn-ea"/>
                    <a:cs typeface="+mn-cs"/>
                  </a:rPr>
                  <a:t>）</a:t>
                </a:r>
                <a:r>
                  <a:rPr kumimoji="1" lang="ja-JP" altLang="ja-JP" sz="1200" b="0" i="0" kern="1200">
                    <a:solidFill>
                      <a:schemeClr val="tx1"/>
                    </a:solidFill>
                    <a:effectLst/>
                    <a:latin typeface="+mn-lt"/>
                    <a:ea typeface="+mn-ea"/>
                    <a:cs typeface="+mn-cs"/>
                  </a:rPr>
                  <a:t>学習』</a:t>
                </a:r>
                <a:r>
                  <a:rPr kumimoji="1" lang="ja-JP" altLang="ja-JP" sz="1200" b="1" i="0" kern="1200">
                    <a:solidFill>
                      <a:schemeClr val="tx1"/>
                    </a:solidFill>
                    <a:effectLst/>
                    <a:latin typeface="+mn-lt"/>
                    <a:ea typeface="+mn-ea"/>
                    <a:cs typeface="+mn-cs"/>
                  </a:rPr>
                  <a:t>と、上側の</a:t>
                </a:r>
                <a:r>
                  <a:rPr kumimoji="1" lang="ja-JP" altLang="ja-JP" sz="1200" b="0" i="0" kern="1200">
                    <a:solidFill>
                      <a:schemeClr val="tx1"/>
                    </a:solidFill>
                    <a:effectLst/>
                    <a:latin typeface="+mn-lt"/>
                    <a:ea typeface="+mn-ea"/>
                    <a:cs typeface="+mn-cs"/>
                  </a:rPr>
                  <a:t>『クラウドでの統合』**の二段構成になっています。</a:t>
                </a:r>
                <a:endParaRPr kumimoji="1" lang="en-US" altLang="ja-JP"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（今週行った連合学習のぶぶんで説明します。）</a:t>
                </a:r>
                <a:endParaRPr kumimoji="1" lang="ja-JP" altLang="ja-JP" sz="1200" b="0" i="0" kern="1200">
                  <a:solidFill>
                    <a:schemeClr val="tx1"/>
                  </a:solidFill>
                  <a:effectLst/>
                  <a:latin typeface="+mn-lt"/>
                  <a:ea typeface="+mn-ea"/>
                  <a:cs typeface="+mn-cs"/>
                </a:endParaRPr>
              </a:p>
              <a:p>
                <a:r>
                  <a:rPr kumimoji="1" lang="ja-JP" altLang="ja-JP" sz="1200" b="0" i="0" kern="1200">
                    <a:solidFill>
                      <a:schemeClr val="tx1"/>
                    </a:solidFill>
                    <a:effectLst/>
                    <a:latin typeface="+mn-lt"/>
                    <a:ea typeface="+mn-ea"/>
                    <a:cs typeface="+mn-cs"/>
                  </a:rPr>
                  <a:t>まず、下側の**エッジ（自動車）**です。</a:t>
                </a:r>
                <a:br>
                  <a:rPr kumimoji="1" lang="ja-JP" altLang="ja-JP" sz="1200" b="0" i="0" kern="120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各車両には、軽量な代理モデルである『Qwen-VL-3B』を配置しています。車両は時間変化（朝・夕・夜）に伴う映像データを順に『継続学習』します。この際、計算・通信リソースを抑えるため、LoRAを用いて差分の重み『</a:t>
                </a:r>
                <a:r>
                  <a:rPr kumimoji="1" lang="en-US" altLang="ja-JP" sz="1200" i="0" kern="1200">
                    <a:solidFill>
                      <a:schemeClr val="tx1"/>
                    </a:solidFill>
                    <a:latin typeface="Cambria Math" panose="02040503050406030204" pitchFamily="18" charset="0"/>
                    <a:ea typeface="+mn-ea"/>
                    <a:cs typeface="+mn-cs"/>
                  </a:rPr>
                  <a:t>Δ</a:t>
                </a:r>
                <a:r>
                  <a:rPr kumimoji="1" lang="ja-JP" altLang="en-US" sz="1200" i="0" kern="1200">
                    <a:solidFill>
                      <a:schemeClr val="tx1"/>
                    </a:solidFill>
                    <a:latin typeface="Cambria Math" panose="02040503050406030204" pitchFamily="18" charset="0"/>
                    <a:ea typeface="+mn-ea"/>
                    <a:cs typeface="+mn-cs"/>
                  </a:rPr>
                  <a:t>𝑊</a:t>
                </a:r>
                <a:r>
                  <a:rPr lang="ja-JP" altLang="ja-JP">
                    <a:effectLst/>
                  </a:rPr>
                  <a:t>』のみを更新します。</a:t>
                </a:r>
                <a:endParaRPr lang="ja-JP" altLang="ja-JP"/>
              </a:p>
              <a:p>
                <a:r>
                  <a:rPr kumimoji="1" lang="ja-JP" altLang="ja-JP" sz="1200" b="0" i="0" kern="1200">
                    <a:solidFill>
                      <a:schemeClr val="tx1"/>
                    </a:solidFill>
                    <a:effectLst/>
                    <a:latin typeface="+mn-lt"/>
                    <a:ea typeface="+mn-ea"/>
                    <a:cs typeface="+mn-cs"/>
                  </a:rPr>
                  <a:t>次に、この得られた差分パラメータ『</a:t>
                </a:r>
                <a:r>
                  <a:rPr kumimoji="1" lang="en-US" altLang="ja-JP" sz="1200" i="0" kern="1200">
                    <a:solidFill>
                      <a:schemeClr val="tx1"/>
                    </a:solidFill>
                    <a:latin typeface="Cambria Math" panose="02040503050406030204" pitchFamily="18" charset="0"/>
                    <a:ea typeface="+mn-ea"/>
                    <a:cs typeface="+mn-cs"/>
                  </a:rPr>
                  <a:t>Δ</a:t>
                </a:r>
                <a:r>
                  <a:rPr kumimoji="1" lang="ja-JP" altLang="en-US" sz="1200" i="0" kern="1200">
                    <a:solidFill>
                      <a:schemeClr val="tx1"/>
                    </a:solidFill>
                    <a:latin typeface="Cambria Math" panose="02040503050406030204" pitchFamily="18" charset="0"/>
                    <a:ea typeface="+mn-ea"/>
                    <a:cs typeface="+mn-cs"/>
                  </a:rPr>
                  <a:t>𝑊</a:t>
                </a:r>
                <a:r>
                  <a:rPr lang="ja-JP" altLang="ja-JP">
                    <a:effectLst/>
                  </a:rPr>
                  <a:t>』を</a:t>
                </a:r>
                <a:r>
                  <a:rPr lang="ja-JP" altLang="ja-JP" b="1">
                    <a:effectLst/>
                  </a:rPr>
                  <a:t>クラウドへ送信</a:t>
                </a:r>
                <a:r>
                  <a:rPr lang="ja-JP" altLang="ja-JP">
                    <a:effectLst/>
                  </a:rPr>
                  <a:t>します。</a:t>
                </a:r>
                <a:endParaRPr lang="ja-JP" altLang="ja-JP"/>
              </a:p>
              <a:p>
                <a:r>
                  <a:rPr kumimoji="1" lang="ja-JP" altLang="ja-JP" sz="1200" b="0" i="0" kern="1200">
                    <a:solidFill>
                      <a:schemeClr val="tx1"/>
                    </a:solidFill>
                    <a:effectLst/>
                    <a:latin typeface="+mn-lt"/>
                    <a:ea typeface="+mn-ea"/>
                    <a:cs typeface="+mn-cs"/>
                  </a:rPr>
                  <a:t>上側の</a:t>
                </a:r>
                <a:r>
                  <a:rPr kumimoji="1" lang="ja-JP" altLang="ja-JP" sz="1200" b="1" i="0" kern="1200">
                    <a:solidFill>
                      <a:schemeClr val="tx1"/>
                    </a:solidFill>
                    <a:effectLst/>
                    <a:latin typeface="+mn-lt"/>
                    <a:ea typeface="+mn-ea"/>
                    <a:cs typeface="+mn-cs"/>
                  </a:rPr>
                  <a:t>クラウド</a:t>
                </a:r>
                <a:r>
                  <a:rPr kumimoji="1" lang="ja-JP" altLang="ja-JP" sz="1200" b="0" i="0" kern="1200">
                    <a:solidFill>
                      <a:schemeClr val="tx1"/>
                    </a:solidFill>
                    <a:effectLst/>
                    <a:latin typeface="+mn-lt"/>
                    <a:ea typeface="+mn-ea"/>
                    <a:cs typeface="+mn-cs"/>
                  </a:rPr>
                  <a:t>では、より強力な基盤モデルである『Qwen-VL-7B』へこれらを統合します。</a:t>
                </a:r>
                <a:br>
                  <a:rPr kumimoji="1" lang="ja-JP" altLang="ja-JP" sz="1200" b="0" i="0" kern="120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この統合の際、単に予測結果を合わせるだけでなく、</a:t>
                </a:r>
                <a:r>
                  <a:rPr kumimoji="1" lang="ja-JP" altLang="ja-JP" sz="1200" b="1" i="0" kern="1200">
                    <a:solidFill>
                      <a:schemeClr val="tx1"/>
                    </a:solidFill>
                    <a:effectLst/>
                    <a:latin typeface="+mn-lt"/>
                    <a:ea typeface="+mn-ea"/>
                    <a:cs typeface="+mn-cs"/>
                  </a:rPr>
                  <a:t>『学習の進み方（適応ダイナミクス）』そのものを一致させる</a:t>
                </a:r>
                <a:r>
                  <a:rPr kumimoji="1" lang="ja-JP" altLang="ja-JP" sz="1200" b="0" i="0" kern="1200">
                    <a:solidFill>
                      <a:schemeClr val="tx1"/>
                    </a:solidFill>
                    <a:effectLst/>
                    <a:latin typeface="+mn-lt"/>
                    <a:ea typeface="+mn-ea"/>
                    <a:cs typeface="+mn-cs"/>
                  </a:rPr>
                  <a:t>点が、本研究の核心です。</a:t>
                </a:r>
              </a:p>
              <a:p>
                <a:r>
                  <a:rPr kumimoji="1" lang="ja-JP" altLang="ja-JP" sz="1200" b="0" i="0" kern="1200">
                    <a:solidFill>
                      <a:schemeClr val="tx1"/>
                    </a:solidFill>
                    <a:effectLst/>
                    <a:latin typeface="+mn-lt"/>
                    <a:ea typeface="+mn-ea"/>
                    <a:cs typeface="+mn-cs"/>
                  </a:rPr>
                  <a:t>それを実現するのが、左側の赤枠に示す</a:t>
                </a:r>
                <a:r>
                  <a:rPr kumimoji="1" lang="ja-JP" altLang="ja-JP" sz="1200" b="1" i="0" kern="1200">
                    <a:solidFill>
                      <a:schemeClr val="tx1"/>
                    </a:solidFill>
                    <a:effectLst/>
                    <a:latin typeface="+mn-lt"/>
                    <a:ea typeface="+mn-ea"/>
                    <a:cs typeface="+mn-cs"/>
                  </a:rPr>
                  <a:t>独自の損失関数</a:t>
                </a:r>
                <a:r>
                  <a:rPr kumimoji="1" lang="ja-JP" altLang="ja-JP" sz="1200" b="0" i="0" kern="1200">
                    <a:solidFill>
                      <a:schemeClr val="tx1"/>
                    </a:solidFill>
                    <a:effectLst/>
                    <a:latin typeface="+mn-lt"/>
                    <a:ea typeface="+mn-ea"/>
                    <a:cs typeface="+mn-cs"/>
                  </a:rPr>
                  <a:t>です。予測の一致（</a:t>
                </a:r>
              </a:p>
              <a:p>
                <a:pPr/>
                <a:r>
                  <a:rPr kumimoji="1" lang="ja-JP" altLang="en-US" sz="1200" i="0" kern="1200">
                    <a:solidFill>
                      <a:schemeClr val="tx1"/>
                    </a:solidFill>
                    <a:latin typeface="Cambria Math" panose="02040503050406030204" pitchFamily="18" charset="0"/>
                    <a:ea typeface="+mn-ea"/>
                    <a:cs typeface="+mn-cs"/>
                  </a:rPr>
                  <a:t>𝐿_𝑝𝑟𝑒𝑑</a:t>
                </a:r>
                <a:endParaRPr kumimoji="1" lang="ja-JP" altLang="ja-JP" sz="1200" kern="1200">
                  <a:solidFill>
                    <a:schemeClr val="tx1"/>
                  </a:solidFill>
                  <a:effectLst/>
                  <a:latin typeface="+mn-lt"/>
                  <a:ea typeface="+mn-ea"/>
                  <a:cs typeface="+mn-cs"/>
                </a:endParaRPr>
              </a:p>
              <a:p>
                <a:r>
                  <a:rPr lang="ja-JP" altLang="ja-JP">
                    <a:effectLst/>
                  </a:rPr>
                  <a:t>）に加えて、勾配の一致（</a:t>
                </a:r>
                <a:endParaRPr lang="ja-JP" altLang="ja-JP"/>
              </a:p>
              <a:p>
                <a:pPr/>
                <a:r>
                  <a:rPr kumimoji="1" lang="ja-JP" altLang="en-US" sz="1200" i="0" kern="1200">
                    <a:solidFill>
                      <a:schemeClr val="tx1"/>
                    </a:solidFill>
                    <a:latin typeface="Cambria Math" panose="02040503050406030204" pitchFamily="18" charset="0"/>
                    <a:ea typeface="+mn-ea"/>
                    <a:cs typeface="+mn-cs"/>
                  </a:rPr>
                  <a:t>𝐿_𝑔𝑟𝑎𝑑</a:t>
                </a:r>
                <a:endParaRPr kumimoji="1" lang="ja-JP" altLang="ja-JP" sz="1200" kern="1200">
                  <a:solidFill>
                    <a:schemeClr val="tx1"/>
                  </a:solidFill>
                  <a:effectLst/>
                  <a:latin typeface="+mn-lt"/>
                  <a:ea typeface="+mn-ea"/>
                  <a:cs typeface="+mn-cs"/>
                </a:endParaRPr>
              </a:p>
              <a:p>
                <a:r>
                  <a:rPr lang="ja-JP" altLang="ja-JP">
                    <a:effectLst/>
                  </a:rPr>
                  <a:t>）や、更新後の挙動の一致（</a:t>
                </a:r>
                <a:endParaRPr lang="ja-JP" altLang="ja-JP"/>
              </a:p>
              <a:p>
                <a:pPr/>
                <a:r>
                  <a:rPr kumimoji="1" lang="ja-JP" altLang="en-US" sz="1200" i="0" kern="1200">
                    <a:solidFill>
                      <a:schemeClr val="tx1"/>
                    </a:solidFill>
                    <a:latin typeface="Cambria Math" panose="02040503050406030204" pitchFamily="18" charset="0"/>
                    <a:ea typeface="+mn-ea"/>
                    <a:cs typeface="+mn-cs"/>
                  </a:rPr>
                  <a:t>𝐿_𝑝𝑜𝑠𝑡</a:t>
                </a:r>
                <a:endParaRPr kumimoji="1" lang="ja-JP" altLang="ja-JP" sz="1200" kern="1200">
                  <a:solidFill>
                    <a:schemeClr val="tx1"/>
                  </a:solidFill>
                  <a:effectLst/>
                  <a:latin typeface="+mn-lt"/>
                  <a:ea typeface="+mn-ea"/>
                  <a:cs typeface="+mn-cs"/>
                </a:endParaRPr>
              </a:p>
              <a:p>
                <a:r>
                  <a:rPr lang="ja-JP" altLang="ja-JP">
                    <a:effectLst/>
                  </a:rPr>
                  <a:t>）などを組み合わせて最適化することで、小さなエッジモデルでの学習成果が、クラウドの大きな基盤モデル上でも狙い通りに有効機能することを保証します。</a:t>
                </a:r>
                <a:endParaRPr lang="en-US" altLang="ja-JP">
                  <a:effectLst/>
                </a:endParaRPr>
              </a:p>
              <a:p>
                <a:endParaRPr kumimoji="1" lang="en-US" altLang="ja-JP">
                  <a:effectLst/>
                </a:endParaRPr>
              </a:p>
              <a:p>
                <a:endParaRPr kumimoji="1" lang="en-US" altLang="ja-JP">
                  <a:effectLst/>
                </a:endParaRPr>
              </a:p>
              <a:p>
                <a:r>
                  <a:rPr kumimoji="1" lang="ja-JP" altLang="en-US">
                    <a:effectLst/>
                  </a:rPr>
                  <a:t>目的</a:t>
                </a:r>
                <a:endParaRPr kumimoji="1" lang="en-US" altLang="ja-JP">
                  <a:effectLst/>
                </a:endParaRPr>
              </a:p>
              <a:p>
                <a:r>
                  <a:rPr kumimoji="1" lang="ja-JP" altLang="en-US">
                    <a:effectLst/>
                  </a:rPr>
                  <a:t>速さとか</a:t>
                </a:r>
                <a:endParaRPr kumimoji="1" lang="en-US" altLang="ja-JP">
                  <a:effectLst/>
                </a:endParaRPr>
              </a:p>
              <a:p>
                <a:r>
                  <a:rPr kumimoji="1" lang="ja-JP" altLang="en-US">
                    <a:effectLst/>
                  </a:rPr>
                  <a:t>メモリ</a:t>
                </a:r>
                <a:endParaRPr kumimoji="1" lang="en-US" altLang="ja-JP">
                  <a:effectLst/>
                </a:endParaRPr>
              </a:p>
              <a:p>
                <a:endParaRPr kumimoji="1" lang="ja-JP" altLang="en-US"/>
              </a:p>
            </p:txBody>
          </p:sp>
        </mc:Fallback>
      </mc:AlternateContent>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3</a:t>
            </a:fld>
            <a:endParaRPr kumimoji="1" lang="ja-JP" altLang="en-US"/>
          </a:p>
        </p:txBody>
      </p:sp>
    </p:spTree>
    <p:extLst>
      <p:ext uri="{BB962C8B-B14F-4D97-AF65-F5344CB8AC3E}">
        <p14:creationId xmlns:p14="http://schemas.microsoft.com/office/powerpoint/2010/main" val="3620155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ということで、基本的には前回のパイプラインの</a:t>
            </a:r>
            <a:r>
              <a:rPr lang="ja-JP" altLang="ja-JP" b="1" dirty="0"/>
              <a:t>基盤モデル更新</a:t>
            </a:r>
            <a:r>
              <a:rPr lang="ja-JP" altLang="en-US" b="1" dirty="0"/>
              <a:t>の部分が変わっただけなので、前回の連合学習パイプライン</a:t>
            </a:r>
            <a:r>
              <a:rPr kumimoji="1" lang="ja-JP" altLang="en-US" dirty="0"/>
              <a:t>の説明に付け加える形で説明していきます</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4</a:t>
            </a:fld>
            <a:endParaRPr kumimoji="1" lang="ja-JP" altLang="en-US"/>
          </a:p>
        </p:txBody>
      </p:sp>
    </p:spTree>
    <p:extLst>
      <p:ext uri="{BB962C8B-B14F-4D97-AF65-F5344CB8AC3E}">
        <p14:creationId xmlns:p14="http://schemas.microsoft.com/office/powerpoint/2010/main" val="585815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32BB4-A539-8349-B0AA-1224DDBA89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8F3F0E-3C17-763D-7EDE-2866EB6DE1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E97D6CE-FEA0-2A3F-F3AF-1CAD10CA13A4}"/>
              </a:ext>
            </a:extLst>
          </p:cNvPr>
          <p:cNvSpPr>
            <a:spLocks noGrp="1"/>
          </p:cNvSpPr>
          <p:nvPr>
            <p:ph type="body" idx="1"/>
          </p:nvPr>
        </p:nvSpPr>
        <p:spPr/>
        <p:txBody>
          <a:bodyPr/>
          <a:lstStyle/>
          <a:p>
            <a:r>
              <a:rPr kumimoji="1" lang="ja-JP" altLang="en-US" dirty="0"/>
              <a:t>説明</a:t>
            </a:r>
          </a:p>
        </p:txBody>
      </p:sp>
      <p:sp>
        <p:nvSpPr>
          <p:cNvPr id="4" name="スライド番号プレースホルダー 3">
            <a:extLst>
              <a:ext uri="{FF2B5EF4-FFF2-40B4-BE49-F238E27FC236}">
                <a16:creationId xmlns:a16="http://schemas.microsoft.com/office/drawing/2014/main" id="{525AB206-63D0-B025-AC13-CD394C3D99DA}"/>
              </a:ext>
            </a:extLst>
          </p:cNvPr>
          <p:cNvSpPr>
            <a:spLocks noGrp="1"/>
          </p:cNvSpPr>
          <p:nvPr>
            <p:ph type="sldNum" sz="quarter" idx="5"/>
          </p:nvPr>
        </p:nvSpPr>
        <p:spPr/>
        <p:txBody>
          <a:bodyPr/>
          <a:lstStyle/>
          <a:p>
            <a:fld id="{0BE9E387-7CC5-44E4-A0CE-F194BCB5B83D}" type="slidenum">
              <a:rPr kumimoji="1" lang="ja-JP" altLang="en-US" smtClean="0"/>
              <a:t>5</a:t>
            </a:fld>
            <a:endParaRPr kumimoji="1" lang="ja-JP" altLang="en-US"/>
          </a:p>
        </p:txBody>
      </p:sp>
    </p:spTree>
    <p:extLst>
      <p:ext uri="{BB962C8B-B14F-4D97-AF65-F5344CB8AC3E}">
        <p14:creationId xmlns:p14="http://schemas.microsoft.com/office/powerpoint/2010/main" val="671688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説明</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6</a:t>
            </a:fld>
            <a:endParaRPr kumimoji="1" lang="ja-JP" altLang="en-US"/>
          </a:p>
        </p:txBody>
      </p:sp>
    </p:spTree>
    <p:extLst>
      <p:ext uri="{BB962C8B-B14F-4D97-AF65-F5344CB8AC3E}">
        <p14:creationId xmlns:p14="http://schemas.microsoft.com/office/powerpoint/2010/main" val="2887816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0451B-58EC-9F82-80B8-6C450CC388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0BB6C1-B983-9253-71F2-B12A0884A8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96623E-45D2-E04C-6F6D-9F729C660A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まず初めにサーバーからの配布家庭なのですが、いきなり配布過程から説明するとわけわからなくなってしまう部分があるので</a:t>
            </a:r>
            <a:endParaRPr lang="ja-JP" altLang="ja-JP" dirty="0"/>
          </a:p>
        </p:txBody>
      </p:sp>
      <p:sp>
        <p:nvSpPr>
          <p:cNvPr id="4" name="スライド番号プレースホルダー 3">
            <a:extLst>
              <a:ext uri="{FF2B5EF4-FFF2-40B4-BE49-F238E27FC236}">
                <a16:creationId xmlns:a16="http://schemas.microsoft.com/office/drawing/2014/main" id="{C72E40C2-C08E-60DC-7511-D9710730ADAD}"/>
              </a:ext>
            </a:extLst>
          </p:cNvPr>
          <p:cNvSpPr>
            <a:spLocks noGrp="1"/>
          </p:cNvSpPr>
          <p:nvPr>
            <p:ph type="sldNum" sz="quarter" idx="5"/>
          </p:nvPr>
        </p:nvSpPr>
        <p:spPr/>
        <p:txBody>
          <a:bodyPr/>
          <a:lstStyle/>
          <a:p>
            <a:fld id="{0BE9E387-7CC5-44E4-A0CE-F194BCB5B83D}" type="slidenum">
              <a:rPr kumimoji="1" lang="ja-JP" altLang="en-US" smtClean="0"/>
              <a:t>7</a:t>
            </a:fld>
            <a:endParaRPr kumimoji="1" lang="ja-JP" altLang="en-US"/>
          </a:p>
        </p:txBody>
      </p:sp>
    </p:spTree>
    <p:extLst>
      <p:ext uri="{BB962C8B-B14F-4D97-AF65-F5344CB8AC3E}">
        <p14:creationId xmlns:p14="http://schemas.microsoft.com/office/powerpoint/2010/main" val="475389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42AB9-1EDB-9E59-B681-C4811A46F7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BBEEB3-A93F-5BAF-B14F-605B8E16AC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BBBE82-4AA7-D6BE-5F0D-8668F6B650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いったん、</a:t>
            </a:r>
            <a:endParaRPr lang="ja-JP" altLang="ja-JP" dirty="0"/>
          </a:p>
        </p:txBody>
      </p:sp>
      <p:sp>
        <p:nvSpPr>
          <p:cNvPr id="4" name="スライド番号プレースホルダー 3">
            <a:extLst>
              <a:ext uri="{FF2B5EF4-FFF2-40B4-BE49-F238E27FC236}">
                <a16:creationId xmlns:a16="http://schemas.microsoft.com/office/drawing/2014/main" id="{0DA9E009-574C-0557-83E8-12CBA3B08FF1}"/>
              </a:ext>
            </a:extLst>
          </p:cNvPr>
          <p:cNvSpPr>
            <a:spLocks noGrp="1"/>
          </p:cNvSpPr>
          <p:nvPr>
            <p:ph type="sldNum" sz="quarter" idx="5"/>
          </p:nvPr>
        </p:nvSpPr>
        <p:spPr/>
        <p:txBody>
          <a:bodyPr/>
          <a:lstStyle/>
          <a:p>
            <a:fld id="{0BE9E387-7CC5-44E4-A0CE-F194BCB5B83D}" type="slidenum">
              <a:rPr kumimoji="1" lang="ja-JP" altLang="en-US" smtClean="0"/>
              <a:t>8</a:t>
            </a:fld>
            <a:endParaRPr kumimoji="1" lang="ja-JP" altLang="en-US"/>
          </a:p>
        </p:txBody>
      </p:sp>
    </p:spTree>
    <p:extLst>
      <p:ext uri="{BB962C8B-B14F-4D97-AF65-F5344CB8AC3E}">
        <p14:creationId xmlns:p14="http://schemas.microsoft.com/office/powerpoint/2010/main" val="1741777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9</a:t>
            </a:fld>
            <a:endParaRPr kumimoji="1" lang="ja-JP" altLang="en-US"/>
          </a:p>
        </p:txBody>
      </p:sp>
    </p:spTree>
    <p:extLst>
      <p:ext uri="{BB962C8B-B14F-4D97-AF65-F5344CB8AC3E}">
        <p14:creationId xmlns:p14="http://schemas.microsoft.com/office/powerpoint/2010/main" val="358665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C784F-815C-5874-5A6F-A22AC7D68A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C9D386-7149-C133-3928-2EF87BDFDC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9C50ED-126C-197F-416B-DA19B02319C5}"/>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2B9CCAE1-E1A8-7C21-32D8-D300ABF4701F}"/>
              </a:ext>
            </a:extLst>
          </p:cNvPr>
          <p:cNvSpPr>
            <a:spLocks noGrp="1"/>
          </p:cNvSpPr>
          <p:nvPr>
            <p:ph type="sldNum" sz="quarter" idx="5"/>
          </p:nvPr>
        </p:nvSpPr>
        <p:spPr/>
        <p:txBody>
          <a:bodyPr/>
          <a:lstStyle/>
          <a:p>
            <a:fld id="{0BE9E387-7CC5-44E4-A0CE-F194BCB5B83D}" type="slidenum">
              <a:rPr kumimoji="1" lang="ja-JP" altLang="en-US" smtClean="0"/>
              <a:t>10</a:t>
            </a:fld>
            <a:endParaRPr kumimoji="1" lang="ja-JP" altLang="en-US"/>
          </a:p>
        </p:txBody>
      </p:sp>
    </p:spTree>
    <p:extLst>
      <p:ext uri="{BB962C8B-B14F-4D97-AF65-F5344CB8AC3E}">
        <p14:creationId xmlns:p14="http://schemas.microsoft.com/office/powerpoint/2010/main" val="2738677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8148-14AE-0722-AE55-91A4EBE8E3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06836C-20C8-8552-EB8B-601118CDB8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0ECADF-1BBC-3341-F074-BD0C4B7E24A8}"/>
              </a:ext>
            </a:extLst>
          </p:cNvPr>
          <p:cNvSpPr>
            <a:spLocks noGrp="1"/>
          </p:cNvSpPr>
          <p:nvPr>
            <p:ph type="body" idx="1"/>
          </p:nvPr>
        </p:nvSpPr>
        <p:spPr/>
        <p:txBody>
          <a:bodyPr/>
          <a:lstStyle/>
          <a:p>
            <a:endParaRPr kumimoji="1" lang="ja-JP" altLang="ja-JP" sz="1200" kern="1200" dirty="0">
              <a:solidFill>
                <a:schemeClr val="tx1"/>
              </a:solidFill>
              <a:latin typeface="+mn-lt"/>
              <a:ea typeface="+mn-ea"/>
              <a:cs typeface="+mn-cs"/>
            </a:endParaRPr>
          </a:p>
        </p:txBody>
      </p:sp>
      <p:sp>
        <p:nvSpPr>
          <p:cNvPr id="4" name="スライド番号プレースホルダー 3">
            <a:extLst>
              <a:ext uri="{FF2B5EF4-FFF2-40B4-BE49-F238E27FC236}">
                <a16:creationId xmlns:a16="http://schemas.microsoft.com/office/drawing/2014/main" id="{9864E75C-5CDA-1562-2FA4-74F4754C72C6}"/>
              </a:ext>
            </a:extLst>
          </p:cNvPr>
          <p:cNvSpPr>
            <a:spLocks noGrp="1"/>
          </p:cNvSpPr>
          <p:nvPr>
            <p:ph type="sldNum" sz="quarter" idx="5"/>
          </p:nvPr>
        </p:nvSpPr>
        <p:spPr/>
        <p:txBody>
          <a:bodyPr/>
          <a:lstStyle/>
          <a:p>
            <a:fld id="{0BE9E387-7CC5-44E4-A0CE-F194BCB5B83D}" type="slidenum">
              <a:rPr kumimoji="1" lang="ja-JP" altLang="en-US" smtClean="0"/>
              <a:t>11</a:t>
            </a:fld>
            <a:endParaRPr kumimoji="1" lang="ja-JP" altLang="en-US"/>
          </a:p>
        </p:txBody>
      </p:sp>
    </p:spTree>
    <p:extLst>
      <p:ext uri="{BB962C8B-B14F-4D97-AF65-F5344CB8AC3E}">
        <p14:creationId xmlns:p14="http://schemas.microsoft.com/office/powerpoint/2010/main" val="4068020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12</a:t>
            </a:fld>
            <a:endParaRPr kumimoji="1" lang="ja-JP" altLang="en-US"/>
          </a:p>
        </p:txBody>
      </p:sp>
    </p:spTree>
    <p:extLst>
      <p:ext uri="{BB962C8B-B14F-4D97-AF65-F5344CB8AC3E}">
        <p14:creationId xmlns:p14="http://schemas.microsoft.com/office/powerpoint/2010/main" val="1799759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13</a:t>
            </a:fld>
            <a:endParaRPr kumimoji="1" lang="ja-JP" altLang="en-US"/>
          </a:p>
        </p:txBody>
      </p:sp>
    </p:spTree>
    <p:extLst>
      <p:ext uri="{BB962C8B-B14F-4D97-AF65-F5344CB8AC3E}">
        <p14:creationId xmlns:p14="http://schemas.microsoft.com/office/powerpoint/2010/main" val="3405849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A0992-D64E-06EB-1C0F-5BA407907B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3B874A-F05E-0592-A277-BE745F63CC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A7F545B-ABE1-7100-06A3-DA6E1F0EF51E}"/>
              </a:ext>
            </a:extLst>
          </p:cNvPr>
          <p:cNvSpPr>
            <a:spLocks noGrp="1"/>
          </p:cNvSpPr>
          <p:nvPr>
            <p:ph type="body" idx="1"/>
          </p:nvPr>
        </p:nvSpPr>
        <p:spPr/>
        <p:txBody>
          <a:bodyPr/>
          <a:lstStyle/>
          <a:p>
            <a:endParaRPr kumimoji="1" lang="ja-JP" altLang="ja-JP" sz="1200" kern="1200" dirty="0">
              <a:solidFill>
                <a:schemeClr val="tx1"/>
              </a:solidFill>
              <a:latin typeface="+mn-lt"/>
              <a:ea typeface="+mn-ea"/>
              <a:cs typeface="+mn-cs"/>
            </a:endParaRPr>
          </a:p>
        </p:txBody>
      </p:sp>
      <p:sp>
        <p:nvSpPr>
          <p:cNvPr id="4" name="スライド番号プレースホルダー 3">
            <a:extLst>
              <a:ext uri="{FF2B5EF4-FFF2-40B4-BE49-F238E27FC236}">
                <a16:creationId xmlns:a16="http://schemas.microsoft.com/office/drawing/2014/main" id="{493FD552-038F-5818-F7E7-CF41028A15C4}"/>
              </a:ext>
            </a:extLst>
          </p:cNvPr>
          <p:cNvSpPr>
            <a:spLocks noGrp="1"/>
          </p:cNvSpPr>
          <p:nvPr>
            <p:ph type="sldNum" sz="quarter" idx="5"/>
          </p:nvPr>
        </p:nvSpPr>
        <p:spPr/>
        <p:txBody>
          <a:bodyPr/>
          <a:lstStyle/>
          <a:p>
            <a:fld id="{0BE9E387-7CC5-44E4-A0CE-F194BCB5B83D}" type="slidenum">
              <a:rPr kumimoji="1" lang="ja-JP" altLang="en-US" smtClean="0"/>
              <a:t>14</a:t>
            </a:fld>
            <a:endParaRPr kumimoji="1" lang="ja-JP" altLang="en-US"/>
          </a:p>
        </p:txBody>
      </p:sp>
    </p:spTree>
    <p:extLst>
      <p:ext uri="{BB962C8B-B14F-4D97-AF65-F5344CB8AC3E}">
        <p14:creationId xmlns:p14="http://schemas.microsoft.com/office/powerpoint/2010/main" val="1403418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F0DE5-F97F-A0BC-6E81-7D754B7D0E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9E75F9-5BFF-D373-A053-EED5AB9B71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30C4F6-CDDF-7C9B-C8A6-7676CB4927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p:txBody>
      </p:sp>
      <p:sp>
        <p:nvSpPr>
          <p:cNvPr id="4" name="スライド番号プレースホルダー 3">
            <a:extLst>
              <a:ext uri="{FF2B5EF4-FFF2-40B4-BE49-F238E27FC236}">
                <a16:creationId xmlns:a16="http://schemas.microsoft.com/office/drawing/2014/main" id="{4B49A0DC-C1D5-A9FB-1437-7608632415C6}"/>
              </a:ext>
            </a:extLst>
          </p:cNvPr>
          <p:cNvSpPr>
            <a:spLocks noGrp="1"/>
          </p:cNvSpPr>
          <p:nvPr>
            <p:ph type="sldNum" sz="quarter" idx="5"/>
          </p:nvPr>
        </p:nvSpPr>
        <p:spPr/>
        <p:txBody>
          <a:bodyPr/>
          <a:lstStyle/>
          <a:p>
            <a:fld id="{0BE9E387-7CC5-44E4-A0CE-F194BCB5B83D}" type="slidenum">
              <a:rPr kumimoji="1" lang="ja-JP" altLang="en-US" smtClean="0"/>
              <a:t>15</a:t>
            </a:fld>
            <a:endParaRPr kumimoji="1" lang="ja-JP" altLang="en-US"/>
          </a:p>
        </p:txBody>
      </p:sp>
    </p:spTree>
    <p:extLst>
      <p:ext uri="{BB962C8B-B14F-4D97-AF65-F5344CB8AC3E}">
        <p14:creationId xmlns:p14="http://schemas.microsoft.com/office/powerpoint/2010/main" val="2098391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16</a:t>
            </a:fld>
            <a:endParaRPr kumimoji="1" lang="ja-JP" altLang="en-US"/>
          </a:p>
        </p:txBody>
      </p:sp>
    </p:spTree>
    <p:extLst>
      <p:ext uri="{BB962C8B-B14F-4D97-AF65-F5344CB8AC3E}">
        <p14:creationId xmlns:p14="http://schemas.microsoft.com/office/powerpoint/2010/main" val="3513372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先ほどのループを以下の設定に基づいて実験を行います</a:t>
            </a:r>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17</a:t>
            </a:fld>
            <a:endParaRPr kumimoji="1" lang="ja-JP" altLang="en-US"/>
          </a:p>
        </p:txBody>
      </p:sp>
    </p:spTree>
    <p:extLst>
      <p:ext uri="{BB962C8B-B14F-4D97-AF65-F5344CB8AC3E}">
        <p14:creationId xmlns:p14="http://schemas.microsoft.com/office/powerpoint/2010/main" val="574176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18</a:t>
            </a:fld>
            <a:endParaRPr kumimoji="1" lang="ja-JP" altLang="en-US"/>
          </a:p>
        </p:txBody>
      </p:sp>
    </p:spTree>
    <p:extLst>
      <p:ext uri="{BB962C8B-B14F-4D97-AF65-F5344CB8AC3E}">
        <p14:creationId xmlns:p14="http://schemas.microsoft.com/office/powerpoint/2010/main" val="780101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F0CBD-7CAE-545A-5E1E-2AA308DE4F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CCA5B8-0F51-3B5E-EF70-C07CB4BCD9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0C6FD29-B875-3F70-964D-5386DFCDA8F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287B299-35F5-55EE-23C9-4E2D40FDB7E7}"/>
              </a:ext>
            </a:extLst>
          </p:cNvPr>
          <p:cNvSpPr>
            <a:spLocks noGrp="1"/>
          </p:cNvSpPr>
          <p:nvPr>
            <p:ph type="sldNum" sz="quarter" idx="5"/>
          </p:nvPr>
        </p:nvSpPr>
        <p:spPr/>
        <p:txBody>
          <a:bodyPr/>
          <a:lstStyle/>
          <a:p>
            <a:fld id="{0BE9E387-7CC5-44E4-A0CE-F194BCB5B83D}" type="slidenum">
              <a:rPr kumimoji="1" lang="ja-JP" altLang="en-US" smtClean="0"/>
              <a:t>19</a:t>
            </a:fld>
            <a:endParaRPr kumimoji="1" lang="ja-JP" altLang="en-US"/>
          </a:p>
        </p:txBody>
      </p:sp>
    </p:spTree>
    <p:extLst>
      <p:ext uri="{BB962C8B-B14F-4D97-AF65-F5344CB8AC3E}">
        <p14:creationId xmlns:p14="http://schemas.microsoft.com/office/powerpoint/2010/main" val="6075188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64EE1-9ECB-686E-A981-FE893D1B14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4CD38D-5B0B-F12D-AA2E-40AA7E607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B6692D-45D3-A0AD-F1BD-8BB74487EB9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9962DEA-D59E-C915-71EE-C8C54087BC76}"/>
              </a:ext>
            </a:extLst>
          </p:cNvPr>
          <p:cNvSpPr>
            <a:spLocks noGrp="1"/>
          </p:cNvSpPr>
          <p:nvPr>
            <p:ph type="sldNum" sz="quarter" idx="5"/>
          </p:nvPr>
        </p:nvSpPr>
        <p:spPr/>
        <p:txBody>
          <a:bodyPr/>
          <a:lstStyle/>
          <a:p>
            <a:fld id="{0BE9E387-7CC5-44E4-A0CE-F194BCB5B83D}" type="slidenum">
              <a:rPr kumimoji="1" lang="ja-JP" altLang="en-US" smtClean="0"/>
              <a:t>20</a:t>
            </a:fld>
            <a:endParaRPr kumimoji="1" lang="ja-JP" altLang="en-US"/>
          </a:p>
        </p:txBody>
      </p:sp>
    </p:spTree>
    <p:extLst>
      <p:ext uri="{BB962C8B-B14F-4D97-AF65-F5344CB8AC3E}">
        <p14:creationId xmlns:p14="http://schemas.microsoft.com/office/powerpoint/2010/main" val="1891162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21</a:t>
            </a:fld>
            <a:endParaRPr kumimoji="1" lang="ja-JP" altLang="en-US"/>
          </a:p>
        </p:txBody>
      </p:sp>
    </p:spTree>
    <p:extLst>
      <p:ext uri="{BB962C8B-B14F-4D97-AF65-F5344CB8AC3E}">
        <p14:creationId xmlns:p14="http://schemas.microsoft.com/office/powerpoint/2010/main" val="2895973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259D8-CF95-6B51-7DAB-6DE3328FC2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508B35-9CB9-1E81-6AB3-DBE1D37E01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42DF32-63B4-931C-387D-0E037BBE965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3148402-29B3-CD05-819E-4F0ADABF59AF}"/>
              </a:ext>
            </a:extLst>
          </p:cNvPr>
          <p:cNvSpPr>
            <a:spLocks noGrp="1"/>
          </p:cNvSpPr>
          <p:nvPr>
            <p:ph type="sldNum" sz="quarter" idx="5"/>
          </p:nvPr>
        </p:nvSpPr>
        <p:spPr/>
        <p:txBody>
          <a:bodyPr/>
          <a:lstStyle/>
          <a:p>
            <a:fld id="{0BE9E387-7CC5-44E4-A0CE-F194BCB5B83D}" type="slidenum">
              <a:rPr kumimoji="1" lang="ja-JP" altLang="en-US" smtClean="0"/>
              <a:t>22</a:t>
            </a:fld>
            <a:endParaRPr kumimoji="1" lang="ja-JP" altLang="en-US"/>
          </a:p>
        </p:txBody>
      </p:sp>
    </p:spTree>
    <p:extLst>
      <p:ext uri="{BB962C8B-B14F-4D97-AF65-F5344CB8AC3E}">
        <p14:creationId xmlns:p14="http://schemas.microsoft.com/office/powerpoint/2010/main" val="2347736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BE9E387-7CC5-44E4-A0CE-F194BCB5B83D}" type="slidenum">
              <a:rPr kumimoji="1" lang="ja-JP" altLang="en-US" smtClean="0"/>
              <a:t>23</a:t>
            </a:fld>
            <a:endParaRPr kumimoji="1" lang="ja-JP" altLang="en-US"/>
          </a:p>
        </p:txBody>
      </p:sp>
    </p:spTree>
    <p:extLst>
      <p:ext uri="{BB962C8B-B14F-4D97-AF65-F5344CB8AC3E}">
        <p14:creationId xmlns:p14="http://schemas.microsoft.com/office/powerpoint/2010/main" val="61063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0" name="正方形/長方形 9"/>
          <p:cNvSpPr/>
          <p:nvPr userDrawn="1"/>
        </p:nvSpPr>
        <p:spPr>
          <a:xfrm>
            <a:off x="-1" y="6506936"/>
            <a:ext cx="9144000" cy="35106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p:cNvSpPr/>
          <p:nvPr userDrawn="1"/>
        </p:nvSpPr>
        <p:spPr>
          <a:xfrm>
            <a:off x="465363" y="3553218"/>
            <a:ext cx="8213272" cy="14520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hasCustomPrompt="1"/>
          </p:nvPr>
        </p:nvSpPr>
        <p:spPr>
          <a:xfrm>
            <a:off x="498021" y="2355104"/>
            <a:ext cx="8147957" cy="735738"/>
          </a:xfrm>
        </p:spPr>
        <p:txBody>
          <a:bodyPr anchor="b">
            <a:normAutofit/>
          </a:bodyPr>
          <a:lstStyle>
            <a:lvl1pPr algn="ctr">
              <a:defRPr sz="4000">
                <a:solidFill>
                  <a:schemeClr val="tx1"/>
                </a:solidFill>
              </a:defRPr>
            </a:lvl1pPr>
          </a:lstStyle>
          <a:p>
            <a:r>
              <a:rPr lang="ja-JP" altLang="en-US"/>
              <a:t>マスター タイトル</a:t>
            </a:r>
            <a:endParaRPr lang="en-US"/>
          </a:p>
        </p:txBody>
      </p:sp>
      <p:sp>
        <p:nvSpPr>
          <p:cNvPr id="3" name="Subtitle 2"/>
          <p:cNvSpPr>
            <a:spLocks noGrp="1"/>
          </p:cNvSpPr>
          <p:nvPr>
            <p:ph type="subTitle" idx="1"/>
          </p:nvPr>
        </p:nvSpPr>
        <p:spPr>
          <a:xfrm>
            <a:off x="4755696" y="4531179"/>
            <a:ext cx="4204607" cy="997795"/>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11747"/>
            <a:ext cx="9144000" cy="6046253"/>
          </a:xfrm>
        </p:spPr>
        <p:txBody>
          <a:bodyPr/>
          <a:lstStyle>
            <a:lvl1pPr>
              <a:lnSpc>
                <a:spcPct val="130000"/>
              </a:lnSpc>
              <a:buFont typeface="Impact" panose="020B0806030902050204" pitchFamily="34" charset="0"/>
              <a:buChar char="I"/>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9" name="正方形/長方形 8"/>
          <p:cNvSpPr/>
          <p:nvPr userDrawn="1"/>
        </p:nvSpPr>
        <p:spPr>
          <a:xfrm flipV="1">
            <a:off x="0" y="745419"/>
            <a:ext cx="9144000" cy="66328"/>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628650" y="88108"/>
            <a:ext cx="7886700" cy="657310"/>
          </a:xfrm>
        </p:spPr>
        <p:txBody>
          <a:bodyPr>
            <a:normAutofit/>
          </a:bodyPr>
          <a:lstStyle>
            <a:lvl1pPr>
              <a:defRPr sz="3600">
                <a:solidFill>
                  <a:schemeClr val="tx1"/>
                </a:solidFill>
              </a:defRPr>
            </a:lvl1pPr>
          </a:lstStyle>
          <a:p>
            <a:r>
              <a:rPr lang="ja-JP" altLang="en-US"/>
              <a:t>マスター タイトルの書式設定</a:t>
            </a:r>
            <a:endParaRPr lang="en-US"/>
          </a:p>
        </p:txBody>
      </p:sp>
      <p:sp>
        <p:nvSpPr>
          <p:cNvPr id="5" name="スライド番号プレースホルダー 3"/>
          <p:cNvSpPr>
            <a:spLocks noGrp="1"/>
          </p:cNvSpPr>
          <p:nvPr>
            <p:ph type="sldNum" sz="quarter" idx="4"/>
          </p:nvPr>
        </p:nvSpPr>
        <p:spPr>
          <a:xfrm>
            <a:off x="5646483" y="73989"/>
            <a:ext cx="3118757" cy="354013"/>
          </a:xfrm>
          <a:prstGeom prst="rect">
            <a:avLst/>
          </a:prstGeom>
        </p:spPr>
        <p:txBody>
          <a:bodyPr vert="horz" lIns="91440" tIns="45720" rIns="91440" bIns="45720" rtlCol="0" anchor="ctr"/>
          <a:lstStyle>
            <a:lvl1pPr algn="r">
              <a:defRPr sz="1800">
                <a:solidFill>
                  <a:schemeClr val="tx1"/>
                </a:solidFill>
              </a:defRPr>
            </a:lvl1pPr>
          </a:lstStyle>
          <a:p>
            <a:fld id="{C088C981-6885-4100-82A1-DE7074EC4480}" type="slidenum">
              <a:rPr lang="ja-JP" altLang="en-US" smtClean="0"/>
              <a:t>‹#›</a:t>
            </a:fld>
            <a:endParaRPr lang="ja-JP" altLang="en-US"/>
          </a:p>
        </p:txBody>
      </p:sp>
      <p:sp>
        <p:nvSpPr>
          <p:cNvPr id="6" name="テキスト ボックス 5"/>
          <p:cNvSpPr txBox="1"/>
          <p:nvPr userDrawn="1"/>
        </p:nvSpPr>
        <p:spPr>
          <a:xfrm>
            <a:off x="8626448" y="66330"/>
            <a:ext cx="603069" cy="369332"/>
          </a:xfrm>
          <a:prstGeom prst="rect">
            <a:avLst/>
          </a:prstGeom>
          <a:noFill/>
        </p:spPr>
        <p:txBody>
          <a:bodyPr wrap="square" rtlCol="0">
            <a:spAutoFit/>
          </a:bodyPr>
          <a:lstStyle/>
          <a:p>
            <a:r>
              <a:rPr kumimoji="1" lang="en-US" altLang="ja-JP">
                <a:solidFill>
                  <a:schemeClr val="tx1"/>
                </a:solidFill>
              </a:rPr>
              <a:t>/ 19</a:t>
            </a:r>
            <a:endParaRPr kumimoji="1" lang="ja-JP" altLang="en-US">
              <a:solidFill>
                <a:schemeClr val="tx1"/>
              </a:solidFill>
            </a:endParaRPr>
          </a:p>
        </p:txBody>
      </p:sp>
      <p:pic>
        <p:nvPicPr>
          <p:cNvPr id="7" name="グラフィックス 6" descr="散布図 単色塗りつぶし"/>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07007"/>
            <a:ext cx="657310" cy="6573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11747"/>
            <a:ext cx="9143999" cy="6046253"/>
          </a:xfrm>
        </p:spPr>
        <p:txBody>
          <a:bodyPr/>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9" name="正方形/長方形 8"/>
          <p:cNvSpPr/>
          <p:nvPr userDrawn="1"/>
        </p:nvSpPr>
        <p:spPr>
          <a:xfrm flipV="1">
            <a:off x="0" y="745419"/>
            <a:ext cx="9144000" cy="66328"/>
          </a:xfrm>
          <a:prstGeom prst="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628650" y="88108"/>
            <a:ext cx="7886700" cy="657310"/>
          </a:xfrm>
        </p:spPr>
        <p:txBody>
          <a:bodyPr>
            <a:normAutofit/>
          </a:bodyPr>
          <a:lstStyle>
            <a:lvl1pPr>
              <a:defRPr sz="3600">
                <a:solidFill>
                  <a:schemeClr val="tx1"/>
                </a:solidFill>
              </a:defRPr>
            </a:lvl1pPr>
          </a:lstStyle>
          <a:p>
            <a:r>
              <a:rPr lang="ja-JP" altLang="en-US"/>
              <a:t>マスター タイトルの書式設定</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3DAFC12-12EF-DD5B-64FA-08D714DC7CBD}"/>
              </a:ext>
            </a:extLst>
          </p:cNvPr>
          <p:cNvSpPr>
            <a:spLocks noGrp="1"/>
          </p:cNvSpPr>
          <p:nvPr>
            <p:ph type="sldNum" sz="quarter" idx="10"/>
          </p:nvPr>
        </p:nvSpPr>
        <p:spPr/>
        <p:txBody>
          <a:bodyPr/>
          <a:lstStyle/>
          <a:p>
            <a:fld id="{C088C981-6885-4100-82A1-DE7074EC4480}" type="slidenum">
              <a:rPr kumimoji="1" lang="ja-JP" altLang="en-US" smtClean="0"/>
              <a:t>‹#›</a:t>
            </a:fld>
            <a:endParaRPr kumimoji="1" lang="ja-JP" altLang="en-US"/>
          </a:p>
        </p:txBody>
      </p:sp>
    </p:spTree>
    <p:extLst>
      <p:ext uri="{BB962C8B-B14F-4D97-AF65-F5344CB8AC3E}">
        <p14:creationId xmlns:p14="http://schemas.microsoft.com/office/powerpoint/2010/main" val="2125884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AEBD1633-DF08-1D3C-E2E8-763ED4DA8CAD}"/>
              </a:ext>
            </a:extLst>
          </p:cNvPr>
          <p:cNvSpPr>
            <a:spLocks noGrp="1"/>
          </p:cNvSpPr>
          <p:nvPr>
            <p:ph type="sldNum" sz="quarter" idx="10"/>
          </p:nvPr>
        </p:nvSpPr>
        <p:spPr/>
        <p:txBody>
          <a:bodyPr/>
          <a:lstStyle/>
          <a:p>
            <a:fld id="{C088C981-6885-4100-82A1-DE7074EC4480}" type="slidenum">
              <a:rPr kumimoji="1" lang="ja-JP" altLang="en-US" smtClean="0"/>
              <a:t>‹#›</a:t>
            </a:fld>
            <a:endParaRPr kumimoji="1" lang="ja-JP" altLang="en-US"/>
          </a:p>
        </p:txBody>
      </p:sp>
      <p:pic>
        <p:nvPicPr>
          <p:cNvPr id="4" name="グラフィックス 3" descr="散布図 単色塗りつぶし">
            <a:extLst>
              <a:ext uri="{FF2B5EF4-FFF2-40B4-BE49-F238E27FC236}">
                <a16:creationId xmlns:a16="http://schemas.microsoft.com/office/drawing/2014/main" id="{D1119488-F22E-A77C-F31E-6DA10DF5C71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07007"/>
            <a:ext cx="657310" cy="657310"/>
          </a:xfrm>
          <a:prstGeom prst="rect">
            <a:avLst/>
          </a:prstGeom>
        </p:spPr>
      </p:pic>
    </p:spTree>
    <p:extLst>
      <p:ext uri="{BB962C8B-B14F-4D97-AF65-F5344CB8AC3E}">
        <p14:creationId xmlns:p14="http://schemas.microsoft.com/office/powerpoint/2010/main" val="32801374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1344168"/>
            <a:ext cx="9144000" cy="5513832"/>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2" name="Title Placeholder 1"/>
          <p:cNvSpPr>
            <a:spLocks noGrp="1"/>
          </p:cNvSpPr>
          <p:nvPr>
            <p:ph type="title"/>
          </p:nvPr>
        </p:nvSpPr>
        <p:spPr>
          <a:xfrm>
            <a:off x="628650" y="190047"/>
            <a:ext cx="7886700" cy="934665"/>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4" name="スライド番号プレースホルダー 3"/>
          <p:cNvSpPr>
            <a:spLocks noGrp="1"/>
          </p:cNvSpPr>
          <p:nvPr>
            <p:ph type="sldNum" sz="quarter" idx="4"/>
          </p:nvPr>
        </p:nvSpPr>
        <p:spPr>
          <a:xfrm>
            <a:off x="5396593" y="190047"/>
            <a:ext cx="3118757" cy="354013"/>
          </a:xfrm>
          <a:prstGeom prst="rect">
            <a:avLst/>
          </a:prstGeom>
        </p:spPr>
        <p:txBody>
          <a:bodyPr vert="horz" lIns="91440" tIns="45720" rIns="91440" bIns="45720" rtlCol="0" anchor="ctr"/>
          <a:lstStyle>
            <a:lvl1pPr algn="r">
              <a:defRPr sz="1800">
                <a:solidFill>
                  <a:schemeClr val="tx1">
                    <a:tint val="75000"/>
                  </a:schemeClr>
                </a:solidFill>
              </a:defRPr>
            </a:lvl1pPr>
          </a:lstStyle>
          <a:p>
            <a:fld id="{C088C981-6885-4100-82A1-DE7074EC4480}"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2" r:id="rId5"/>
  </p:sldLayoutIdLst>
  <p:hf hdr="0" ftr="0" dt="0"/>
  <p:txStyles>
    <p:titleStyle>
      <a:lvl1pPr algn="l"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p:titleStyle>
    <p:bodyStyle>
      <a:lvl1pPr marL="228600" indent="-228600" algn="l" defTabSz="914400" rtl="0" eaLnBrk="1" latinLnBrk="0" hangingPunct="1">
        <a:lnSpc>
          <a:spcPct val="100000"/>
        </a:lnSpc>
        <a:spcBef>
          <a:spcPts val="1000"/>
        </a:spcBef>
        <a:buFont typeface="Aptos Slab Black" panose="020B0004020202020204" pitchFamily="34" charset="0"/>
        <a:buChar char="┃"/>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0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0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0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20.png"/><Relationship Id="rId26" Type="http://schemas.openxmlformats.org/officeDocument/2006/relationships/image" Target="../media/image23.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20.png"/><Relationship Id="rId2" Type="http://schemas.openxmlformats.org/officeDocument/2006/relationships/notesSlide" Target="../notesSlides/notesSlide4.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10.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00.png"/><Relationship Id="rId10" Type="http://schemas.openxmlformats.org/officeDocument/2006/relationships/image" Target="../media/image10.png"/><Relationship Id="rId19" Type="http://schemas.openxmlformats.org/officeDocument/2006/relationships/image" Target="../media/image18.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1.png"/><Relationship Id="rId27"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20.png"/><Relationship Id="rId26" Type="http://schemas.openxmlformats.org/officeDocument/2006/relationships/image" Target="../media/image230.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20.png"/><Relationship Id="rId2" Type="http://schemas.openxmlformats.org/officeDocument/2006/relationships/notesSlide" Target="../notesSlides/notesSlide6.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10.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00.png"/><Relationship Id="rId10" Type="http://schemas.openxmlformats.org/officeDocument/2006/relationships/image" Target="../media/image10.png"/><Relationship Id="rId19" Type="http://schemas.openxmlformats.org/officeDocument/2006/relationships/image" Target="../media/image18.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1.png"/><Relationship Id="rId27"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20.png"/><Relationship Id="rId26" Type="http://schemas.openxmlformats.org/officeDocument/2006/relationships/image" Target="../media/image230.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jpe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20.png"/><Relationship Id="rId2" Type="http://schemas.openxmlformats.org/officeDocument/2006/relationships/notesSlide" Target="../notesSlides/notesSlide7.xml"/><Relationship Id="rId16" Type="http://schemas.openxmlformats.org/officeDocument/2006/relationships/image" Target="../media/image16.jpeg"/><Relationship Id="rId20"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10.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00.png"/><Relationship Id="rId10" Type="http://schemas.openxmlformats.org/officeDocument/2006/relationships/image" Target="../media/image10.png"/><Relationship Id="rId19" Type="http://schemas.openxmlformats.org/officeDocument/2006/relationships/image" Target="../media/image18.svg"/><Relationship Id="rId4" Type="http://schemas.openxmlformats.org/officeDocument/2006/relationships/image" Target="../media/image4.jpeg"/><Relationship Id="rId9" Type="http://schemas.openxmlformats.org/officeDocument/2006/relationships/image" Target="../media/image9.png"/><Relationship Id="rId14" Type="http://schemas.openxmlformats.org/officeDocument/2006/relationships/image" Target="../media/image14.jpeg"/><Relationship Id="rId22" Type="http://schemas.openxmlformats.org/officeDocument/2006/relationships/image" Target="../media/image21.png"/><Relationship Id="rId27"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1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6.png"/><Relationship Id="rId2" Type="http://schemas.openxmlformats.org/officeDocument/2006/relationships/notesSlide" Target="../notesSlides/notesSlide8.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28.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1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6.png"/><Relationship Id="rId2" Type="http://schemas.openxmlformats.org/officeDocument/2006/relationships/notesSlide" Target="../notesSlides/notesSlide9.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28.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0.png"/><Relationship Id="rId2" Type="http://schemas.openxmlformats.org/officeDocument/2006/relationships/notesSlide" Target="../notesSlides/notesSlide10.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18" Type="http://schemas.openxmlformats.org/officeDocument/2006/relationships/image" Target="../media/image211.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1.png"/><Relationship Id="rId2" Type="http://schemas.openxmlformats.org/officeDocument/2006/relationships/notesSlide" Target="../notesSlides/notesSlide11.xml"/><Relationship Id="rId16" Type="http://schemas.openxmlformats.org/officeDocument/2006/relationships/image" Target="../media/image300.png"/><Relationship Id="rId20"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5.png"/><Relationship Id="rId10" Type="http://schemas.openxmlformats.org/officeDocument/2006/relationships/image" Target="../media/image15.jpeg"/><Relationship Id="rId19" Type="http://schemas.openxmlformats.org/officeDocument/2006/relationships/image" Target="../media/image32.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2" Type="http://schemas.openxmlformats.org/officeDocument/2006/relationships/notesSlide" Target="../notesSlides/notesSlide12.xml"/><Relationship Id="rId16"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1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7.png"/><Relationship Id="rId2" Type="http://schemas.openxmlformats.org/officeDocument/2006/relationships/notesSlide" Target="../notesSlides/notesSlide13.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5.png"/><Relationship Id="rId10" Type="http://schemas.openxmlformats.org/officeDocument/2006/relationships/image" Target="../media/image15.jpeg"/><Relationship Id="rId19" Type="http://schemas.openxmlformats.org/officeDocument/2006/relationships/image" Target="../media/image29.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36.png"/><Relationship Id="rId2" Type="http://schemas.openxmlformats.org/officeDocument/2006/relationships/notesSlide" Target="../notesSlides/notesSlide15.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5.png"/><Relationship Id="rId10" Type="http://schemas.openxmlformats.org/officeDocument/2006/relationships/image" Target="../media/image15.jpe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0.png"/><Relationship Id="rId1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7.png"/><Relationship Id="rId17" Type="http://schemas.openxmlformats.org/officeDocument/2006/relationships/image" Target="../media/image26.png"/><Relationship Id="rId2" Type="http://schemas.openxmlformats.org/officeDocument/2006/relationships/notesSlide" Target="../notesSlides/notesSlide1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6.jpeg"/><Relationship Id="rId5" Type="http://schemas.openxmlformats.org/officeDocument/2006/relationships/image" Target="../media/image5.png"/><Relationship Id="rId15" Type="http://schemas.openxmlformats.org/officeDocument/2006/relationships/image" Target="../media/image20.png"/><Relationship Id="rId10" Type="http://schemas.openxmlformats.org/officeDocument/2006/relationships/image" Target="../media/image15.jpeg"/><Relationship Id="rId19" Type="http://schemas.openxmlformats.org/officeDocument/2006/relationships/image" Target="../media/image28.png"/><Relationship Id="rId4" Type="http://schemas.openxmlformats.org/officeDocument/2006/relationships/image" Target="../media/image4.jpeg"/><Relationship Id="rId9" Type="http://schemas.openxmlformats.org/officeDocument/2006/relationships/image" Target="../media/image13.png"/><Relationship Id="rId14" Type="http://schemas.openxmlformats.org/officeDocument/2006/relationships/image" Target="../media/image18.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75660" y="1963067"/>
            <a:ext cx="8960071" cy="1465933"/>
          </a:xfrm>
        </p:spPr>
        <p:txBody>
          <a:bodyPr>
            <a:normAutofit fontScale="90000"/>
          </a:bodyPr>
          <a:lstStyle/>
          <a:p>
            <a:pPr>
              <a:lnSpc>
                <a:spcPct val="130000"/>
              </a:lnSpc>
            </a:pPr>
            <a:br>
              <a:rPr lang="en-US" altLang="zh-TW" dirty="0"/>
            </a:br>
            <a:r>
              <a:rPr lang="ja-JP" altLang="en-US" dirty="0"/>
              <a:t>進捗会</a:t>
            </a:r>
            <a:br>
              <a:rPr lang="en-US" altLang="ja-JP" dirty="0"/>
            </a:br>
            <a:br>
              <a:rPr lang="en-US" altLang="ja-JP" dirty="0"/>
            </a:br>
            <a:r>
              <a:rPr lang="ja-JP" altLang="en-US" sz="3600" b="1" dirty="0"/>
              <a:t>サーバ側最適化の効果の検証</a:t>
            </a:r>
            <a:br>
              <a:rPr lang="en-US" altLang="ja-JP" sz="3600" b="1" dirty="0"/>
            </a:br>
            <a:r>
              <a:rPr lang="en-US" altLang="ja-JP" sz="2200" dirty="0"/>
              <a:t>Surrogate</a:t>
            </a:r>
            <a:r>
              <a:rPr lang="ja-JP" altLang="en-US" sz="2200" dirty="0"/>
              <a:t>モデルによる連合継続学習</a:t>
            </a:r>
            <a:endParaRPr kumimoji="1" lang="ja-JP" altLang="en-US" dirty="0"/>
          </a:p>
        </p:txBody>
      </p:sp>
      <p:sp>
        <p:nvSpPr>
          <p:cNvPr id="3" name="字幕 2"/>
          <p:cNvSpPr>
            <a:spLocks noGrp="1"/>
          </p:cNvSpPr>
          <p:nvPr>
            <p:ph type="subTitle" idx="1"/>
          </p:nvPr>
        </p:nvSpPr>
        <p:spPr>
          <a:xfrm>
            <a:off x="4751709" y="4594888"/>
            <a:ext cx="4204607" cy="1465932"/>
          </a:xfrm>
        </p:spPr>
        <p:txBody>
          <a:bodyPr>
            <a:normAutofit fontScale="92500" lnSpcReduction="10000"/>
          </a:bodyPr>
          <a:lstStyle/>
          <a:p>
            <a:pPr algn="r"/>
            <a:r>
              <a:rPr kumimoji="1" lang="ja-JP" altLang="en-US" dirty="0"/>
              <a:t>名古屋大学</a:t>
            </a:r>
            <a:endParaRPr kumimoji="1" lang="en-US" altLang="ja-JP" dirty="0"/>
          </a:p>
          <a:p>
            <a:pPr algn="r"/>
            <a:r>
              <a:rPr kumimoji="1" lang="ja-JP" altLang="en-US" dirty="0"/>
              <a:t>是津研究室 </a:t>
            </a:r>
            <a:r>
              <a:rPr lang="en-US" altLang="ja-JP" dirty="0"/>
              <a:t>M1</a:t>
            </a:r>
            <a:endParaRPr kumimoji="1" lang="en-US" altLang="ja-JP" dirty="0"/>
          </a:p>
          <a:p>
            <a:pPr algn="r"/>
            <a:r>
              <a:rPr kumimoji="1" lang="ja-JP" altLang="en-US" dirty="0"/>
              <a:t>吉村有生</a:t>
            </a:r>
          </a:p>
        </p:txBody>
      </p:sp>
      <p:sp>
        <p:nvSpPr>
          <p:cNvPr id="4" name="タイトル 1">
            <a:extLst>
              <a:ext uri="{FF2B5EF4-FFF2-40B4-BE49-F238E27FC236}">
                <a16:creationId xmlns:a16="http://schemas.microsoft.com/office/drawing/2014/main" id="{1612D3FA-1A10-5639-0AA3-B6A8434EC3A5}"/>
              </a:ext>
            </a:extLst>
          </p:cNvPr>
          <p:cNvSpPr txBox="1">
            <a:spLocks/>
          </p:cNvSpPr>
          <p:nvPr/>
        </p:nvSpPr>
        <p:spPr>
          <a:xfrm>
            <a:off x="430306" y="3227091"/>
            <a:ext cx="8246596" cy="14659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40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nSpc>
                <a:spcPct val="130000"/>
              </a:lnSpc>
            </a:pPr>
            <a:r>
              <a:rPr lang="en-US" altLang="ja-JP" sz="3200" dirty="0"/>
              <a:t>2026/07/09</a:t>
            </a:r>
            <a:endParaRPr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4CD4E98-4AE5-44B3-75A7-E385BF0E48BE}"/>
              </a:ext>
            </a:extLst>
          </p:cNvPr>
          <p:cNvSpPr>
            <a:spLocks noGrp="1"/>
          </p:cNvSpPr>
          <p:nvPr>
            <p:ph type="title"/>
          </p:nvPr>
        </p:nvSpPr>
        <p:spPr/>
        <p:txBody>
          <a:bodyPr/>
          <a:lstStyle/>
          <a:p>
            <a:r>
              <a:rPr kumimoji="1" lang="ja-JP" altLang="en-US" dirty="0"/>
              <a:t>目的</a:t>
            </a:r>
          </a:p>
        </p:txBody>
      </p:sp>
      <p:sp>
        <p:nvSpPr>
          <p:cNvPr id="4" name="スライド番号プレースホルダー 3">
            <a:extLst>
              <a:ext uri="{FF2B5EF4-FFF2-40B4-BE49-F238E27FC236}">
                <a16:creationId xmlns:a16="http://schemas.microsoft.com/office/drawing/2014/main" id="{065ED72D-ACDE-3D16-927E-7478946EE4BD}"/>
              </a:ext>
            </a:extLst>
          </p:cNvPr>
          <p:cNvSpPr>
            <a:spLocks noGrp="1"/>
          </p:cNvSpPr>
          <p:nvPr>
            <p:ph type="sldNum" sz="quarter" idx="4"/>
          </p:nvPr>
        </p:nvSpPr>
        <p:spPr/>
        <p:txBody>
          <a:bodyPr/>
          <a:lstStyle/>
          <a:p>
            <a:fld id="{C088C981-6885-4100-82A1-DE7074EC4480}" type="slidenum">
              <a:rPr lang="ja-JP" altLang="en-US" smtClean="0"/>
              <a:t>1</a:t>
            </a:fld>
            <a:endParaRPr lang="ja-JP" altLang="en-US"/>
          </a:p>
        </p:txBody>
      </p:sp>
      <p:cxnSp>
        <p:nvCxnSpPr>
          <p:cNvPr id="6" name="直線コネクタ 5">
            <a:extLst>
              <a:ext uri="{FF2B5EF4-FFF2-40B4-BE49-F238E27FC236}">
                <a16:creationId xmlns:a16="http://schemas.microsoft.com/office/drawing/2014/main" id="{F01CD087-5286-752F-E691-AC5B2D6C5112}"/>
              </a:ext>
            </a:extLst>
          </p:cNvPr>
          <p:cNvCxnSpPr>
            <a:cxnSpLocks/>
          </p:cNvCxnSpPr>
          <p:nvPr/>
        </p:nvCxnSpPr>
        <p:spPr>
          <a:xfrm>
            <a:off x="0" y="3834874"/>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7F5D85FB-24EF-0541-A5DF-7518C78A4C4F}"/>
              </a:ext>
            </a:extLst>
          </p:cNvPr>
          <p:cNvCxnSpPr>
            <a:cxnSpLocks/>
            <a:stCxn id="3" idx="2"/>
          </p:cNvCxnSpPr>
          <p:nvPr/>
        </p:nvCxnSpPr>
        <p:spPr>
          <a:xfrm>
            <a:off x="4572000" y="745418"/>
            <a:ext cx="0" cy="611258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コンテンツ プレースホルダー 1">
                <a:extLst>
                  <a:ext uri="{FF2B5EF4-FFF2-40B4-BE49-F238E27FC236}">
                    <a16:creationId xmlns:a16="http://schemas.microsoft.com/office/drawing/2014/main" id="{ACEF0645-369D-0877-093F-2EF5D762F25A}"/>
                  </a:ext>
                </a:extLst>
              </p:cNvPr>
              <p:cNvSpPr txBox="1">
                <a:spLocks/>
              </p:cNvSpPr>
              <p:nvPr/>
            </p:nvSpPr>
            <p:spPr>
              <a:xfrm>
                <a:off x="0" y="3834874"/>
                <a:ext cx="4571987" cy="3023126"/>
              </a:xfrm>
              <a:prstGeom prst="rect">
                <a:avLst/>
              </a:prstGeom>
            </p:spPr>
            <p:txBody>
              <a:bodyPr vert="horz" lIns="91440" tIns="45720" rIns="91440" bIns="45720" rtlCol="0">
                <a:normAutofit/>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ja-JP" altLang="ja-JP" sz="2400" dirty="0"/>
                  <a:t>3. 提案コンセプトの核心</a:t>
                </a:r>
                <a:endParaRPr lang="en-US" altLang="ja-JP" sz="2400" dirty="0"/>
              </a:p>
              <a:p>
                <a:r>
                  <a:rPr lang="ja-JP" altLang="en-US" sz="1600" dirty="0"/>
                  <a:t>ゴールは整合損失そのものではなく  「クライアントの適応情報 → クラウド基盤</a:t>
                </a:r>
                <a:r>
                  <a:rPr lang="en-US" altLang="ja-JP" sz="1600" dirty="0"/>
                  <a:t>AI</a:t>
                </a:r>
                <a:r>
                  <a:rPr lang="ja-JP" altLang="en-US" sz="1600" dirty="0"/>
                  <a:t>の循環更新」</a:t>
                </a:r>
                <a:endParaRPr lang="en-US" altLang="ja-JP" sz="1600" dirty="0"/>
              </a:p>
              <a:p>
                <a:r>
                  <a:rPr lang="ja-JP" altLang="en-US" sz="1600" dirty="0"/>
                  <a:t>クライアントの適応情報の例</a:t>
                </a:r>
                <a:r>
                  <a:rPr lang="en-US" altLang="ja-JP" sz="1600" dirty="0"/>
                  <a:t>:  </a:t>
                </a:r>
                <a:r>
                  <a:rPr lang="en-US" altLang="ja-JP" sz="1600" dirty="0" err="1"/>
                  <a:t>LoRA</a:t>
                </a:r>
                <a:r>
                  <a:rPr lang="ja-JP" altLang="en-US" sz="1600" dirty="0"/>
                  <a:t>更新差分 </a:t>
                </a:r>
                <a:r>
                  <a:rPr lang="en-US" altLang="ja-JP" sz="1600" dirty="0"/>
                  <a:t>/ </a:t>
                </a:r>
                <a:r>
                  <a:rPr lang="ja-JP" altLang="en-US" sz="1600" dirty="0">
                    <a:solidFill>
                      <a:srgbClr val="FF0000"/>
                    </a:solidFill>
                  </a:rPr>
                  <a:t>出力分布 </a:t>
                </a:r>
                <a:r>
                  <a:rPr lang="en-US" altLang="ja-JP" sz="1600" dirty="0">
                    <a:solidFill>
                      <a:srgbClr val="FF0000"/>
                    </a:solidFill>
                  </a:rPr>
                  <a:t>/ </a:t>
                </a:r>
                <a:r>
                  <a:rPr lang="ja-JP" altLang="en-US" sz="1600" dirty="0">
                    <a:solidFill>
                      <a:srgbClr val="FF0000"/>
                    </a:solidFill>
                  </a:rPr>
                  <a:t>勾配 </a:t>
                </a:r>
                <a:r>
                  <a:rPr lang="en-US" altLang="ja-JP" sz="1600" dirty="0">
                    <a:solidFill>
                      <a:srgbClr val="FF0000"/>
                    </a:solidFill>
                  </a:rPr>
                  <a:t>/ 1-step</a:t>
                </a:r>
                <a:r>
                  <a:rPr lang="ja-JP" altLang="en-US" sz="1600" dirty="0">
                    <a:solidFill>
                      <a:srgbClr val="FF0000"/>
                    </a:solidFill>
                  </a:rPr>
                  <a:t>適応後出力 等</a:t>
                </a:r>
                <a:endParaRPr lang="en-US" altLang="ja-JP" sz="1600" dirty="0">
                  <a:solidFill>
                    <a:srgbClr val="FF0000"/>
                  </a:solidFill>
                </a:endParaRPr>
              </a:p>
              <a:p>
                <a14:m>
                  <m:oMath xmlns:m="http://schemas.openxmlformats.org/officeDocument/2006/math">
                    <m:r>
                      <a:rPr lang="en-US" altLang="ja-JP" sz="1600" i="1">
                        <a:latin typeface="Cambria Math" panose="02040503050406030204" pitchFamily="18" charset="0"/>
                      </a:rPr>
                      <m:t>𝐿</m:t>
                    </m:r>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1</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𝑝𝑟𝑒𝑑</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2</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𝑟𝑒𝑝𝑟</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3</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𝑔𝑟𝑎𝑑</m:t>
                        </m:r>
                      </m:sub>
                    </m:sSub>
                    <m:r>
                      <a:rPr lang="en-US" altLang="ja-JP" sz="1600" i="1">
                        <a:latin typeface="Cambria Math" panose="02040503050406030204" pitchFamily="18" charset="0"/>
                      </a:rPr>
                      <m:t>+</m:t>
                    </m:r>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𝜆</m:t>
                        </m:r>
                      </m:e>
                      <m:sub>
                        <m:r>
                          <a:rPr lang="en-US" altLang="ja-JP" sz="1600" i="1">
                            <a:latin typeface="Cambria Math" panose="02040503050406030204" pitchFamily="18" charset="0"/>
                          </a:rPr>
                          <m:t>4</m:t>
                        </m:r>
                      </m:sub>
                    </m:sSub>
                    <m:sSub>
                      <m:sSubPr>
                        <m:ctrlPr>
                          <a:rPr lang="ja-JP" altLang="ja-JP" sz="1600" i="1">
                            <a:latin typeface="Cambria Math" panose="02040503050406030204" pitchFamily="18" charset="0"/>
                          </a:rPr>
                        </m:ctrlPr>
                      </m:sSubPr>
                      <m:e>
                        <m:r>
                          <a:rPr lang="en-US" altLang="ja-JP" sz="1600" i="1">
                            <a:latin typeface="Cambria Math" panose="02040503050406030204" pitchFamily="18" charset="0"/>
                          </a:rPr>
                          <m:t>𝐿</m:t>
                        </m:r>
                      </m:e>
                      <m:sub>
                        <m:r>
                          <a:rPr lang="en-US" altLang="ja-JP" sz="1600" i="1">
                            <a:latin typeface="Cambria Math" panose="02040503050406030204" pitchFamily="18" charset="0"/>
                          </a:rPr>
                          <m:t>𝑝𝑜𝑠𝑡</m:t>
                        </m:r>
                      </m:sub>
                    </m:sSub>
                  </m:oMath>
                </a14:m>
                <a:r>
                  <a:rPr lang="ja-JP" altLang="en-US" sz="1600" dirty="0"/>
                  <a:t>はそのための具体的手法</a:t>
                </a:r>
              </a:p>
            </p:txBody>
          </p:sp>
        </mc:Choice>
        <mc:Fallback xmlns="">
          <p:sp>
            <p:nvSpPr>
              <p:cNvPr id="19" name="コンテンツ プレースホルダー 1">
                <a:extLst>
                  <a:ext uri="{FF2B5EF4-FFF2-40B4-BE49-F238E27FC236}">
                    <a16:creationId xmlns:a16="http://schemas.microsoft.com/office/drawing/2014/main" id="{ACEF0645-369D-0877-093F-2EF5D762F25A}"/>
                  </a:ext>
                </a:extLst>
              </p:cNvPr>
              <p:cNvSpPr txBox="1">
                <a:spLocks noRot="1" noChangeAspect="1" noMove="1" noResize="1" noEditPoints="1" noAdjustHandles="1" noChangeArrowheads="1" noChangeShapeType="1" noTextEdit="1"/>
              </p:cNvSpPr>
              <p:nvPr/>
            </p:nvSpPr>
            <p:spPr>
              <a:xfrm>
                <a:off x="0" y="3834874"/>
                <a:ext cx="4571987" cy="3023126"/>
              </a:xfrm>
              <a:prstGeom prst="rect">
                <a:avLst/>
              </a:prstGeom>
              <a:blipFill>
                <a:blip r:embed="rId3"/>
                <a:stretch>
                  <a:fillRect l="-2000" t="-202"/>
                </a:stretch>
              </a:blipFill>
            </p:spPr>
            <p:txBody>
              <a:bodyPr/>
              <a:lstStyle/>
              <a:p>
                <a:r>
                  <a:rPr lang="ja-JP" altLang="en-US">
                    <a:noFill/>
                  </a:rPr>
                  <a:t> </a:t>
                </a:r>
              </a:p>
            </p:txBody>
          </p:sp>
        </mc:Fallback>
      </mc:AlternateContent>
      <p:sp>
        <p:nvSpPr>
          <p:cNvPr id="20" name="コンテンツ プレースホルダー 1">
            <a:extLst>
              <a:ext uri="{FF2B5EF4-FFF2-40B4-BE49-F238E27FC236}">
                <a16:creationId xmlns:a16="http://schemas.microsoft.com/office/drawing/2014/main" id="{A7FC25AB-9E54-EFA1-0EF9-869888AE2CFF}"/>
              </a:ext>
            </a:extLst>
          </p:cNvPr>
          <p:cNvSpPr txBox="1">
            <a:spLocks/>
          </p:cNvSpPr>
          <p:nvPr/>
        </p:nvSpPr>
        <p:spPr>
          <a:xfrm>
            <a:off x="-1" y="811749"/>
            <a:ext cx="4571988" cy="298995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3800" dirty="0"/>
              <a:t>1. </a:t>
            </a:r>
            <a:r>
              <a:rPr lang="ja-JP" altLang="en-US" sz="3800" dirty="0"/>
              <a:t>背景・目的</a:t>
            </a:r>
            <a:endParaRPr lang="en-US" altLang="ja-JP" sz="3800" dirty="0"/>
          </a:p>
          <a:p>
            <a:r>
              <a:rPr lang="ja-JP" altLang="ja-JP" dirty="0"/>
              <a:t>実世界は絶えず変化する</a:t>
            </a:r>
            <a:endParaRPr lang="en-US" altLang="ja-JP" dirty="0"/>
          </a:p>
          <a:p>
            <a:r>
              <a:rPr lang="ja-JP" altLang="ja-JP" dirty="0"/>
              <a:t>高性能な基盤モデルをエッジで動かすのは、計算・通信リソースの限界から極めて困難。 </a:t>
            </a:r>
            <a:endParaRPr lang="en-US" altLang="ja-JP" dirty="0"/>
          </a:p>
          <a:p>
            <a:pPr marL="0" indent="0" algn="ctr">
              <a:buNone/>
            </a:pPr>
            <a:r>
              <a:rPr lang="ja-JP" altLang="ja-JP" dirty="0"/>
              <a:t>エッジの成果をクラウドの基盤モデルに効率よく統合する。</a:t>
            </a:r>
            <a:endParaRPr lang="en-US" altLang="ja-JP" dirty="0"/>
          </a:p>
          <a:p>
            <a:endParaRPr lang="ja-JP" altLang="en-US" dirty="0"/>
          </a:p>
        </p:txBody>
      </p:sp>
      <p:sp>
        <p:nvSpPr>
          <p:cNvPr id="21" name="コンテンツ プレースホルダー 1">
            <a:extLst>
              <a:ext uri="{FF2B5EF4-FFF2-40B4-BE49-F238E27FC236}">
                <a16:creationId xmlns:a16="http://schemas.microsoft.com/office/drawing/2014/main" id="{AA70E0AF-6A36-F88C-A68F-CE35ECEA150F}"/>
              </a:ext>
            </a:extLst>
          </p:cNvPr>
          <p:cNvSpPr txBox="1">
            <a:spLocks/>
          </p:cNvSpPr>
          <p:nvPr/>
        </p:nvSpPr>
        <p:spPr>
          <a:xfrm>
            <a:off x="4571987" y="3834873"/>
            <a:ext cx="4571987" cy="305626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lnSpc>
                <a:spcPct val="100000"/>
              </a:lnSpc>
              <a:buNone/>
            </a:pPr>
            <a:r>
              <a:rPr lang="en-US" altLang="ja-JP" sz="2400" dirty="0"/>
              <a:t>4. </a:t>
            </a:r>
            <a:r>
              <a:rPr lang="ja-JP" altLang="ja-JP" sz="2400" dirty="0"/>
              <a:t>期待される成果</a:t>
            </a:r>
            <a:endParaRPr lang="en-US" altLang="ja-JP" sz="2400" dirty="0"/>
          </a:p>
          <a:p>
            <a:pPr marL="0" indent="0">
              <a:lnSpc>
                <a:spcPct val="100000"/>
              </a:lnSpc>
              <a:buNone/>
            </a:pPr>
            <a:r>
              <a:rPr lang="ja-JP" altLang="en-US" sz="1800" dirty="0"/>
              <a:t>① </a:t>
            </a:r>
            <a:r>
              <a:rPr lang="ja-JP" altLang="en-US" sz="2000" dirty="0"/>
              <a:t>危険の早期・高精度検知</a:t>
            </a:r>
            <a:endParaRPr lang="en-US" altLang="ja-JP" sz="2000" dirty="0"/>
          </a:p>
          <a:p>
            <a:pPr marL="0" indent="0">
              <a:lnSpc>
                <a:spcPct val="100000"/>
              </a:lnSpc>
              <a:buNone/>
            </a:pPr>
            <a:r>
              <a:rPr lang="en-US" altLang="ja-JP" sz="1800" dirty="0"/>
              <a:t>    </a:t>
            </a:r>
            <a:r>
              <a:rPr lang="ja-JP" altLang="ja-JP" sz="1800" dirty="0"/>
              <a:t>（事故の数秒前に危険を察知・説明する） </a:t>
            </a:r>
            <a:endParaRPr lang="en-US" altLang="ja-JP" sz="1800" dirty="0"/>
          </a:p>
          <a:p>
            <a:pPr marL="0" indent="0">
              <a:lnSpc>
                <a:spcPct val="100000"/>
              </a:lnSpc>
              <a:buNone/>
            </a:pPr>
            <a:r>
              <a:rPr lang="ja-JP" altLang="en-US" sz="1800" dirty="0"/>
              <a:t>② </a:t>
            </a:r>
            <a:r>
              <a:rPr lang="ja-JP" altLang="ja-JP" sz="2000" dirty="0"/>
              <a:t>継続学習における忘却抑制 </a:t>
            </a:r>
            <a:endParaRPr lang="en-US" altLang="ja-JP" sz="2000" dirty="0"/>
          </a:p>
          <a:p>
            <a:pPr marL="0" indent="0">
              <a:lnSpc>
                <a:spcPct val="100000"/>
              </a:lnSpc>
              <a:buNone/>
            </a:pPr>
            <a:r>
              <a:rPr lang="en-US" altLang="ja-JP" sz="1800" dirty="0"/>
              <a:t>     </a:t>
            </a:r>
            <a:r>
              <a:rPr lang="ja-JP" altLang="ja-JP" sz="1800" dirty="0"/>
              <a:t>新しい環境を学んでも、過去の知識を忘れない）</a:t>
            </a:r>
            <a:endParaRPr lang="en-US" altLang="ja-JP" sz="1800" dirty="0"/>
          </a:p>
          <a:p>
            <a:pPr marL="0" indent="0">
              <a:lnSpc>
                <a:spcPct val="100000"/>
              </a:lnSpc>
              <a:buNone/>
            </a:pPr>
            <a:r>
              <a:rPr lang="ja-JP" altLang="en-US" sz="1800" dirty="0"/>
              <a:t>③ </a:t>
            </a:r>
            <a:r>
              <a:rPr lang="ja-JP" altLang="ja-JP" sz="2000" dirty="0"/>
              <a:t>優れた計算・通信効率 </a:t>
            </a:r>
            <a:endParaRPr lang="en-US" altLang="ja-JP" sz="2000" dirty="0"/>
          </a:p>
          <a:p>
            <a:pPr marL="0" indent="0">
              <a:lnSpc>
                <a:spcPct val="100000"/>
              </a:lnSpc>
              <a:buNone/>
            </a:pPr>
            <a:r>
              <a:rPr lang="en-US" altLang="ja-JP" sz="1800" dirty="0"/>
              <a:t>    </a:t>
            </a:r>
            <a:r>
              <a:rPr lang="ja-JP" altLang="ja-JP" sz="1800" dirty="0"/>
              <a:t>（エッジ側のリソースを最小限に抑える） </a:t>
            </a:r>
            <a:endParaRPr lang="en-US" altLang="ja-JP" sz="1800" dirty="0"/>
          </a:p>
        </p:txBody>
      </p:sp>
      <p:sp>
        <p:nvSpPr>
          <p:cNvPr id="22" name="コンテンツ プレースホルダー 1">
            <a:extLst>
              <a:ext uri="{FF2B5EF4-FFF2-40B4-BE49-F238E27FC236}">
                <a16:creationId xmlns:a16="http://schemas.microsoft.com/office/drawing/2014/main" id="{FDAE6333-90D8-CDC0-16FF-C2E1A46792CC}"/>
              </a:ext>
            </a:extLst>
          </p:cNvPr>
          <p:cNvSpPr txBox="1">
            <a:spLocks/>
          </p:cNvSpPr>
          <p:nvPr/>
        </p:nvSpPr>
        <p:spPr>
          <a:xfrm>
            <a:off x="4571988" y="811748"/>
            <a:ext cx="4571986" cy="30562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30000"/>
              </a:lnSpc>
              <a:spcBef>
                <a:spcPts val="1000"/>
              </a:spcBef>
              <a:buFont typeface="Impact" panose="020B0806030902050204" pitchFamily="34" charset="0"/>
              <a:buChar char="I"/>
              <a:defRPr kumimoji="1" sz="32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vl2pPr marL="971550" indent="-514350" algn="l" defTabSz="914400" rtl="0" eaLnBrk="1" latinLnBrk="0" hangingPunct="1">
              <a:lnSpc>
                <a:spcPct val="130000"/>
              </a:lnSpc>
              <a:spcBef>
                <a:spcPts val="500"/>
              </a:spcBef>
              <a:buFont typeface="Wingdings" panose="05000000000000000000" pitchFamily="2" charset="2"/>
              <a:buChar char="p"/>
              <a:defRPr kumimoji="1" sz="2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2pPr>
            <a:lvl3pPr marL="1143000" indent="-228600" algn="l" defTabSz="914400" rtl="0" eaLnBrk="1" latinLnBrk="0" hangingPunct="1">
              <a:lnSpc>
                <a:spcPct val="130000"/>
              </a:lnSpc>
              <a:spcBef>
                <a:spcPts val="500"/>
              </a:spcBef>
              <a:buFont typeface="Wingdings" panose="05000000000000000000" pitchFamily="2" charset="2"/>
              <a:buChar char="ü"/>
              <a:defRPr kumimoji="1" sz="24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3pPr>
            <a:lvl4pPr marL="1600200" indent="-228600" algn="l" defTabSz="914400" rtl="0" eaLnBrk="1" latinLnBrk="0" hangingPunct="1">
              <a:lnSpc>
                <a:spcPct val="130000"/>
              </a:lnSpc>
              <a:spcBef>
                <a:spcPts val="500"/>
              </a:spcBef>
              <a:buFont typeface="Arial" panose="02080604020202020204" pitchFamily="34" charset="0"/>
              <a:buChar char="•"/>
              <a:defRPr kumimoji="1" sz="20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4pPr>
            <a:lvl5pPr marL="2057400" indent="-228600" algn="l" defTabSz="914400" rtl="0" eaLnBrk="1" latinLnBrk="0" hangingPunct="1">
              <a:lnSpc>
                <a:spcPct val="130000"/>
              </a:lnSpc>
              <a:spcBef>
                <a:spcPts val="500"/>
              </a:spcBef>
              <a:buFont typeface="Arial" panose="02080604020202020204" pitchFamily="34" charset="0"/>
              <a:buChar char="•"/>
              <a:defRPr kumimoji="1" sz="1800" kern="1200">
                <a:solidFill>
                  <a:schemeClr val="tx1"/>
                </a:solidFill>
                <a:latin typeface="ＭＳ Ｐゴシック" panose="020B0600070205080204" pitchFamily="50" charset="-128"/>
                <a:ea typeface="ＭＳ Ｐゴシック" panose="020B0600070205080204" pitchFamily="50" charset="-128"/>
                <a:cs typeface="Arial" panose="02080604020202020204" pitchFamily="34" charset="0"/>
              </a:defRPr>
            </a:lvl5pPr>
            <a:lvl6pPr marL="25146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kumimoji="1" sz="1800" kern="1200">
                <a:solidFill>
                  <a:schemeClr val="tx1"/>
                </a:solidFill>
                <a:latin typeface="+mn-lt"/>
                <a:ea typeface="+mn-ea"/>
                <a:cs typeface="+mn-cs"/>
              </a:defRPr>
            </a:lvl9pPr>
          </a:lstStyle>
          <a:p>
            <a:pPr marL="0" indent="0">
              <a:buNone/>
            </a:pPr>
            <a:r>
              <a:rPr lang="en-US" altLang="ja-JP" sz="3100" dirty="0"/>
              <a:t>2. </a:t>
            </a:r>
            <a:r>
              <a:rPr lang="ja-JP" altLang="en-US" sz="3100" dirty="0"/>
              <a:t>本研究の提案</a:t>
            </a:r>
            <a:endParaRPr lang="en-US" altLang="ja-JP" sz="3100" dirty="0"/>
          </a:p>
          <a:p>
            <a:pPr marL="0" indent="0">
              <a:buNone/>
            </a:pPr>
            <a:r>
              <a:rPr lang="en-US" altLang="ja-JP" sz="2400" dirty="0"/>
              <a:t>【</a:t>
            </a:r>
            <a:r>
              <a:rPr lang="ja-JP" altLang="en-US" sz="2400" dirty="0"/>
              <a:t>従来の連合学習</a:t>
            </a:r>
            <a:r>
              <a:rPr lang="en-US" altLang="ja-JP" sz="2400" dirty="0"/>
              <a:t>】</a:t>
            </a:r>
          </a:p>
          <a:p>
            <a:r>
              <a:rPr lang="ja-JP" altLang="en-US" sz="2400" dirty="0"/>
              <a:t>「出力（予測結果）の一致」に終始していた</a:t>
            </a:r>
          </a:p>
          <a:p>
            <a:pPr marL="0" indent="0">
              <a:buNone/>
            </a:pPr>
            <a:r>
              <a:rPr lang="en-US" altLang="ja-JP" sz="2400" dirty="0"/>
              <a:t>【</a:t>
            </a:r>
            <a:r>
              <a:rPr lang="ja-JP" altLang="en-US" sz="2400" dirty="0"/>
              <a:t>提案</a:t>
            </a:r>
            <a:r>
              <a:rPr lang="en-US" altLang="ja-JP" sz="2400" dirty="0"/>
              <a:t>】</a:t>
            </a:r>
          </a:p>
          <a:p>
            <a:r>
              <a:rPr lang="ja-JP" altLang="en-US" sz="2400" dirty="0"/>
              <a:t>「学習の仕方（適応ダイナミクス）の一致」を目指す（</a:t>
            </a:r>
            <a:r>
              <a:rPr lang="en-US" altLang="ja-JP" sz="2400" dirty="0"/>
              <a:t>Adaptation Consistency</a:t>
            </a:r>
            <a:r>
              <a:rPr lang="ja-JP" altLang="en-US" sz="2400" dirty="0"/>
              <a:t>）</a:t>
            </a:r>
          </a:p>
          <a:p>
            <a:pPr marL="0" indent="0">
              <a:buNone/>
            </a:pPr>
            <a:endParaRPr lang="en-US" altLang="ja-JP" sz="2400" dirty="0"/>
          </a:p>
        </p:txBody>
      </p:sp>
      <p:sp>
        <p:nvSpPr>
          <p:cNvPr id="2" name="四角形: 角を丸くする 1">
            <a:extLst>
              <a:ext uri="{FF2B5EF4-FFF2-40B4-BE49-F238E27FC236}">
                <a16:creationId xmlns:a16="http://schemas.microsoft.com/office/drawing/2014/main" id="{5F41BFBE-F1A6-1921-0A23-5ACC0A9A74C8}"/>
              </a:ext>
            </a:extLst>
          </p:cNvPr>
          <p:cNvSpPr/>
          <p:nvPr/>
        </p:nvSpPr>
        <p:spPr>
          <a:xfrm>
            <a:off x="162046" y="2939968"/>
            <a:ext cx="4294207" cy="75912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83108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2914839-7F6C-0CD8-BB88-5A9212908840}"/>
              </a:ext>
            </a:extLst>
          </p:cNvPr>
          <p:cNvSpPr>
            <a:spLocks noGrp="1"/>
          </p:cNvSpPr>
          <p:nvPr>
            <p:ph idx="1"/>
          </p:nvPr>
        </p:nvSpPr>
        <p:spPr/>
        <p:txBody>
          <a:bodyPr>
            <a:normAutofit/>
          </a:bodyPr>
          <a:lstStyle/>
          <a:p>
            <a:r>
              <a:rPr lang="ja-JP" altLang="ja-JP" dirty="0"/>
              <a:t>入力・出力・更新対象を明確に</a:t>
            </a:r>
            <a:r>
              <a:rPr lang="ja-JP" altLang="en-US" dirty="0"/>
              <a:t>（特に</a:t>
            </a:r>
            <a:r>
              <a:rPr lang="en-US" altLang="ja-JP" dirty="0" err="1"/>
              <a:t>Lpred</a:t>
            </a:r>
            <a:r>
              <a:rPr lang="ja-JP" altLang="en-US" dirty="0"/>
              <a:t>）</a:t>
            </a:r>
            <a:endParaRPr lang="en-US" altLang="ja-JP" dirty="0"/>
          </a:p>
          <a:p>
            <a:pPr lvl="1"/>
            <a:r>
              <a:rPr kumimoji="1" lang="ja-JP" altLang="en-US" dirty="0"/>
              <a:t>今までの全体ループ</a:t>
            </a:r>
            <a:endParaRPr kumimoji="1" lang="en-US" altLang="ja-JP" dirty="0"/>
          </a:p>
          <a:p>
            <a:pPr lvl="1"/>
            <a:r>
              <a:rPr lang="ja-JP" altLang="ja-JP" dirty="0"/>
              <a:t>基盤 LoRA 更新 </a:t>
            </a:r>
            <a:r>
              <a:rPr lang="ja-JP" altLang="en-US" dirty="0"/>
              <a:t>の詳細</a:t>
            </a:r>
            <a:endParaRPr lang="en-US" altLang="ja-JP" dirty="0"/>
          </a:p>
          <a:p>
            <a:r>
              <a:rPr lang="ja-JP" altLang="ja-JP" dirty="0"/>
              <a:t>サーバ側最適化の効果</a:t>
            </a:r>
            <a:r>
              <a:rPr lang="ja-JP" altLang="en-US" dirty="0"/>
              <a:t>の検証</a:t>
            </a:r>
            <a:endParaRPr lang="en-US" altLang="ja-JP" dirty="0"/>
          </a:p>
          <a:p>
            <a:pPr lvl="1"/>
            <a:r>
              <a:rPr lang="ja-JP" altLang="en-US" dirty="0"/>
              <a:t>先行研究</a:t>
            </a:r>
            <a:r>
              <a:rPr lang="en-US" altLang="ja-JP" dirty="0" err="1"/>
              <a:t>FedOpt</a:t>
            </a:r>
            <a:r>
              <a:rPr lang="ja-JP" altLang="en-US" dirty="0"/>
              <a:t>を参考</a:t>
            </a:r>
            <a:endParaRPr lang="en-US" altLang="ja-JP" dirty="0"/>
          </a:p>
          <a:p>
            <a:pPr lvl="1"/>
            <a:r>
              <a:rPr lang="en-US" altLang="ja-JP" dirty="0"/>
              <a:t>O</a:t>
            </a:r>
            <a:r>
              <a:rPr lang="ja-JP" altLang="ja-JP" dirty="0"/>
              <a:t>ptimizer</a:t>
            </a:r>
            <a:r>
              <a:rPr lang="ja-JP" altLang="en-US" dirty="0"/>
              <a:t>を</a:t>
            </a:r>
            <a:r>
              <a:rPr lang="ja-JP" altLang="ja-JP" dirty="0"/>
              <a:t>FedAdam型</a:t>
            </a:r>
            <a:r>
              <a:rPr lang="ja-JP" altLang="en-US" dirty="0"/>
              <a:t>に変更</a:t>
            </a:r>
            <a:endParaRPr lang="en-US" altLang="ja-JP" dirty="0"/>
          </a:p>
        </p:txBody>
      </p:sp>
      <p:sp>
        <p:nvSpPr>
          <p:cNvPr id="3" name="タイトル 2">
            <a:extLst>
              <a:ext uri="{FF2B5EF4-FFF2-40B4-BE49-F238E27FC236}">
                <a16:creationId xmlns:a16="http://schemas.microsoft.com/office/drawing/2014/main" id="{BEDDC797-7EFA-2900-05A0-5B72BBB87B2B}"/>
              </a:ext>
            </a:extLst>
          </p:cNvPr>
          <p:cNvSpPr>
            <a:spLocks noGrp="1"/>
          </p:cNvSpPr>
          <p:nvPr>
            <p:ph type="title"/>
          </p:nvPr>
        </p:nvSpPr>
        <p:spPr/>
        <p:txBody>
          <a:bodyPr>
            <a:normAutofit/>
          </a:bodyPr>
          <a:lstStyle/>
          <a:p>
            <a:r>
              <a:rPr kumimoji="1" lang="ja-JP" altLang="en-US" dirty="0"/>
              <a:t>今週やったこと、目的</a:t>
            </a:r>
          </a:p>
        </p:txBody>
      </p:sp>
      <p:sp>
        <p:nvSpPr>
          <p:cNvPr id="4" name="スライド番号プレースホルダー 3">
            <a:extLst>
              <a:ext uri="{FF2B5EF4-FFF2-40B4-BE49-F238E27FC236}">
                <a16:creationId xmlns:a16="http://schemas.microsoft.com/office/drawing/2014/main" id="{E775D4D3-731D-8CC4-FBF7-6CE811EA8CAD}"/>
              </a:ext>
            </a:extLst>
          </p:cNvPr>
          <p:cNvSpPr>
            <a:spLocks noGrp="1"/>
          </p:cNvSpPr>
          <p:nvPr>
            <p:ph type="sldNum" sz="quarter" idx="4"/>
          </p:nvPr>
        </p:nvSpPr>
        <p:spPr/>
        <p:txBody>
          <a:bodyPr/>
          <a:lstStyle/>
          <a:p>
            <a:fld id="{C088C981-6885-4100-82A1-DE7074EC4480}" type="slidenum">
              <a:rPr lang="ja-JP" altLang="en-US" smtClean="0"/>
              <a:t>2</a:t>
            </a:fld>
            <a:endParaRPr lang="ja-JP" altLang="en-US"/>
          </a:p>
        </p:txBody>
      </p:sp>
      <p:cxnSp>
        <p:nvCxnSpPr>
          <p:cNvPr id="6" name="直線コネクタ 5">
            <a:extLst>
              <a:ext uri="{FF2B5EF4-FFF2-40B4-BE49-F238E27FC236}">
                <a16:creationId xmlns:a16="http://schemas.microsoft.com/office/drawing/2014/main" id="{EE27DEE5-0EE7-594B-3245-635C13CC387C}"/>
              </a:ext>
            </a:extLst>
          </p:cNvPr>
          <p:cNvCxnSpPr/>
          <p:nvPr/>
        </p:nvCxnSpPr>
        <p:spPr>
          <a:xfrm>
            <a:off x="0" y="6117488"/>
            <a:ext cx="9206753"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DBDD459-5183-6551-6FE5-92AF43ABFD2F}"/>
              </a:ext>
            </a:extLst>
          </p:cNvPr>
          <p:cNvSpPr txBox="1"/>
          <p:nvPr/>
        </p:nvSpPr>
        <p:spPr>
          <a:xfrm>
            <a:off x="0" y="6211669"/>
            <a:ext cx="9144000" cy="646331"/>
          </a:xfrm>
          <a:prstGeom prst="rect">
            <a:avLst/>
          </a:prstGeom>
          <a:noFill/>
        </p:spPr>
        <p:txBody>
          <a:bodyPr wrap="square">
            <a:spAutoFit/>
          </a:bodyPr>
          <a:lstStyle/>
          <a:p>
            <a:r>
              <a:rPr lang="ja-JP" altLang="ja-JP" dirty="0"/>
              <a:t>Reddi, S., Charles, Z., Zaheer, M., Garrett, Z., Rush, K., Konečný, J., ... &amp; McMahan, H. B. (2020). Adaptive federated optimization. </a:t>
            </a:r>
            <a:r>
              <a:rPr lang="ja-JP" altLang="ja-JP" i="1" dirty="0"/>
              <a:t>arXiv preprint arXiv:2003.00295</a:t>
            </a:r>
            <a:r>
              <a:rPr lang="ja-JP" altLang="ja-JP" dirty="0"/>
              <a:t>.</a:t>
            </a:r>
            <a:endParaRPr lang="ja-JP" altLang="en-US" dirty="0"/>
          </a:p>
        </p:txBody>
      </p:sp>
    </p:spTree>
    <p:extLst>
      <p:ext uri="{BB962C8B-B14F-4D97-AF65-F5344CB8AC3E}">
        <p14:creationId xmlns:p14="http://schemas.microsoft.com/office/powerpoint/2010/main" val="1648112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E49A-69DE-5B70-9908-31F41B74EB44}"/>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3AF44816-30B1-8EC6-CF27-4E904B6E64D4}"/>
              </a:ext>
            </a:extLst>
          </p:cNvPr>
          <p:cNvSpPr/>
          <p:nvPr/>
        </p:nvSpPr>
        <p:spPr>
          <a:xfrm>
            <a:off x="6251474" y="4673362"/>
            <a:ext cx="2859877"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C8DE84CD-A651-A6A1-CB0B-41051180C20A}"/>
              </a:ext>
            </a:extLst>
          </p:cNvPr>
          <p:cNvSpPr/>
          <p:nvPr/>
        </p:nvSpPr>
        <p:spPr>
          <a:xfrm>
            <a:off x="3115987" y="4673362"/>
            <a:ext cx="2880000"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A2ABA03F-37C7-DBBD-4F2F-8E51B1048819}"/>
              </a:ext>
            </a:extLst>
          </p:cNvPr>
          <p:cNvSpPr/>
          <p:nvPr/>
        </p:nvSpPr>
        <p:spPr>
          <a:xfrm>
            <a:off x="32649" y="4673362"/>
            <a:ext cx="2855264" cy="214585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46761C9B-2AFD-DBC3-6306-68220A71C39E}"/>
              </a:ext>
            </a:extLst>
          </p:cNvPr>
          <p:cNvSpPr>
            <a:spLocks noGrp="1"/>
          </p:cNvSpPr>
          <p:nvPr>
            <p:ph type="title"/>
          </p:nvPr>
        </p:nvSpPr>
        <p:spPr/>
        <p:txBody>
          <a:bodyPr>
            <a:normAutofit/>
          </a:bodyPr>
          <a:lstStyle/>
          <a:p>
            <a:r>
              <a:rPr lang="ja-JP" altLang="en-US"/>
              <a:t>研究概要</a:t>
            </a:r>
            <a:endParaRPr kumimoji="1" lang="ja-JP" altLang="en-US"/>
          </a:p>
        </p:txBody>
      </p:sp>
      <p:sp>
        <p:nvSpPr>
          <p:cNvPr id="4" name="スライド番号プレースホルダー 3">
            <a:extLst>
              <a:ext uri="{FF2B5EF4-FFF2-40B4-BE49-F238E27FC236}">
                <a16:creationId xmlns:a16="http://schemas.microsoft.com/office/drawing/2014/main" id="{DC2EFA62-8622-1690-1A4A-71F00590F33A}"/>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3</a:t>
            </a:fld>
            <a:endParaRPr lang="ja-JP" altLang="en-US"/>
          </a:p>
        </p:txBody>
      </p:sp>
      <p:cxnSp>
        <p:nvCxnSpPr>
          <p:cNvPr id="16" name="直線矢印コネクタ 15">
            <a:extLst>
              <a:ext uri="{FF2B5EF4-FFF2-40B4-BE49-F238E27FC236}">
                <a16:creationId xmlns:a16="http://schemas.microsoft.com/office/drawing/2014/main" id="{9CB66BB0-1058-9317-E78F-AD16BD56E517}"/>
              </a:ext>
            </a:extLst>
          </p:cNvPr>
          <p:cNvCxnSpPr>
            <a:cxnSpLocks/>
          </p:cNvCxnSpPr>
          <p:nvPr/>
        </p:nvCxnSpPr>
        <p:spPr>
          <a:xfrm flipV="1">
            <a:off x="1960067" y="3001169"/>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0" name="図 89">
            <a:extLst>
              <a:ext uri="{FF2B5EF4-FFF2-40B4-BE49-F238E27FC236}">
                <a16:creationId xmlns:a16="http://schemas.microsoft.com/office/drawing/2014/main" id="{C756F469-26D8-DA31-FBCA-59D9A77CFB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48" y="5290290"/>
            <a:ext cx="962543" cy="547830"/>
          </a:xfrm>
          <a:prstGeom prst="rect">
            <a:avLst/>
          </a:prstGeom>
        </p:spPr>
      </p:pic>
      <p:cxnSp>
        <p:nvCxnSpPr>
          <p:cNvPr id="68" name="直線矢印コネクタ 67">
            <a:extLst>
              <a:ext uri="{FF2B5EF4-FFF2-40B4-BE49-F238E27FC236}">
                <a16:creationId xmlns:a16="http://schemas.microsoft.com/office/drawing/2014/main" id="{F7D8942C-1172-CB71-6E17-C0F595D8BA68}"/>
              </a:ext>
            </a:extLst>
          </p:cNvPr>
          <p:cNvCxnSpPr>
            <a:cxnSpLocks/>
          </p:cNvCxnSpPr>
          <p:nvPr/>
        </p:nvCxnSpPr>
        <p:spPr>
          <a:xfrm flipV="1">
            <a:off x="4630513" y="2929079"/>
            <a:ext cx="0" cy="849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3E0BF86A-D9C0-C894-2B31-3E4035CFFE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6846" y="5371064"/>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ABBD387D-F166-1293-E935-8C17AC76B7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4362" y="5280300"/>
            <a:ext cx="975035" cy="547829"/>
          </a:xfrm>
          <a:prstGeom prst="rect">
            <a:avLst/>
          </a:prstGeom>
        </p:spPr>
      </p:pic>
      <p:pic>
        <p:nvPicPr>
          <p:cNvPr id="36" name="図 35">
            <a:extLst>
              <a:ext uri="{FF2B5EF4-FFF2-40B4-BE49-F238E27FC236}">
                <a16:creationId xmlns:a16="http://schemas.microsoft.com/office/drawing/2014/main" id="{A332FEA4-3D29-556E-131D-ED0FC2B9ED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650" y="5364555"/>
            <a:ext cx="140465" cy="588382"/>
          </a:xfrm>
          <a:prstGeom prst="rect">
            <a:avLst/>
          </a:prstGeom>
        </p:spPr>
      </p:pic>
      <p:pic>
        <p:nvPicPr>
          <p:cNvPr id="37" name="図 36">
            <a:extLst>
              <a:ext uri="{FF2B5EF4-FFF2-40B4-BE49-F238E27FC236}">
                <a16:creationId xmlns:a16="http://schemas.microsoft.com/office/drawing/2014/main" id="{D4A1C817-B964-65E8-7C5F-75049D803F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3323" y="5361074"/>
            <a:ext cx="140465" cy="588382"/>
          </a:xfrm>
          <a:prstGeom prst="rect">
            <a:avLst/>
          </a:prstGeom>
        </p:spPr>
      </p:pic>
      <p:pic>
        <p:nvPicPr>
          <p:cNvPr id="40" name="図 39">
            <a:extLst>
              <a:ext uri="{FF2B5EF4-FFF2-40B4-BE49-F238E27FC236}">
                <a16:creationId xmlns:a16="http://schemas.microsoft.com/office/drawing/2014/main" id="{11D33746-AF6E-8BED-6B8A-798F2785863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98033" y="5367899"/>
            <a:ext cx="809782" cy="581557"/>
          </a:xfrm>
          <a:prstGeom prst="rect">
            <a:avLst/>
          </a:prstGeom>
          <a:ln>
            <a:solidFill>
              <a:schemeClr val="tx1"/>
            </a:solidFill>
          </a:ln>
        </p:spPr>
      </p:pic>
      <p:pic>
        <p:nvPicPr>
          <p:cNvPr id="47" name="図 46">
            <a:extLst>
              <a:ext uri="{FF2B5EF4-FFF2-40B4-BE49-F238E27FC236}">
                <a16:creationId xmlns:a16="http://schemas.microsoft.com/office/drawing/2014/main" id="{14749EF0-EEBC-0A0A-FA28-ECC973EC4E6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89546" y="1293311"/>
            <a:ext cx="877191" cy="879194"/>
          </a:xfrm>
          <a:prstGeom prst="rect">
            <a:avLst/>
          </a:prstGeom>
        </p:spPr>
      </p:pic>
      <p:cxnSp>
        <p:nvCxnSpPr>
          <p:cNvPr id="50" name="直線矢印コネクタ 49">
            <a:extLst>
              <a:ext uri="{FF2B5EF4-FFF2-40B4-BE49-F238E27FC236}">
                <a16:creationId xmlns:a16="http://schemas.microsoft.com/office/drawing/2014/main" id="{C0391316-8F9E-93C7-AA44-A9C3E6B5A482}"/>
              </a:ext>
            </a:extLst>
          </p:cNvPr>
          <p:cNvCxnSpPr>
            <a:cxnSpLocks/>
          </p:cNvCxnSpPr>
          <p:nvPr/>
        </p:nvCxnSpPr>
        <p:spPr>
          <a:xfrm>
            <a:off x="227113" y="6415359"/>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C1D0C9BA-A741-12EA-BD7A-31228E074C05}"/>
              </a:ext>
            </a:extLst>
          </p:cNvPr>
          <p:cNvSpPr txBox="1">
            <a:spLocks/>
          </p:cNvSpPr>
          <p:nvPr/>
        </p:nvSpPr>
        <p:spPr>
          <a:xfrm>
            <a:off x="835185" y="6415359"/>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dirty="0"/>
              <a:t>継続学習</a:t>
            </a:r>
          </a:p>
        </p:txBody>
      </p:sp>
      <p:cxnSp>
        <p:nvCxnSpPr>
          <p:cNvPr id="53" name="直線矢印コネクタ 52">
            <a:extLst>
              <a:ext uri="{FF2B5EF4-FFF2-40B4-BE49-F238E27FC236}">
                <a16:creationId xmlns:a16="http://schemas.microsoft.com/office/drawing/2014/main" id="{32315297-0136-4C3F-37D7-BFC888CDE8D8}"/>
              </a:ext>
            </a:extLst>
          </p:cNvPr>
          <p:cNvCxnSpPr>
            <a:cxnSpLocks/>
          </p:cNvCxnSpPr>
          <p:nvPr/>
        </p:nvCxnSpPr>
        <p:spPr>
          <a:xfrm>
            <a:off x="1262014" y="5657469"/>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図 104">
            <a:extLst>
              <a:ext uri="{FF2B5EF4-FFF2-40B4-BE49-F238E27FC236}">
                <a16:creationId xmlns:a16="http://schemas.microsoft.com/office/drawing/2014/main" id="{E1F52C3C-4883-D177-0B9A-585A18189FE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55699" y="5290290"/>
            <a:ext cx="948847" cy="505261"/>
          </a:xfrm>
          <a:prstGeom prst="rect">
            <a:avLst/>
          </a:prstGeom>
        </p:spPr>
      </p:pic>
      <p:pic>
        <p:nvPicPr>
          <p:cNvPr id="107" name="図 106">
            <a:extLst>
              <a:ext uri="{FF2B5EF4-FFF2-40B4-BE49-F238E27FC236}">
                <a16:creationId xmlns:a16="http://schemas.microsoft.com/office/drawing/2014/main" id="{8E183B3C-349D-7CC7-CC4A-6B4C266B0CA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70672" y="5276606"/>
            <a:ext cx="1003033" cy="532628"/>
          </a:xfrm>
          <a:prstGeom prst="rect">
            <a:avLst/>
          </a:prstGeom>
        </p:spPr>
      </p:pic>
      <p:pic>
        <p:nvPicPr>
          <p:cNvPr id="60" name="図 59">
            <a:extLst>
              <a:ext uri="{FF2B5EF4-FFF2-40B4-BE49-F238E27FC236}">
                <a16:creationId xmlns:a16="http://schemas.microsoft.com/office/drawing/2014/main" id="{01E1FA9E-B497-82F5-A8C7-0F49BFE61D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07815" y="5361074"/>
            <a:ext cx="140465" cy="588382"/>
          </a:xfrm>
          <a:prstGeom prst="rect">
            <a:avLst/>
          </a:prstGeom>
        </p:spPr>
      </p:pic>
      <p:pic>
        <p:nvPicPr>
          <p:cNvPr id="61" name="図 60">
            <a:extLst>
              <a:ext uri="{FF2B5EF4-FFF2-40B4-BE49-F238E27FC236}">
                <a16:creationId xmlns:a16="http://schemas.microsoft.com/office/drawing/2014/main" id="{C357E394-2870-2811-0A8E-85C6461AA9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2403" y="5364486"/>
            <a:ext cx="140465" cy="588382"/>
          </a:xfrm>
          <a:prstGeom prst="rect">
            <a:avLst/>
          </a:prstGeom>
        </p:spPr>
      </p:pic>
      <p:pic>
        <p:nvPicPr>
          <p:cNvPr id="64" name="図 63">
            <a:extLst>
              <a:ext uri="{FF2B5EF4-FFF2-40B4-BE49-F238E27FC236}">
                <a16:creationId xmlns:a16="http://schemas.microsoft.com/office/drawing/2014/main" id="{FD96187A-C516-7855-2044-D8642EB0A6C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09672" y="5367509"/>
            <a:ext cx="821475" cy="568800"/>
          </a:xfrm>
          <a:prstGeom prst="rect">
            <a:avLst/>
          </a:prstGeom>
          <a:ln>
            <a:solidFill>
              <a:schemeClr val="tx1"/>
            </a:solidFill>
          </a:ln>
        </p:spPr>
      </p:pic>
      <p:pic>
        <p:nvPicPr>
          <p:cNvPr id="112" name="図 111">
            <a:extLst>
              <a:ext uri="{FF2B5EF4-FFF2-40B4-BE49-F238E27FC236}">
                <a16:creationId xmlns:a16="http://schemas.microsoft.com/office/drawing/2014/main" id="{49CE1602-D269-2271-0134-8BFDB7C8E4E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59280" y="5299551"/>
            <a:ext cx="1059626" cy="528578"/>
          </a:xfrm>
          <a:prstGeom prst="rect">
            <a:avLst/>
          </a:prstGeom>
        </p:spPr>
      </p:pic>
      <p:pic>
        <p:nvPicPr>
          <p:cNvPr id="110" name="図 109">
            <a:extLst>
              <a:ext uri="{FF2B5EF4-FFF2-40B4-BE49-F238E27FC236}">
                <a16:creationId xmlns:a16="http://schemas.microsoft.com/office/drawing/2014/main" id="{1D85303F-0FB7-100F-E745-BBD9BEE7DF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24159" y="5316717"/>
            <a:ext cx="967909" cy="517831"/>
          </a:xfrm>
          <a:prstGeom prst="rect">
            <a:avLst/>
          </a:prstGeom>
        </p:spPr>
      </p:pic>
      <p:pic>
        <p:nvPicPr>
          <p:cNvPr id="71" name="図 70">
            <a:extLst>
              <a:ext uri="{FF2B5EF4-FFF2-40B4-BE49-F238E27FC236}">
                <a16:creationId xmlns:a16="http://schemas.microsoft.com/office/drawing/2014/main" id="{661A4C92-4A39-BE80-F022-8CE29C9C789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61452" y="5361074"/>
            <a:ext cx="821475" cy="568800"/>
          </a:xfrm>
          <a:prstGeom prst="rect">
            <a:avLst/>
          </a:prstGeom>
          <a:ln>
            <a:solidFill>
              <a:schemeClr val="tx1"/>
            </a:solidFill>
          </a:ln>
        </p:spPr>
      </p:pic>
      <p:pic>
        <p:nvPicPr>
          <p:cNvPr id="73" name="図 72">
            <a:extLst>
              <a:ext uri="{FF2B5EF4-FFF2-40B4-BE49-F238E27FC236}">
                <a16:creationId xmlns:a16="http://schemas.microsoft.com/office/drawing/2014/main" id="{881BB834-A5B1-E8FF-7294-4469F6570FA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447979" y="5363376"/>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23022EA7-3C22-E4D2-C2B5-DCAFAF2A0567}"/>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102787" y="5380656"/>
            <a:ext cx="814709" cy="568800"/>
          </a:xfrm>
          <a:prstGeom prst="rect">
            <a:avLst/>
          </a:prstGeom>
          <a:ln>
            <a:solidFill>
              <a:schemeClr val="tx1"/>
            </a:solidFill>
          </a:ln>
        </p:spPr>
      </p:pic>
      <p:pic>
        <p:nvPicPr>
          <p:cNvPr id="93" name="図 92">
            <a:extLst>
              <a:ext uri="{FF2B5EF4-FFF2-40B4-BE49-F238E27FC236}">
                <a16:creationId xmlns:a16="http://schemas.microsoft.com/office/drawing/2014/main" id="{37201C8B-02DA-FA44-4A9E-B451CF865A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38168" y="5357718"/>
            <a:ext cx="140465" cy="588382"/>
          </a:xfrm>
          <a:prstGeom prst="rect">
            <a:avLst/>
          </a:prstGeom>
        </p:spPr>
      </p:pic>
      <p:pic>
        <p:nvPicPr>
          <p:cNvPr id="94" name="図 93">
            <a:extLst>
              <a:ext uri="{FF2B5EF4-FFF2-40B4-BE49-F238E27FC236}">
                <a16:creationId xmlns:a16="http://schemas.microsoft.com/office/drawing/2014/main" id="{E716A2A4-A1FA-0AB8-4CCE-39229E699E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169207" y="5357718"/>
            <a:ext cx="140465" cy="588382"/>
          </a:xfrm>
          <a:prstGeom prst="rect">
            <a:avLst/>
          </a:prstGeom>
        </p:spPr>
      </p:pic>
      <p:pic>
        <p:nvPicPr>
          <p:cNvPr id="95" name="図 94">
            <a:extLst>
              <a:ext uri="{FF2B5EF4-FFF2-40B4-BE49-F238E27FC236}">
                <a16:creationId xmlns:a16="http://schemas.microsoft.com/office/drawing/2014/main" id="{6253B408-E74F-0B66-ACA0-2F947DE03C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0653" y="5354724"/>
            <a:ext cx="140465" cy="588382"/>
          </a:xfrm>
          <a:prstGeom prst="rect">
            <a:avLst/>
          </a:prstGeom>
        </p:spPr>
      </p:pic>
      <p:pic>
        <p:nvPicPr>
          <p:cNvPr id="96" name="図 95">
            <a:extLst>
              <a:ext uri="{FF2B5EF4-FFF2-40B4-BE49-F238E27FC236}">
                <a16:creationId xmlns:a16="http://schemas.microsoft.com/office/drawing/2014/main" id="{4286F954-3452-AF19-6F49-95147BFC7A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4813605" y="5354552"/>
            <a:ext cx="140465" cy="588382"/>
          </a:xfrm>
          <a:prstGeom prst="rect">
            <a:avLst/>
          </a:prstGeom>
        </p:spPr>
      </p:pic>
      <p:pic>
        <p:nvPicPr>
          <p:cNvPr id="97" name="図 96">
            <a:extLst>
              <a:ext uri="{FF2B5EF4-FFF2-40B4-BE49-F238E27FC236}">
                <a16:creationId xmlns:a16="http://schemas.microsoft.com/office/drawing/2014/main" id="{E8D1FA26-87E5-3AC2-BF6F-A7E3CDA65E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48674" y="5354553"/>
            <a:ext cx="140465" cy="588382"/>
          </a:xfrm>
          <a:prstGeom prst="rect">
            <a:avLst/>
          </a:prstGeom>
        </p:spPr>
      </p:pic>
      <p:pic>
        <p:nvPicPr>
          <p:cNvPr id="98" name="図 97">
            <a:extLst>
              <a:ext uri="{FF2B5EF4-FFF2-40B4-BE49-F238E27FC236}">
                <a16:creationId xmlns:a16="http://schemas.microsoft.com/office/drawing/2014/main" id="{B812FAF2-B4F0-FB1D-1583-70B0DA0364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6301242" y="5348203"/>
            <a:ext cx="140465" cy="588382"/>
          </a:xfrm>
          <a:prstGeom prst="rect">
            <a:avLst/>
          </a:prstGeom>
        </p:spPr>
      </p:pic>
      <p:pic>
        <p:nvPicPr>
          <p:cNvPr id="100" name="図 99">
            <a:extLst>
              <a:ext uri="{FF2B5EF4-FFF2-40B4-BE49-F238E27FC236}">
                <a16:creationId xmlns:a16="http://schemas.microsoft.com/office/drawing/2014/main" id="{C4ED1095-014E-868B-A3FD-71AF9D3B48E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4299" y="5367983"/>
            <a:ext cx="140465" cy="588382"/>
          </a:xfrm>
          <a:prstGeom prst="rect">
            <a:avLst/>
          </a:prstGeom>
        </p:spPr>
      </p:pic>
      <p:pic>
        <p:nvPicPr>
          <p:cNvPr id="101" name="図 100">
            <a:extLst>
              <a:ext uri="{FF2B5EF4-FFF2-40B4-BE49-F238E27FC236}">
                <a16:creationId xmlns:a16="http://schemas.microsoft.com/office/drawing/2014/main" id="{D4DD1552-E152-0ABA-BE90-B33BF2EEBB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955519" y="5367956"/>
            <a:ext cx="140465" cy="588382"/>
          </a:xfrm>
          <a:prstGeom prst="rect">
            <a:avLst/>
          </a:prstGeom>
        </p:spPr>
      </p:pic>
      <p:cxnSp>
        <p:nvCxnSpPr>
          <p:cNvPr id="102" name="直線矢印コネクタ 101">
            <a:extLst>
              <a:ext uri="{FF2B5EF4-FFF2-40B4-BE49-F238E27FC236}">
                <a16:creationId xmlns:a16="http://schemas.microsoft.com/office/drawing/2014/main" id="{7389E06C-90AB-87E4-38A4-7CB8F9376873}"/>
              </a:ext>
            </a:extLst>
          </p:cNvPr>
          <p:cNvCxnSpPr>
            <a:cxnSpLocks/>
          </p:cNvCxnSpPr>
          <p:nvPr/>
        </p:nvCxnSpPr>
        <p:spPr>
          <a:xfrm>
            <a:off x="4366776" y="5673695"/>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F4840202-8E3A-A3E2-5182-4ADFC4D92EFC}"/>
              </a:ext>
            </a:extLst>
          </p:cNvPr>
          <p:cNvCxnSpPr>
            <a:cxnSpLocks/>
          </p:cNvCxnSpPr>
          <p:nvPr/>
        </p:nvCxnSpPr>
        <p:spPr>
          <a:xfrm>
            <a:off x="7527239" y="5673695"/>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3582D405-1839-786B-9AB1-A350D23B44DA}"/>
              </a:ext>
            </a:extLst>
          </p:cNvPr>
          <p:cNvCxnSpPr/>
          <p:nvPr/>
        </p:nvCxnSpPr>
        <p:spPr>
          <a:xfrm>
            <a:off x="553219"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C2398628-CF56-48F0-27C7-3293F168FE40}"/>
              </a:ext>
            </a:extLst>
          </p:cNvPr>
          <p:cNvSpPr txBox="1">
            <a:spLocks/>
          </p:cNvSpPr>
          <p:nvPr/>
        </p:nvSpPr>
        <p:spPr>
          <a:xfrm>
            <a:off x="7684" y="5951606"/>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CE834004-1477-69E8-CD77-9FD70AABBEC0}"/>
              </a:ext>
            </a:extLst>
          </p:cNvPr>
          <p:cNvCxnSpPr/>
          <p:nvPr/>
        </p:nvCxnSpPr>
        <p:spPr>
          <a:xfrm>
            <a:off x="2302924"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8D6C9A60-3462-D883-2B36-1FA884EBFA3C}"/>
              </a:ext>
            </a:extLst>
          </p:cNvPr>
          <p:cNvSpPr txBox="1">
            <a:spLocks/>
          </p:cNvSpPr>
          <p:nvPr/>
        </p:nvSpPr>
        <p:spPr>
          <a:xfrm>
            <a:off x="1714932" y="5927221"/>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9" name="直線矢印コネクタ 118">
            <a:extLst>
              <a:ext uri="{FF2B5EF4-FFF2-40B4-BE49-F238E27FC236}">
                <a16:creationId xmlns:a16="http://schemas.microsoft.com/office/drawing/2014/main" id="{23E8566A-4672-FAC5-4922-338948CDA670}"/>
              </a:ext>
            </a:extLst>
          </p:cNvPr>
          <p:cNvCxnSpPr>
            <a:cxnSpLocks/>
          </p:cNvCxnSpPr>
          <p:nvPr/>
        </p:nvCxnSpPr>
        <p:spPr>
          <a:xfrm>
            <a:off x="3417627" y="6415359"/>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タイトル 2">
            <a:extLst>
              <a:ext uri="{FF2B5EF4-FFF2-40B4-BE49-F238E27FC236}">
                <a16:creationId xmlns:a16="http://schemas.microsoft.com/office/drawing/2014/main" id="{69EFB781-B172-7FB2-16B3-1909ADED649B}"/>
              </a:ext>
            </a:extLst>
          </p:cNvPr>
          <p:cNvSpPr txBox="1">
            <a:spLocks/>
          </p:cNvSpPr>
          <p:nvPr/>
        </p:nvSpPr>
        <p:spPr>
          <a:xfrm>
            <a:off x="4025699" y="6415359"/>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1" name="直線コネクタ 120">
            <a:extLst>
              <a:ext uri="{FF2B5EF4-FFF2-40B4-BE49-F238E27FC236}">
                <a16:creationId xmlns:a16="http://schemas.microsoft.com/office/drawing/2014/main" id="{31044854-3E80-02BD-402E-9236DEF2C9BC}"/>
              </a:ext>
            </a:extLst>
          </p:cNvPr>
          <p:cNvCxnSpPr/>
          <p:nvPr/>
        </p:nvCxnSpPr>
        <p:spPr>
          <a:xfrm>
            <a:off x="3743733"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タイトル 2">
            <a:extLst>
              <a:ext uri="{FF2B5EF4-FFF2-40B4-BE49-F238E27FC236}">
                <a16:creationId xmlns:a16="http://schemas.microsoft.com/office/drawing/2014/main" id="{0347B75E-A208-F67A-68DD-1B0CE263B1C4}"/>
              </a:ext>
            </a:extLst>
          </p:cNvPr>
          <p:cNvSpPr txBox="1">
            <a:spLocks/>
          </p:cNvSpPr>
          <p:nvPr/>
        </p:nvSpPr>
        <p:spPr>
          <a:xfrm>
            <a:off x="3198198" y="5951606"/>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cxnSp>
        <p:nvCxnSpPr>
          <p:cNvPr id="123" name="直線コネクタ 122">
            <a:extLst>
              <a:ext uri="{FF2B5EF4-FFF2-40B4-BE49-F238E27FC236}">
                <a16:creationId xmlns:a16="http://schemas.microsoft.com/office/drawing/2014/main" id="{3C18B805-AD76-4C0E-46C1-7143BD1CFC19}"/>
              </a:ext>
            </a:extLst>
          </p:cNvPr>
          <p:cNvCxnSpPr/>
          <p:nvPr/>
        </p:nvCxnSpPr>
        <p:spPr>
          <a:xfrm>
            <a:off x="5493438" y="6280861"/>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タイトル 2">
            <a:extLst>
              <a:ext uri="{FF2B5EF4-FFF2-40B4-BE49-F238E27FC236}">
                <a16:creationId xmlns:a16="http://schemas.microsoft.com/office/drawing/2014/main" id="{AF58CEDB-B667-AD18-3D53-8F75A98C8C76}"/>
              </a:ext>
            </a:extLst>
          </p:cNvPr>
          <p:cNvSpPr txBox="1">
            <a:spLocks/>
          </p:cNvSpPr>
          <p:nvPr/>
        </p:nvSpPr>
        <p:spPr>
          <a:xfrm>
            <a:off x="4905446" y="5927221"/>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2B260D09-E0DB-80CD-4053-4E64CDF77FAD}"/>
              </a:ext>
            </a:extLst>
          </p:cNvPr>
          <p:cNvCxnSpPr>
            <a:cxnSpLocks/>
          </p:cNvCxnSpPr>
          <p:nvPr/>
        </p:nvCxnSpPr>
        <p:spPr>
          <a:xfrm>
            <a:off x="6525701" y="6423831"/>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75C75569-F8B6-9474-D365-4C3FB22F7F3F}"/>
              </a:ext>
            </a:extLst>
          </p:cNvPr>
          <p:cNvSpPr txBox="1">
            <a:spLocks/>
          </p:cNvSpPr>
          <p:nvPr/>
        </p:nvSpPr>
        <p:spPr>
          <a:xfrm>
            <a:off x="7133773" y="6423831"/>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AE939DDC-BADD-4FA8-5293-F84F64314B51}"/>
              </a:ext>
            </a:extLst>
          </p:cNvPr>
          <p:cNvCxnSpPr/>
          <p:nvPr/>
        </p:nvCxnSpPr>
        <p:spPr>
          <a:xfrm>
            <a:off x="6851807" y="6289333"/>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0023175A-D7DB-0065-E499-3F03BF4D4D42}"/>
              </a:ext>
            </a:extLst>
          </p:cNvPr>
          <p:cNvSpPr txBox="1">
            <a:spLocks/>
          </p:cNvSpPr>
          <p:nvPr/>
        </p:nvSpPr>
        <p:spPr>
          <a:xfrm>
            <a:off x="6306272" y="59600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84552AA0-433C-FEF4-1D94-2F9409DA9554}"/>
              </a:ext>
            </a:extLst>
          </p:cNvPr>
          <p:cNvCxnSpPr/>
          <p:nvPr/>
        </p:nvCxnSpPr>
        <p:spPr>
          <a:xfrm>
            <a:off x="8601512" y="6289333"/>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73B8C08E-0331-62C6-0EE3-77FE75A89F60}"/>
              </a:ext>
            </a:extLst>
          </p:cNvPr>
          <p:cNvSpPr txBox="1">
            <a:spLocks/>
          </p:cNvSpPr>
          <p:nvPr/>
        </p:nvSpPr>
        <p:spPr>
          <a:xfrm>
            <a:off x="8013520" y="593569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97976AB3-1085-4B38-453D-A9349A906780}"/>
              </a:ext>
            </a:extLst>
          </p:cNvPr>
          <p:cNvSpPr/>
          <p:nvPr/>
        </p:nvSpPr>
        <p:spPr>
          <a:xfrm>
            <a:off x="2308132" y="877367"/>
            <a:ext cx="553094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7C889775-3888-6D9A-C9CC-18E139277300}"/>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B2011F3B-E1C1-DECE-0F24-D44C9CE4F842}"/>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1F2429D1-788D-3AE0-AEDB-F248672D615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31DF34E5-B032-5669-9A01-C6D012DBCB96}"/>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9AB1249D-D8EF-EA5C-0071-9615669A3D79}"/>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B6E02CC1-8F1C-B627-9CC9-6696619B5FB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52" name="タイトル 2">
                <a:extLst>
                  <a:ext uri="{FF2B5EF4-FFF2-40B4-BE49-F238E27FC236}">
                    <a16:creationId xmlns:a16="http://schemas.microsoft.com/office/drawing/2014/main" id="{B6E02CC1-8F1C-B627-9CC9-6696619B5FBC}"/>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6704F804-41DF-F480-664B-862F59103B0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04932C1F-46F9-8910-74A4-F9263AF10887}"/>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7" name="タイトル 2">
            <a:extLst>
              <a:ext uri="{FF2B5EF4-FFF2-40B4-BE49-F238E27FC236}">
                <a16:creationId xmlns:a16="http://schemas.microsoft.com/office/drawing/2014/main" id="{0934A46E-9D04-6504-F018-0269FE715634}"/>
              </a:ext>
            </a:extLst>
          </p:cNvPr>
          <p:cNvSpPr txBox="1">
            <a:spLocks/>
          </p:cNvSpPr>
          <p:nvPr/>
        </p:nvSpPr>
        <p:spPr>
          <a:xfrm>
            <a:off x="6306096" y="2161920"/>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600"/>
              <a:t>Qwen-VL-7B</a:t>
            </a:r>
            <a:endParaRPr lang="ja-JP" altLang="en-US" sz="1600"/>
          </a:p>
        </p:txBody>
      </p:sp>
      <p:sp>
        <p:nvSpPr>
          <p:cNvPr id="158" name="四角形: 角を丸くする 157">
            <a:extLst>
              <a:ext uri="{FF2B5EF4-FFF2-40B4-BE49-F238E27FC236}">
                <a16:creationId xmlns:a16="http://schemas.microsoft.com/office/drawing/2014/main" id="{E0877FC9-92B8-655B-7C33-059A4E0F88D9}"/>
              </a:ext>
            </a:extLst>
          </p:cNvPr>
          <p:cNvSpPr/>
          <p:nvPr/>
        </p:nvSpPr>
        <p:spPr>
          <a:xfrm>
            <a:off x="3148857" y="3900296"/>
            <a:ext cx="2769690" cy="1328971"/>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台形 158">
            <a:extLst>
              <a:ext uri="{FF2B5EF4-FFF2-40B4-BE49-F238E27FC236}">
                <a16:creationId xmlns:a16="http://schemas.microsoft.com/office/drawing/2014/main" id="{69DA2DAF-7903-8FAA-ABBC-70BF9E2BC62F}"/>
              </a:ext>
            </a:extLst>
          </p:cNvPr>
          <p:cNvSpPr/>
          <p:nvPr/>
        </p:nvSpPr>
        <p:spPr>
          <a:xfrm rot="10800000">
            <a:off x="4356134" y="4098609"/>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0" name="図 159">
            <a:extLst>
              <a:ext uri="{FF2B5EF4-FFF2-40B4-BE49-F238E27FC236}">
                <a16:creationId xmlns:a16="http://schemas.microsoft.com/office/drawing/2014/main" id="{EFF64F2D-4EFE-9DF4-3C17-3D336CEF6847}"/>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349333" y="4019542"/>
            <a:ext cx="561592" cy="564162"/>
          </a:xfrm>
          <a:prstGeom prst="rect">
            <a:avLst/>
          </a:prstGeom>
        </p:spPr>
      </p:pic>
      <p:sp>
        <p:nvSpPr>
          <p:cNvPr id="161" name="タイトル 2">
            <a:extLst>
              <a:ext uri="{FF2B5EF4-FFF2-40B4-BE49-F238E27FC236}">
                <a16:creationId xmlns:a16="http://schemas.microsoft.com/office/drawing/2014/main" id="{D20C034F-B3DE-8C86-948C-0515DA59C22A}"/>
              </a:ext>
            </a:extLst>
          </p:cNvPr>
          <p:cNvSpPr txBox="1">
            <a:spLocks/>
          </p:cNvSpPr>
          <p:nvPr/>
        </p:nvSpPr>
        <p:spPr>
          <a:xfrm>
            <a:off x="3079615" y="4652670"/>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62" name="台形 161">
            <a:extLst>
              <a:ext uri="{FF2B5EF4-FFF2-40B4-BE49-F238E27FC236}">
                <a16:creationId xmlns:a16="http://schemas.microsoft.com/office/drawing/2014/main" id="{F011071C-7CA7-38BA-F346-DEE1339CF6C1}"/>
              </a:ext>
            </a:extLst>
          </p:cNvPr>
          <p:cNvSpPr/>
          <p:nvPr/>
        </p:nvSpPr>
        <p:spPr>
          <a:xfrm>
            <a:off x="4356134" y="4373448"/>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63" name="タイトル 2">
                <a:extLst>
                  <a:ext uri="{FF2B5EF4-FFF2-40B4-BE49-F238E27FC236}">
                    <a16:creationId xmlns:a16="http://schemas.microsoft.com/office/drawing/2014/main" id="{2CCAE0EA-35DF-234C-88ED-9BB7A6A8EA3D}"/>
                  </a:ext>
                </a:extLst>
              </p:cNvPr>
              <p:cNvSpPr txBox="1">
                <a:spLocks/>
              </p:cNvSpPr>
              <p:nvPr/>
            </p:nvSpPr>
            <p:spPr>
              <a:xfrm>
                <a:off x="4028736" y="4598093"/>
                <a:ext cx="1003033"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63" name="タイトル 2">
                <a:extLst>
                  <a:ext uri="{FF2B5EF4-FFF2-40B4-BE49-F238E27FC236}">
                    <a16:creationId xmlns:a16="http://schemas.microsoft.com/office/drawing/2014/main" id="{2CCAE0EA-35DF-234C-88ED-9BB7A6A8EA3D}"/>
                  </a:ext>
                </a:extLst>
              </p:cNvPr>
              <p:cNvSpPr txBox="1">
                <a:spLocks noRot="1" noChangeAspect="1" noMove="1" noResize="1" noEditPoints="1" noAdjustHandles="1" noChangeArrowheads="1" noChangeShapeType="1" noTextEdit="1"/>
              </p:cNvSpPr>
              <p:nvPr/>
            </p:nvSpPr>
            <p:spPr>
              <a:xfrm>
                <a:off x="4028736" y="4598093"/>
                <a:ext cx="1003033" cy="654671"/>
              </a:xfrm>
              <a:prstGeom prst="rect">
                <a:avLst/>
              </a:prstGeom>
              <a:blipFill>
                <a:blip r:embed="rId21"/>
                <a:stretch>
                  <a:fillRect/>
                </a:stretch>
              </a:blipFill>
            </p:spPr>
            <p:txBody>
              <a:bodyPr/>
              <a:lstStyle/>
              <a:p>
                <a:r>
                  <a:rPr lang="en-US">
                    <a:noFill/>
                  </a:rPr>
                  <a:t> </a:t>
                </a:r>
              </a:p>
            </p:txBody>
          </p:sp>
        </mc:Fallback>
      </mc:AlternateContent>
      <p:pic>
        <p:nvPicPr>
          <p:cNvPr id="164" name="グラフィックス 163" descr="車 単色塗りつぶし">
            <a:extLst>
              <a:ext uri="{FF2B5EF4-FFF2-40B4-BE49-F238E27FC236}">
                <a16:creationId xmlns:a16="http://schemas.microsoft.com/office/drawing/2014/main" id="{FE175608-6A0A-F3C2-9192-56FD430122D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24681" y="4109883"/>
            <a:ext cx="914400" cy="914400"/>
          </a:xfrm>
          <a:prstGeom prst="rect">
            <a:avLst/>
          </a:prstGeom>
        </p:spPr>
      </p:pic>
      <p:cxnSp>
        <p:nvCxnSpPr>
          <p:cNvPr id="165" name="直線コネクタ 164">
            <a:extLst>
              <a:ext uri="{FF2B5EF4-FFF2-40B4-BE49-F238E27FC236}">
                <a16:creationId xmlns:a16="http://schemas.microsoft.com/office/drawing/2014/main" id="{558EF8F3-48C8-9A0C-55E9-E1E754D84E9D}"/>
              </a:ext>
            </a:extLst>
          </p:cNvPr>
          <p:cNvCxnSpPr>
            <a:cxnSpLocks/>
          </p:cNvCxnSpPr>
          <p:nvPr/>
        </p:nvCxnSpPr>
        <p:spPr>
          <a:xfrm>
            <a:off x="4976170" y="4024106"/>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9A6FE379-CC53-C393-149A-6639AE753B10}"/>
              </a:ext>
            </a:extLst>
          </p:cNvPr>
          <p:cNvSpPr/>
          <p:nvPr/>
        </p:nvSpPr>
        <p:spPr>
          <a:xfrm>
            <a:off x="6297999" y="3903101"/>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F7E1D73C-F55E-B9FB-9517-13784EB98B5F}"/>
              </a:ext>
            </a:extLst>
          </p:cNvPr>
          <p:cNvSpPr/>
          <p:nvPr/>
        </p:nvSpPr>
        <p:spPr>
          <a:xfrm rot="10800000">
            <a:off x="7505276" y="4101414"/>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9C87F18F-2C5B-7431-E372-2891BF42CCBE}"/>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6498475" y="4022347"/>
            <a:ext cx="561592" cy="564162"/>
          </a:xfrm>
          <a:prstGeom prst="rect">
            <a:avLst/>
          </a:prstGeom>
        </p:spPr>
      </p:pic>
      <p:sp>
        <p:nvSpPr>
          <p:cNvPr id="169" name="タイトル 2">
            <a:extLst>
              <a:ext uri="{FF2B5EF4-FFF2-40B4-BE49-F238E27FC236}">
                <a16:creationId xmlns:a16="http://schemas.microsoft.com/office/drawing/2014/main" id="{5A1158CE-2293-8439-1CAA-D61C31824991}"/>
              </a:ext>
            </a:extLst>
          </p:cNvPr>
          <p:cNvSpPr txBox="1">
            <a:spLocks/>
          </p:cNvSpPr>
          <p:nvPr/>
        </p:nvSpPr>
        <p:spPr>
          <a:xfrm>
            <a:off x="6228757" y="465547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3DAB1DC9-5A65-533A-363A-0C79ED9E8355}"/>
              </a:ext>
            </a:extLst>
          </p:cNvPr>
          <p:cNvSpPr/>
          <p:nvPr/>
        </p:nvSpPr>
        <p:spPr>
          <a:xfrm>
            <a:off x="7505276" y="4376253"/>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B5DC6174-1701-41DE-6327-783C87829BA2}"/>
                  </a:ext>
                </a:extLst>
              </p:cNvPr>
              <p:cNvSpPr txBox="1">
                <a:spLocks/>
              </p:cNvSpPr>
              <p:nvPr/>
            </p:nvSpPr>
            <p:spPr>
              <a:xfrm>
                <a:off x="7191022" y="4600898"/>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3</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B5DC6174-1701-41DE-6327-783C87829BA2}"/>
                  </a:ext>
                </a:extLst>
              </p:cNvPr>
              <p:cNvSpPr txBox="1">
                <a:spLocks noRot="1" noChangeAspect="1" noMove="1" noResize="1" noEditPoints="1" noAdjustHandles="1" noChangeArrowheads="1" noChangeShapeType="1" noTextEdit="1"/>
              </p:cNvSpPr>
              <p:nvPr/>
            </p:nvSpPr>
            <p:spPr>
              <a:xfrm>
                <a:off x="7191022" y="4600898"/>
                <a:ext cx="989890" cy="654671"/>
              </a:xfrm>
              <a:prstGeom prst="rect">
                <a:avLst/>
              </a:prstGeom>
              <a:blipFill>
                <a:blip r:embed="rId23"/>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F785C00A-C4CB-8DE8-395C-27289E6F7DC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173823" y="4112688"/>
            <a:ext cx="914400" cy="914400"/>
          </a:xfrm>
          <a:prstGeom prst="rect">
            <a:avLst/>
          </a:prstGeom>
        </p:spPr>
      </p:pic>
      <p:cxnSp>
        <p:nvCxnSpPr>
          <p:cNvPr id="173" name="直線コネクタ 172">
            <a:extLst>
              <a:ext uri="{FF2B5EF4-FFF2-40B4-BE49-F238E27FC236}">
                <a16:creationId xmlns:a16="http://schemas.microsoft.com/office/drawing/2014/main" id="{64E71AB2-ED6C-699A-5054-F27B16CE2D86}"/>
              </a:ext>
            </a:extLst>
          </p:cNvPr>
          <p:cNvCxnSpPr>
            <a:cxnSpLocks/>
          </p:cNvCxnSpPr>
          <p:nvPr/>
        </p:nvCxnSpPr>
        <p:spPr>
          <a:xfrm>
            <a:off x="8125312" y="4026911"/>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矢印コネクタ 180">
            <a:extLst>
              <a:ext uri="{FF2B5EF4-FFF2-40B4-BE49-F238E27FC236}">
                <a16:creationId xmlns:a16="http://schemas.microsoft.com/office/drawing/2014/main" id="{4A36451B-D9C9-D54D-3C51-35C5D6B2B41C}"/>
              </a:ext>
            </a:extLst>
          </p:cNvPr>
          <p:cNvCxnSpPr>
            <a:cxnSpLocks/>
          </p:cNvCxnSpPr>
          <p:nvPr/>
        </p:nvCxnSpPr>
        <p:spPr>
          <a:xfrm>
            <a:off x="4516584" y="2929079"/>
            <a:ext cx="0" cy="84940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D43EBD99-0CA6-3AE4-A885-95A56A345467}"/>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線矢印コネクタ 182">
            <a:extLst>
              <a:ext uri="{FF2B5EF4-FFF2-40B4-BE49-F238E27FC236}">
                <a16:creationId xmlns:a16="http://schemas.microsoft.com/office/drawing/2014/main" id="{7D4FFFD4-99C2-7FDC-43F3-95EDE2B92591}"/>
              </a:ext>
            </a:extLst>
          </p:cNvPr>
          <p:cNvCxnSpPr>
            <a:cxnSpLocks/>
          </p:cNvCxnSpPr>
          <p:nvPr/>
        </p:nvCxnSpPr>
        <p:spPr>
          <a:xfrm rot="16200000" flipV="1">
            <a:off x="6903086" y="2951696"/>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1335394D-5785-50F3-B6B7-5C481C9E12EC}"/>
              </a:ext>
            </a:extLst>
          </p:cNvPr>
          <p:cNvCxnSpPr>
            <a:cxnSpLocks/>
          </p:cNvCxnSpPr>
          <p:nvPr/>
        </p:nvCxnSpPr>
        <p:spPr>
          <a:xfrm rot="5400000" flipV="1">
            <a:off x="7037693" y="2866321"/>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7" name="台形 186">
            <a:extLst>
              <a:ext uri="{FF2B5EF4-FFF2-40B4-BE49-F238E27FC236}">
                <a16:creationId xmlns:a16="http://schemas.microsoft.com/office/drawing/2014/main" id="{613A055E-C016-8D4F-4460-1402C2DCED39}"/>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8" name="台形 187">
            <a:extLst>
              <a:ext uri="{FF2B5EF4-FFF2-40B4-BE49-F238E27FC236}">
                <a16:creationId xmlns:a16="http://schemas.microsoft.com/office/drawing/2014/main" id="{5F2830CF-E8CB-4A3C-6634-DC73F0C541D7}"/>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9" name="台形 188">
            <a:extLst>
              <a:ext uri="{FF2B5EF4-FFF2-40B4-BE49-F238E27FC236}">
                <a16:creationId xmlns:a16="http://schemas.microsoft.com/office/drawing/2014/main" id="{EB7EFF38-65F2-9992-DDA9-BF2BCD169663}"/>
              </a:ext>
            </a:extLst>
          </p:cNvPr>
          <p:cNvSpPr/>
          <p:nvPr/>
        </p:nvSpPr>
        <p:spPr>
          <a:xfrm rot="10800000">
            <a:off x="2535638" y="1666372"/>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0" name="台形 189">
            <a:extLst>
              <a:ext uri="{FF2B5EF4-FFF2-40B4-BE49-F238E27FC236}">
                <a16:creationId xmlns:a16="http://schemas.microsoft.com/office/drawing/2014/main" id="{9341255E-E4C4-E5DC-F390-67DF9AD869AD}"/>
              </a:ext>
            </a:extLst>
          </p:cNvPr>
          <p:cNvSpPr/>
          <p:nvPr/>
        </p:nvSpPr>
        <p:spPr>
          <a:xfrm>
            <a:off x="2535638" y="1941211"/>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1" name="台形 190">
            <a:extLst>
              <a:ext uri="{FF2B5EF4-FFF2-40B4-BE49-F238E27FC236}">
                <a16:creationId xmlns:a16="http://schemas.microsoft.com/office/drawing/2014/main" id="{2B322F20-8521-0CC2-836B-F8E08A734F9F}"/>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2" name="台形 191">
            <a:extLst>
              <a:ext uri="{FF2B5EF4-FFF2-40B4-BE49-F238E27FC236}">
                <a16:creationId xmlns:a16="http://schemas.microsoft.com/office/drawing/2014/main" id="{9F9AE831-1606-98F7-BB1B-B02D2C80BB03}"/>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98" name="テキスト ボックス 197">
                <a:extLst>
                  <a:ext uri="{FF2B5EF4-FFF2-40B4-BE49-F238E27FC236}">
                    <a16:creationId xmlns:a16="http://schemas.microsoft.com/office/drawing/2014/main" id="{47C24DD4-474D-8738-1C0C-DD28B3731734}"/>
                  </a:ext>
                </a:extLst>
              </p:cNvPr>
              <p:cNvSpPr txBox="1"/>
              <p:nvPr/>
            </p:nvSpPr>
            <p:spPr>
              <a:xfrm>
                <a:off x="2170063" y="339052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1</m:t>
                          </m:r>
                        </m:sub>
                      </m:sSub>
                    </m:oMath>
                  </m:oMathPara>
                </a14:m>
                <a:endParaRPr lang="ja-JP" altLang="en-US"/>
              </a:p>
            </p:txBody>
          </p:sp>
        </mc:Choice>
        <mc:Fallback xmlns="">
          <p:sp>
            <p:nvSpPr>
              <p:cNvPr id="198" name="テキスト ボックス 197">
                <a:extLst>
                  <a:ext uri="{FF2B5EF4-FFF2-40B4-BE49-F238E27FC236}">
                    <a16:creationId xmlns:a16="http://schemas.microsoft.com/office/drawing/2014/main" id="{47C24DD4-474D-8738-1C0C-DD28B3731734}"/>
                  </a:ext>
                </a:extLst>
              </p:cNvPr>
              <p:cNvSpPr txBox="1">
                <a:spLocks noRot="1" noChangeAspect="1" noMove="1" noResize="1" noEditPoints="1" noAdjustHandles="1" noChangeArrowheads="1" noChangeShapeType="1" noTextEdit="1"/>
              </p:cNvSpPr>
              <p:nvPr/>
            </p:nvSpPr>
            <p:spPr>
              <a:xfrm>
                <a:off x="2170063" y="3390528"/>
                <a:ext cx="838729"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689203F9-3897-05F6-11AD-AECCE7FAACD6}"/>
                  </a:ext>
                </a:extLst>
              </p:cNvPr>
              <p:cNvSpPr txBox="1"/>
              <p:nvPr/>
            </p:nvSpPr>
            <p:spPr>
              <a:xfrm>
                <a:off x="4605316" y="332094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2</m:t>
                          </m:r>
                        </m:sub>
                      </m:sSub>
                    </m:oMath>
                  </m:oMathPara>
                </a14:m>
                <a:endParaRPr lang="ja-JP" altLang="en-US"/>
              </a:p>
            </p:txBody>
          </p:sp>
        </mc:Choice>
        <mc:Fallback xmlns="">
          <p:sp>
            <p:nvSpPr>
              <p:cNvPr id="199" name="テキスト ボックス 198">
                <a:extLst>
                  <a:ext uri="{FF2B5EF4-FFF2-40B4-BE49-F238E27FC236}">
                    <a16:creationId xmlns:a16="http://schemas.microsoft.com/office/drawing/2014/main" id="{689203F9-3897-05F6-11AD-AECCE7FAACD6}"/>
                  </a:ext>
                </a:extLst>
              </p:cNvPr>
              <p:cNvSpPr txBox="1">
                <a:spLocks noRot="1" noChangeAspect="1" noMove="1" noResize="1" noEditPoints="1" noAdjustHandles="1" noChangeArrowheads="1" noChangeShapeType="1" noTextEdit="1"/>
              </p:cNvSpPr>
              <p:nvPr/>
            </p:nvSpPr>
            <p:spPr>
              <a:xfrm>
                <a:off x="4605316" y="3320948"/>
                <a:ext cx="838729"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3952DC83-7BA1-37EF-0F38-44B5BCB3FC8C}"/>
                  </a:ext>
                </a:extLst>
              </p:cNvPr>
              <p:cNvSpPr txBox="1"/>
              <p:nvPr/>
            </p:nvSpPr>
            <p:spPr>
              <a:xfrm>
                <a:off x="6473443" y="3317191"/>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3</m:t>
                          </m:r>
                        </m:sub>
                      </m:sSub>
                    </m:oMath>
                  </m:oMathPara>
                </a14:m>
                <a:endParaRPr lang="ja-JP" altLang="en-US"/>
              </a:p>
            </p:txBody>
          </p:sp>
        </mc:Choice>
        <mc:Fallback xmlns="">
          <p:sp>
            <p:nvSpPr>
              <p:cNvPr id="200" name="テキスト ボックス 199">
                <a:extLst>
                  <a:ext uri="{FF2B5EF4-FFF2-40B4-BE49-F238E27FC236}">
                    <a16:creationId xmlns:a16="http://schemas.microsoft.com/office/drawing/2014/main" id="{3952DC83-7BA1-37EF-0F38-44B5BCB3FC8C}"/>
                  </a:ext>
                </a:extLst>
              </p:cNvPr>
              <p:cNvSpPr txBox="1">
                <a:spLocks noRot="1" noChangeAspect="1" noMove="1" noResize="1" noEditPoints="1" noAdjustHandles="1" noChangeArrowheads="1" noChangeShapeType="1" noTextEdit="1"/>
              </p:cNvSpPr>
              <p:nvPr/>
            </p:nvSpPr>
            <p:spPr>
              <a:xfrm>
                <a:off x="6473443" y="3317191"/>
                <a:ext cx="838729" cy="369332"/>
              </a:xfrm>
              <a:prstGeom prst="rect">
                <a:avLst/>
              </a:prstGeom>
              <a:blipFill>
                <a:blip r:embed="rId2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4" name="吹き出し: 角を丸めた四角形 203">
                <a:extLst>
                  <a:ext uri="{FF2B5EF4-FFF2-40B4-BE49-F238E27FC236}">
                    <a16:creationId xmlns:a16="http://schemas.microsoft.com/office/drawing/2014/main" id="{27948874-8A41-5B2D-3CC7-0B4F30F54516}"/>
                  </a:ext>
                </a:extLst>
              </p:cNvPr>
              <p:cNvSpPr/>
              <p:nvPr/>
            </p:nvSpPr>
            <p:spPr>
              <a:xfrm>
                <a:off x="96126" y="2281747"/>
                <a:ext cx="2123120" cy="961044"/>
              </a:xfrm>
              <a:prstGeom prst="wedgeRoundRectCallout">
                <a:avLst>
                  <a:gd name="adj1" fmla="val 163005"/>
                  <a:gd name="adj2" fmla="val -75372"/>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i="1">
                          <a:solidFill>
                            <a:schemeClr val="tx1"/>
                          </a:solidFill>
                          <a:latin typeface="Cambria Math" panose="02040503050406030204" pitchFamily="18" charset="0"/>
                        </a:rPr>
                        <m:t>𝐿</m:t>
                      </m:r>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oMath>
                  </m:oMathPara>
                </a14:m>
                <a:endParaRPr lang="ja-JP" altLang="en-US" dirty="0">
                  <a:solidFill>
                    <a:schemeClr val="tx1"/>
                  </a:solidFill>
                </a:endParaRPr>
              </a:p>
            </p:txBody>
          </p:sp>
        </mc:Choice>
        <mc:Fallback xmlns="">
          <p:sp>
            <p:nvSpPr>
              <p:cNvPr id="204" name="吹き出し: 角を丸めた四角形 203">
                <a:extLst>
                  <a:ext uri="{FF2B5EF4-FFF2-40B4-BE49-F238E27FC236}">
                    <a16:creationId xmlns:a16="http://schemas.microsoft.com/office/drawing/2014/main" id="{27948874-8A41-5B2D-3CC7-0B4F30F54516}"/>
                  </a:ext>
                </a:extLst>
              </p:cNvPr>
              <p:cNvSpPr>
                <a:spLocks noRot="1" noChangeAspect="1" noMove="1" noResize="1" noEditPoints="1" noAdjustHandles="1" noChangeArrowheads="1" noChangeShapeType="1" noTextEdit="1"/>
              </p:cNvSpPr>
              <p:nvPr/>
            </p:nvSpPr>
            <p:spPr>
              <a:xfrm>
                <a:off x="96126" y="2281747"/>
                <a:ext cx="2123120" cy="961044"/>
              </a:xfrm>
              <a:prstGeom prst="wedgeRoundRectCallout">
                <a:avLst>
                  <a:gd name="adj1" fmla="val 163005"/>
                  <a:gd name="adj2" fmla="val -75372"/>
                  <a:gd name="adj3" fmla="val 16667"/>
                </a:avLst>
              </a:prstGeom>
              <a:blipFill>
                <a:blip r:embed="rId27"/>
                <a:stretch>
                  <a:fillRect l="-524" b="-966"/>
                </a:stretch>
              </a:blipFill>
              <a:ln w="28575">
                <a:solidFill>
                  <a:srgbClr val="C00000"/>
                </a:solidFill>
              </a:ln>
            </p:spPr>
            <p:txBody>
              <a:bodyPr/>
              <a:lstStyle/>
              <a:p>
                <a:r>
                  <a:rPr lang="ja-JP" altLang="en-US">
                    <a:noFill/>
                  </a:rPr>
                  <a:t> </a:t>
                </a:r>
              </a:p>
            </p:txBody>
          </p:sp>
        </mc:Fallback>
      </mc:AlternateContent>
      <p:sp>
        <p:nvSpPr>
          <p:cNvPr id="205" name="矢印: 右 204">
            <a:extLst>
              <a:ext uri="{FF2B5EF4-FFF2-40B4-BE49-F238E27FC236}">
                <a16:creationId xmlns:a16="http://schemas.microsoft.com/office/drawing/2014/main" id="{4DD6A05D-8CF2-F442-D4D9-9E74B8A8E2E5}"/>
              </a:ext>
            </a:extLst>
          </p:cNvPr>
          <p:cNvSpPr/>
          <p:nvPr/>
        </p:nvSpPr>
        <p:spPr>
          <a:xfrm>
            <a:off x="5795861" y="1700503"/>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B574BA7F-32B3-B743-495A-13C7D50179C1}"/>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C000DBCA-2049-3A1B-FFC1-E352ABEB77F8}"/>
              </a:ext>
            </a:extLst>
          </p:cNvPr>
          <p:cNvSpPr/>
          <p:nvPr/>
        </p:nvSpPr>
        <p:spPr>
          <a:xfrm>
            <a:off x="3070090" y="1752649"/>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874D7102-E8F6-5E1B-7D0B-E455F38C3D0D}"/>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台形 10">
            <a:extLst>
              <a:ext uri="{FF2B5EF4-FFF2-40B4-BE49-F238E27FC236}">
                <a16:creationId xmlns:a16="http://schemas.microsoft.com/office/drawing/2014/main" id="{31CEABA2-AE11-6E11-F61E-6AE6C8B89A49}"/>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2" name="台形 11">
            <a:extLst>
              <a:ext uri="{FF2B5EF4-FFF2-40B4-BE49-F238E27FC236}">
                <a16:creationId xmlns:a16="http://schemas.microsoft.com/office/drawing/2014/main" id="{47909CAC-C17C-18EC-AD25-B54D23B77C3C}"/>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3" name="矢印: 右 12">
            <a:extLst>
              <a:ext uri="{FF2B5EF4-FFF2-40B4-BE49-F238E27FC236}">
                <a16:creationId xmlns:a16="http://schemas.microsoft.com/office/drawing/2014/main" id="{E45559BA-C6EF-E813-2098-7BEA95A12F6C}"/>
              </a:ext>
            </a:extLst>
          </p:cNvPr>
          <p:cNvSpPr/>
          <p:nvPr/>
        </p:nvSpPr>
        <p:spPr>
          <a:xfrm>
            <a:off x="4366063" y="1683332"/>
            <a:ext cx="405953" cy="298438"/>
          </a:xfrm>
          <a:prstGeom prst="rightArrow">
            <a:avLst/>
          </a:prstGeom>
          <a:solidFill>
            <a:srgbClr val="C000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台形 13">
            <a:extLst>
              <a:ext uri="{FF2B5EF4-FFF2-40B4-BE49-F238E27FC236}">
                <a16:creationId xmlns:a16="http://schemas.microsoft.com/office/drawing/2014/main" id="{5818618B-C896-1DFD-024F-03393C23AE04}"/>
              </a:ext>
            </a:extLst>
          </p:cNvPr>
          <p:cNvSpPr/>
          <p:nvPr/>
        </p:nvSpPr>
        <p:spPr>
          <a:xfrm rot="10800000">
            <a:off x="4765212" y="1425050"/>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7" name="台形 16">
            <a:extLst>
              <a:ext uri="{FF2B5EF4-FFF2-40B4-BE49-F238E27FC236}">
                <a16:creationId xmlns:a16="http://schemas.microsoft.com/office/drawing/2014/main" id="{97AB84BD-0EE1-6395-514E-FDEB339AF06D}"/>
              </a:ext>
            </a:extLst>
          </p:cNvPr>
          <p:cNvSpPr/>
          <p:nvPr/>
        </p:nvSpPr>
        <p:spPr>
          <a:xfrm>
            <a:off x="4784262" y="1813377"/>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吹き出し: 角を丸めた四角形 17">
            <a:extLst>
              <a:ext uri="{FF2B5EF4-FFF2-40B4-BE49-F238E27FC236}">
                <a16:creationId xmlns:a16="http://schemas.microsoft.com/office/drawing/2014/main" id="{EE7A08DE-575D-31F1-04B1-DF9B7752BACC}"/>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20" name="タイトル 2">
            <a:extLst>
              <a:ext uri="{FF2B5EF4-FFF2-40B4-BE49-F238E27FC236}">
                <a16:creationId xmlns:a16="http://schemas.microsoft.com/office/drawing/2014/main" id="{61BB7E2A-1107-5A5C-F2DD-7F52ACC974B7}"/>
              </a:ext>
            </a:extLst>
          </p:cNvPr>
          <p:cNvSpPr txBox="1">
            <a:spLocks/>
          </p:cNvSpPr>
          <p:nvPr/>
        </p:nvSpPr>
        <p:spPr>
          <a:xfrm>
            <a:off x="6274338" y="895656"/>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600"/>
              <a:t>基盤モデル</a:t>
            </a:r>
          </a:p>
        </p:txBody>
      </p:sp>
      <p:sp>
        <p:nvSpPr>
          <p:cNvPr id="21" name="吹き出し: 角を丸めた四角形 20">
            <a:extLst>
              <a:ext uri="{FF2B5EF4-FFF2-40B4-BE49-F238E27FC236}">
                <a16:creationId xmlns:a16="http://schemas.microsoft.com/office/drawing/2014/main" id="{BF9E283D-D176-F4CF-AA7C-583440083AB2}"/>
              </a:ext>
            </a:extLst>
          </p:cNvPr>
          <p:cNvSpPr/>
          <p:nvPr/>
        </p:nvSpPr>
        <p:spPr>
          <a:xfrm>
            <a:off x="4520736" y="2211352"/>
            <a:ext cx="1536261"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基盤モデル用</a:t>
            </a:r>
            <a:r>
              <a:rPr lang="en-US" altLang="ja-JP" dirty="0" err="1">
                <a:solidFill>
                  <a:schemeClr val="tx1"/>
                </a:solidFill>
              </a:rPr>
              <a:t>LoRA</a:t>
            </a:r>
            <a:r>
              <a:rPr lang="ja-JP" altLang="en-US" dirty="0">
                <a:solidFill>
                  <a:schemeClr val="tx1"/>
                </a:solidFill>
              </a:rPr>
              <a:t>の作成</a:t>
            </a:r>
            <a:endParaRPr lang="en-US" altLang="ja-JP" dirty="0">
              <a:solidFill>
                <a:schemeClr val="tx1"/>
              </a:solidFill>
            </a:endParaRPr>
          </a:p>
        </p:txBody>
      </p:sp>
      <p:sp>
        <p:nvSpPr>
          <p:cNvPr id="15" name="楕円 14">
            <a:extLst>
              <a:ext uri="{FF2B5EF4-FFF2-40B4-BE49-F238E27FC236}">
                <a16:creationId xmlns:a16="http://schemas.microsoft.com/office/drawing/2014/main" id="{E34F652F-4796-1CAD-5512-AC83B5913518}"/>
              </a:ext>
            </a:extLst>
          </p:cNvPr>
          <p:cNvSpPr/>
          <p:nvPr/>
        </p:nvSpPr>
        <p:spPr>
          <a:xfrm>
            <a:off x="2867379" y="648182"/>
            <a:ext cx="1043546" cy="220955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541E032-AB7F-7DEE-AAC2-6F1F5F87B6D3}"/>
              </a:ext>
            </a:extLst>
          </p:cNvPr>
          <p:cNvSpPr/>
          <p:nvPr/>
        </p:nvSpPr>
        <p:spPr>
          <a:xfrm>
            <a:off x="4008479" y="1381084"/>
            <a:ext cx="1043546" cy="8791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0DD73DD4-458E-264B-C9DB-E192B1DF7FA0}"/>
              </a:ext>
            </a:extLst>
          </p:cNvPr>
          <p:cNvSpPr/>
          <p:nvPr/>
        </p:nvSpPr>
        <p:spPr>
          <a:xfrm>
            <a:off x="2466091" y="416763"/>
            <a:ext cx="2785621" cy="271072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446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2A128E4-8112-3AE2-0542-6340E9E3DAE8}"/>
              </a:ext>
            </a:extLst>
          </p:cNvPr>
          <p:cNvSpPr>
            <a:spLocks noGrp="1"/>
          </p:cNvSpPr>
          <p:nvPr>
            <p:ph type="title"/>
          </p:nvPr>
        </p:nvSpPr>
        <p:spPr>
          <a:xfrm>
            <a:off x="-2" y="2652013"/>
            <a:ext cx="9143999" cy="2798527"/>
          </a:xfrm>
        </p:spPr>
        <p:txBody>
          <a:bodyPr>
            <a:normAutofit fontScale="90000"/>
          </a:bodyPr>
          <a:lstStyle/>
          <a:p>
            <a:pPr algn="ctr"/>
            <a:r>
              <a:rPr lang="ja-JP" altLang="en-US" dirty="0"/>
              <a:t>実験設定の具体化と実装</a:t>
            </a:r>
            <a:br>
              <a:rPr lang="en-US" altLang="ja-JP" dirty="0"/>
            </a:br>
            <a:br>
              <a:rPr lang="en-US" altLang="ja-JP" dirty="0"/>
            </a:br>
            <a:r>
              <a:rPr lang="en-US" altLang="ja-JP" b="1" dirty="0"/>
              <a:t>surrogate</a:t>
            </a:r>
            <a:r>
              <a:rPr lang="ja-JP" altLang="ja-JP" b="1" dirty="0"/>
              <a:t>適応情報を用いた基盤モデル更新</a:t>
            </a:r>
            <a:br>
              <a:rPr lang="en-US" altLang="ja-JP" b="1" dirty="0"/>
            </a:br>
            <a:r>
              <a:rPr lang="ja-JP" altLang="en-US" sz="3200" b="1" dirty="0"/>
              <a:t>を含めたループ</a:t>
            </a:r>
            <a:br>
              <a:rPr lang="en-US" altLang="ja-JP" sz="3200" b="1" dirty="0"/>
            </a:br>
            <a:br>
              <a:rPr lang="ja-JP" altLang="en-US" b="1" dirty="0"/>
            </a:br>
            <a:endParaRPr kumimoji="1" lang="ja-JP" altLang="en-US" b="1" dirty="0"/>
          </a:p>
        </p:txBody>
      </p:sp>
    </p:spTree>
    <p:extLst>
      <p:ext uri="{BB962C8B-B14F-4D97-AF65-F5344CB8AC3E}">
        <p14:creationId xmlns:p14="http://schemas.microsoft.com/office/powerpoint/2010/main" val="27726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2A911B0-CCC1-3CBE-2B5F-95EF5C5B93E2}"/>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D52859D6-01CB-C391-1FCE-B00055D8A3E0}"/>
              </a:ext>
            </a:extLst>
          </p:cNvPr>
          <p:cNvSpPr/>
          <p:nvPr/>
        </p:nvSpPr>
        <p:spPr>
          <a:xfrm>
            <a:off x="6251474"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C9169DB1-4048-53C3-004D-457344329727}"/>
              </a:ext>
            </a:extLst>
          </p:cNvPr>
          <p:cNvSpPr/>
          <p:nvPr/>
        </p:nvSpPr>
        <p:spPr>
          <a:xfrm>
            <a:off x="3115987"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08F47DD4-C020-40C9-F76D-9B84774D7A0C}"/>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4F5D803E-1CAC-4AC4-D8EB-6CCA605941EC}"/>
              </a:ext>
            </a:extLst>
          </p:cNvPr>
          <p:cNvSpPr>
            <a:spLocks noGrp="1"/>
          </p:cNvSpPr>
          <p:nvPr>
            <p:ph type="title"/>
          </p:nvPr>
        </p:nvSpPr>
        <p:spPr/>
        <p:txBody>
          <a:bodyPr>
            <a:normAutofit/>
          </a:bodyPr>
          <a:lstStyle/>
          <a:p>
            <a:r>
              <a:rPr lang="ja-JP" altLang="en-US"/>
              <a:t>研究概要</a:t>
            </a:r>
            <a:endParaRPr kumimoji="1" lang="ja-JP" altLang="en-US"/>
          </a:p>
        </p:txBody>
      </p:sp>
      <p:sp>
        <p:nvSpPr>
          <p:cNvPr id="4" name="スライド番号プレースホルダー 3">
            <a:extLst>
              <a:ext uri="{FF2B5EF4-FFF2-40B4-BE49-F238E27FC236}">
                <a16:creationId xmlns:a16="http://schemas.microsoft.com/office/drawing/2014/main" id="{D56EB700-286A-3083-1C23-65EB29EE0554}"/>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5</a:t>
            </a:fld>
            <a:endParaRPr lang="ja-JP" altLang="en-US"/>
          </a:p>
        </p:txBody>
      </p:sp>
      <p:cxnSp>
        <p:nvCxnSpPr>
          <p:cNvPr id="16" name="直線矢印コネクタ 15">
            <a:extLst>
              <a:ext uri="{FF2B5EF4-FFF2-40B4-BE49-F238E27FC236}">
                <a16:creationId xmlns:a16="http://schemas.microsoft.com/office/drawing/2014/main" id="{B26974F4-1F01-D9B9-12FC-1739CCEA75EF}"/>
              </a:ext>
            </a:extLst>
          </p:cNvPr>
          <p:cNvCxnSpPr>
            <a:cxnSpLocks/>
          </p:cNvCxnSpPr>
          <p:nvPr/>
        </p:nvCxnSpPr>
        <p:spPr>
          <a:xfrm flipV="1">
            <a:off x="1960067" y="3001169"/>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0" name="図 89">
            <a:extLst>
              <a:ext uri="{FF2B5EF4-FFF2-40B4-BE49-F238E27FC236}">
                <a16:creationId xmlns:a16="http://schemas.microsoft.com/office/drawing/2014/main" id="{821FF636-4874-B66C-5E6B-B09FA515E3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cxnSp>
        <p:nvCxnSpPr>
          <p:cNvPr id="68" name="直線矢印コネクタ 67">
            <a:extLst>
              <a:ext uri="{FF2B5EF4-FFF2-40B4-BE49-F238E27FC236}">
                <a16:creationId xmlns:a16="http://schemas.microsoft.com/office/drawing/2014/main" id="{AC282BB4-8964-18E6-C492-9D8007D78E0F}"/>
              </a:ext>
            </a:extLst>
          </p:cNvPr>
          <p:cNvCxnSpPr>
            <a:cxnSpLocks/>
          </p:cNvCxnSpPr>
          <p:nvPr/>
        </p:nvCxnSpPr>
        <p:spPr>
          <a:xfrm flipV="1">
            <a:off x="4630513" y="2929079"/>
            <a:ext cx="0" cy="849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31AB3523-DD87-73C9-F804-572063DF2F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D12EB1E9-1DA6-4F07-F71F-85C7415526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36" name="図 35">
            <a:extLst>
              <a:ext uri="{FF2B5EF4-FFF2-40B4-BE49-F238E27FC236}">
                <a16:creationId xmlns:a16="http://schemas.microsoft.com/office/drawing/2014/main" id="{E27761F1-9A74-1AEA-88E8-64F133A11AE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37" name="図 36">
            <a:extLst>
              <a:ext uri="{FF2B5EF4-FFF2-40B4-BE49-F238E27FC236}">
                <a16:creationId xmlns:a16="http://schemas.microsoft.com/office/drawing/2014/main" id="{19DB469A-2A61-13FB-3871-A3D41485785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40" name="図 39">
            <a:extLst>
              <a:ext uri="{FF2B5EF4-FFF2-40B4-BE49-F238E27FC236}">
                <a16:creationId xmlns:a16="http://schemas.microsoft.com/office/drawing/2014/main" id="{C5EA5ECB-DDA9-7883-D4D3-2A4CE02A2DE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pic>
        <p:nvPicPr>
          <p:cNvPr id="47" name="図 46">
            <a:extLst>
              <a:ext uri="{FF2B5EF4-FFF2-40B4-BE49-F238E27FC236}">
                <a16:creationId xmlns:a16="http://schemas.microsoft.com/office/drawing/2014/main" id="{DF7634F6-26AF-7F92-887F-0E469B32C2B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89546" y="1293311"/>
            <a:ext cx="877191" cy="879194"/>
          </a:xfrm>
          <a:prstGeom prst="rect">
            <a:avLst/>
          </a:prstGeom>
        </p:spPr>
      </p:pic>
      <p:cxnSp>
        <p:nvCxnSpPr>
          <p:cNvPr id="50" name="直線矢印コネクタ 49">
            <a:extLst>
              <a:ext uri="{FF2B5EF4-FFF2-40B4-BE49-F238E27FC236}">
                <a16:creationId xmlns:a16="http://schemas.microsoft.com/office/drawing/2014/main" id="{2C611E59-A1C0-4FB7-4EF4-4271DBEAA0D0}"/>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332666E4-CA6B-BED3-B166-6B223D33A0F6}"/>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53" name="直線矢印コネクタ 52">
            <a:extLst>
              <a:ext uri="{FF2B5EF4-FFF2-40B4-BE49-F238E27FC236}">
                <a16:creationId xmlns:a16="http://schemas.microsoft.com/office/drawing/2014/main" id="{1BA3EA6B-C2C9-79D9-575B-AABB87629572}"/>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図 104">
            <a:extLst>
              <a:ext uri="{FF2B5EF4-FFF2-40B4-BE49-F238E27FC236}">
                <a16:creationId xmlns:a16="http://schemas.microsoft.com/office/drawing/2014/main" id="{0A9F53C7-DBEA-FAFD-9BF4-4A8E10AD43E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60907" y="5364047"/>
            <a:ext cx="948847" cy="505261"/>
          </a:xfrm>
          <a:prstGeom prst="rect">
            <a:avLst/>
          </a:prstGeom>
        </p:spPr>
      </p:pic>
      <p:pic>
        <p:nvPicPr>
          <p:cNvPr id="107" name="図 106">
            <a:extLst>
              <a:ext uri="{FF2B5EF4-FFF2-40B4-BE49-F238E27FC236}">
                <a16:creationId xmlns:a16="http://schemas.microsoft.com/office/drawing/2014/main" id="{B2B7EBD7-F301-E188-5305-18A60DC50AC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75880" y="5350363"/>
            <a:ext cx="1003033" cy="532628"/>
          </a:xfrm>
          <a:prstGeom prst="rect">
            <a:avLst/>
          </a:prstGeom>
        </p:spPr>
      </p:pic>
      <p:pic>
        <p:nvPicPr>
          <p:cNvPr id="60" name="図 59">
            <a:extLst>
              <a:ext uri="{FF2B5EF4-FFF2-40B4-BE49-F238E27FC236}">
                <a16:creationId xmlns:a16="http://schemas.microsoft.com/office/drawing/2014/main" id="{51DD2518-C652-8330-C800-A51E507F70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61" name="図 60">
            <a:extLst>
              <a:ext uri="{FF2B5EF4-FFF2-40B4-BE49-F238E27FC236}">
                <a16:creationId xmlns:a16="http://schemas.microsoft.com/office/drawing/2014/main" id="{99460666-3ED0-612A-A0B9-AC1274655F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64" name="図 63">
            <a:extLst>
              <a:ext uri="{FF2B5EF4-FFF2-40B4-BE49-F238E27FC236}">
                <a16:creationId xmlns:a16="http://schemas.microsoft.com/office/drawing/2014/main" id="{C644B092-4FEC-8B50-C1E2-8E8477F2601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14880" y="5441266"/>
            <a:ext cx="821475" cy="568800"/>
          </a:xfrm>
          <a:prstGeom prst="rect">
            <a:avLst/>
          </a:prstGeom>
          <a:ln>
            <a:solidFill>
              <a:schemeClr val="tx1"/>
            </a:solidFill>
          </a:ln>
        </p:spPr>
      </p:pic>
      <p:pic>
        <p:nvPicPr>
          <p:cNvPr id="112" name="図 111">
            <a:extLst>
              <a:ext uri="{FF2B5EF4-FFF2-40B4-BE49-F238E27FC236}">
                <a16:creationId xmlns:a16="http://schemas.microsoft.com/office/drawing/2014/main" id="{D8143418-F42F-0DDF-A694-177F583B4FB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64488" y="5373308"/>
            <a:ext cx="1059626" cy="528578"/>
          </a:xfrm>
          <a:prstGeom prst="rect">
            <a:avLst/>
          </a:prstGeom>
        </p:spPr>
      </p:pic>
      <p:pic>
        <p:nvPicPr>
          <p:cNvPr id="110" name="図 109">
            <a:extLst>
              <a:ext uri="{FF2B5EF4-FFF2-40B4-BE49-F238E27FC236}">
                <a16:creationId xmlns:a16="http://schemas.microsoft.com/office/drawing/2014/main" id="{4C70C967-B5BC-BEAE-96C0-B6C8E7417D4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29367" y="5390474"/>
            <a:ext cx="967909" cy="517831"/>
          </a:xfrm>
          <a:prstGeom prst="rect">
            <a:avLst/>
          </a:prstGeom>
        </p:spPr>
      </p:pic>
      <p:pic>
        <p:nvPicPr>
          <p:cNvPr id="71" name="図 70">
            <a:extLst>
              <a:ext uri="{FF2B5EF4-FFF2-40B4-BE49-F238E27FC236}">
                <a16:creationId xmlns:a16="http://schemas.microsoft.com/office/drawing/2014/main" id="{5DF2DC00-335A-E5C0-6183-A1AEB9457D9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66660" y="5434831"/>
            <a:ext cx="821475" cy="568800"/>
          </a:xfrm>
          <a:prstGeom prst="rect">
            <a:avLst/>
          </a:prstGeom>
          <a:ln>
            <a:solidFill>
              <a:schemeClr val="tx1"/>
            </a:solidFill>
          </a:ln>
        </p:spPr>
      </p:pic>
      <p:pic>
        <p:nvPicPr>
          <p:cNvPr id="73" name="図 72">
            <a:extLst>
              <a:ext uri="{FF2B5EF4-FFF2-40B4-BE49-F238E27FC236}">
                <a16:creationId xmlns:a16="http://schemas.microsoft.com/office/drawing/2014/main" id="{0782B1A4-4244-DF48-7535-A2A4A63455C0}"/>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453187" y="5437133"/>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860854B1-E381-8947-B8B9-396871D3459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107995" y="5454413"/>
            <a:ext cx="814709" cy="568800"/>
          </a:xfrm>
          <a:prstGeom prst="rect">
            <a:avLst/>
          </a:prstGeom>
          <a:ln>
            <a:solidFill>
              <a:schemeClr val="tx1"/>
            </a:solidFill>
          </a:ln>
        </p:spPr>
      </p:pic>
      <p:pic>
        <p:nvPicPr>
          <p:cNvPr id="93" name="図 92">
            <a:extLst>
              <a:ext uri="{FF2B5EF4-FFF2-40B4-BE49-F238E27FC236}">
                <a16:creationId xmlns:a16="http://schemas.microsoft.com/office/drawing/2014/main" id="{AC0FF428-AC37-2B14-EEA5-18DA964C5EC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3376" y="5431475"/>
            <a:ext cx="140465" cy="588382"/>
          </a:xfrm>
          <a:prstGeom prst="rect">
            <a:avLst/>
          </a:prstGeom>
        </p:spPr>
      </p:pic>
      <p:pic>
        <p:nvPicPr>
          <p:cNvPr id="94" name="図 93">
            <a:extLst>
              <a:ext uri="{FF2B5EF4-FFF2-40B4-BE49-F238E27FC236}">
                <a16:creationId xmlns:a16="http://schemas.microsoft.com/office/drawing/2014/main" id="{85FC9F21-0CF8-BC0F-3804-9262B3E0CD0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174415" y="5431475"/>
            <a:ext cx="140465" cy="588382"/>
          </a:xfrm>
          <a:prstGeom prst="rect">
            <a:avLst/>
          </a:prstGeom>
        </p:spPr>
      </p:pic>
      <p:pic>
        <p:nvPicPr>
          <p:cNvPr id="95" name="図 94">
            <a:extLst>
              <a:ext uri="{FF2B5EF4-FFF2-40B4-BE49-F238E27FC236}">
                <a16:creationId xmlns:a16="http://schemas.microsoft.com/office/drawing/2014/main" id="{A488E691-C1FA-8ED5-1D8C-88571FB30A9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5861" y="5428481"/>
            <a:ext cx="140465" cy="588382"/>
          </a:xfrm>
          <a:prstGeom prst="rect">
            <a:avLst/>
          </a:prstGeom>
        </p:spPr>
      </p:pic>
      <p:pic>
        <p:nvPicPr>
          <p:cNvPr id="96" name="図 95">
            <a:extLst>
              <a:ext uri="{FF2B5EF4-FFF2-40B4-BE49-F238E27FC236}">
                <a16:creationId xmlns:a16="http://schemas.microsoft.com/office/drawing/2014/main" id="{1DE93212-40D3-E3D9-B0E2-BEB35898D2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4818813" y="5428309"/>
            <a:ext cx="140465" cy="588382"/>
          </a:xfrm>
          <a:prstGeom prst="rect">
            <a:avLst/>
          </a:prstGeom>
        </p:spPr>
      </p:pic>
      <p:pic>
        <p:nvPicPr>
          <p:cNvPr id="97" name="図 96">
            <a:extLst>
              <a:ext uri="{FF2B5EF4-FFF2-40B4-BE49-F238E27FC236}">
                <a16:creationId xmlns:a16="http://schemas.microsoft.com/office/drawing/2014/main" id="{8690316A-13E5-9F56-190F-656C2C1B01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3882" y="5428310"/>
            <a:ext cx="140465" cy="588382"/>
          </a:xfrm>
          <a:prstGeom prst="rect">
            <a:avLst/>
          </a:prstGeom>
        </p:spPr>
      </p:pic>
      <p:pic>
        <p:nvPicPr>
          <p:cNvPr id="98" name="図 97">
            <a:extLst>
              <a:ext uri="{FF2B5EF4-FFF2-40B4-BE49-F238E27FC236}">
                <a16:creationId xmlns:a16="http://schemas.microsoft.com/office/drawing/2014/main" id="{88F39651-EF43-A113-EB07-28E475EA4BC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6306450" y="5421960"/>
            <a:ext cx="140465" cy="588382"/>
          </a:xfrm>
          <a:prstGeom prst="rect">
            <a:avLst/>
          </a:prstGeom>
        </p:spPr>
      </p:pic>
      <p:pic>
        <p:nvPicPr>
          <p:cNvPr id="100" name="図 99">
            <a:extLst>
              <a:ext uri="{FF2B5EF4-FFF2-40B4-BE49-F238E27FC236}">
                <a16:creationId xmlns:a16="http://schemas.microsoft.com/office/drawing/2014/main" id="{ED5DAF2C-6F3B-2A68-C36E-F8636DDDE0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9507" y="5441740"/>
            <a:ext cx="140465" cy="588382"/>
          </a:xfrm>
          <a:prstGeom prst="rect">
            <a:avLst/>
          </a:prstGeom>
        </p:spPr>
      </p:pic>
      <p:pic>
        <p:nvPicPr>
          <p:cNvPr id="101" name="図 100">
            <a:extLst>
              <a:ext uri="{FF2B5EF4-FFF2-40B4-BE49-F238E27FC236}">
                <a16:creationId xmlns:a16="http://schemas.microsoft.com/office/drawing/2014/main" id="{6169A107-1239-86DB-668D-3710F6810E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960727" y="5441713"/>
            <a:ext cx="140465" cy="588382"/>
          </a:xfrm>
          <a:prstGeom prst="rect">
            <a:avLst/>
          </a:prstGeom>
        </p:spPr>
      </p:pic>
      <p:cxnSp>
        <p:nvCxnSpPr>
          <p:cNvPr id="102" name="直線矢印コネクタ 101">
            <a:extLst>
              <a:ext uri="{FF2B5EF4-FFF2-40B4-BE49-F238E27FC236}">
                <a16:creationId xmlns:a16="http://schemas.microsoft.com/office/drawing/2014/main" id="{62BF72D1-9983-A989-1F12-D7A8B195A285}"/>
              </a:ext>
            </a:extLst>
          </p:cNvPr>
          <p:cNvCxnSpPr>
            <a:cxnSpLocks/>
          </p:cNvCxnSpPr>
          <p:nvPr/>
        </p:nvCxnSpPr>
        <p:spPr>
          <a:xfrm>
            <a:off x="4371984"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825F5054-FF15-ECD3-F003-182E3420BEEE}"/>
              </a:ext>
            </a:extLst>
          </p:cNvPr>
          <p:cNvCxnSpPr>
            <a:cxnSpLocks/>
          </p:cNvCxnSpPr>
          <p:nvPr/>
        </p:nvCxnSpPr>
        <p:spPr>
          <a:xfrm>
            <a:off x="7532447"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10B5C86E-7760-A4E5-BFDE-787222CE009B}"/>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F899B46E-9CE9-E817-30B2-A5603458BCF5}"/>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23DC9CB6-5C2C-37B4-96FF-7925FDF19154}"/>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399D1276-D1BD-B804-0751-4CA5BBA52DD9}"/>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9" name="直線矢印コネクタ 118">
            <a:extLst>
              <a:ext uri="{FF2B5EF4-FFF2-40B4-BE49-F238E27FC236}">
                <a16:creationId xmlns:a16="http://schemas.microsoft.com/office/drawing/2014/main" id="{492F9A1C-EE7E-5847-84FE-688A3874C925}"/>
              </a:ext>
            </a:extLst>
          </p:cNvPr>
          <p:cNvCxnSpPr>
            <a:cxnSpLocks/>
          </p:cNvCxnSpPr>
          <p:nvPr/>
        </p:nvCxnSpPr>
        <p:spPr>
          <a:xfrm>
            <a:off x="3422835"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タイトル 2">
            <a:extLst>
              <a:ext uri="{FF2B5EF4-FFF2-40B4-BE49-F238E27FC236}">
                <a16:creationId xmlns:a16="http://schemas.microsoft.com/office/drawing/2014/main" id="{C88AB204-68D3-17EF-6DAC-FD56260C4C18}"/>
              </a:ext>
            </a:extLst>
          </p:cNvPr>
          <p:cNvSpPr txBox="1">
            <a:spLocks/>
          </p:cNvSpPr>
          <p:nvPr/>
        </p:nvSpPr>
        <p:spPr>
          <a:xfrm>
            <a:off x="4030907"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1" name="直線コネクタ 120">
            <a:extLst>
              <a:ext uri="{FF2B5EF4-FFF2-40B4-BE49-F238E27FC236}">
                <a16:creationId xmlns:a16="http://schemas.microsoft.com/office/drawing/2014/main" id="{B227B785-D988-AE4D-C116-52C3863763D9}"/>
              </a:ext>
            </a:extLst>
          </p:cNvPr>
          <p:cNvCxnSpPr/>
          <p:nvPr/>
        </p:nvCxnSpPr>
        <p:spPr>
          <a:xfrm>
            <a:off x="3748941"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タイトル 2">
            <a:extLst>
              <a:ext uri="{FF2B5EF4-FFF2-40B4-BE49-F238E27FC236}">
                <a16:creationId xmlns:a16="http://schemas.microsoft.com/office/drawing/2014/main" id="{65FC08C6-5E7A-D70C-7C0B-614BE48DF49C}"/>
              </a:ext>
            </a:extLst>
          </p:cNvPr>
          <p:cNvSpPr txBox="1">
            <a:spLocks/>
          </p:cNvSpPr>
          <p:nvPr/>
        </p:nvSpPr>
        <p:spPr>
          <a:xfrm>
            <a:off x="3203406"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cxnSp>
        <p:nvCxnSpPr>
          <p:cNvPr id="123" name="直線コネクタ 122">
            <a:extLst>
              <a:ext uri="{FF2B5EF4-FFF2-40B4-BE49-F238E27FC236}">
                <a16:creationId xmlns:a16="http://schemas.microsoft.com/office/drawing/2014/main" id="{A77A7275-A7EF-788E-F3DC-F0319290C18B}"/>
              </a:ext>
            </a:extLst>
          </p:cNvPr>
          <p:cNvCxnSpPr/>
          <p:nvPr/>
        </p:nvCxnSpPr>
        <p:spPr>
          <a:xfrm>
            <a:off x="5498646"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タイトル 2">
            <a:extLst>
              <a:ext uri="{FF2B5EF4-FFF2-40B4-BE49-F238E27FC236}">
                <a16:creationId xmlns:a16="http://schemas.microsoft.com/office/drawing/2014/main" id="{FBEEA892-479D-2B23-2C5C-C2BC1246432A}"/>
              </a:ext>
            </a:extLst>
          </p:cNvPr>
          <p:cNvSpPr txBox="1">
            <a:spLocks/>
          </p:cNvSpPr>
          <p:nvPr/>
        </p:nvSpPr>
        <p:spPr>
          <a:xfrm>
            <a:off x="4910654"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30518B06-4A04-FE89-30C6-EEB114629195}"/>
              </a:ext>
            </a:extLst>
          </p:cNvPr>
          <p:cNvCxnSpPr>
            <a:cxnSpLocks/>
          </p:cNvCxnSpPr>
          <p:nvPr/>
        </p:nvCxnSpPr>
        <p:spPr>
          <a:xfrm>
            <a:off x="6530909" y="6497588"/>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C188EADF-5C37-F527-73BA-CF85DFBD68E5}"/>
              </a:ext>
            </a:extLst>
          </p:cNvPr>
          <p:cNvSpPr txBox="1">
            <a:spLocks/>
          </p:cNvSpPr>
          <p:nvPr/>
        </p:nvSpPr>
        <p:spPr>
          <a:xfrm>
            <a:off x="7138981" y="6497588"/>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9814123C-30C0-B07C-F2EB-A251F60F4194}"/>
              </a:ext>
            </a:extLst>
          </p:cNvPr>
          <p:cNvCxnSpPr/>
          <p:nvPr/>
        </p:nvCxnSpPr>
        <p:spPr>
          <a:xfrm>
            <a:off x="6857015"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28F3E6F3-7A42-0AD0-4116-F922A69B0F9B}"/>
              </a:ext>
            </a:extLst>
          </p:cNvPr>
          <p:cNvSpPr txBox="1">
            <a:spLocks/>
          </p:cNvSpPr>
          <p:nvPr/>
        </p:nvSpPr>
        <p:spPr>
          <a:xfrm>
            <a:off x="6311480" y="6033835"/>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145D0409-F665-7889-71B4-0D03E4DFBF02}"/>
              </a:ext>
            </a:extLst>
          </p:cNvPr>
          <p:cNvCxnSpPr/>
          <p:nvPr/>
        </p:nvCxnSpPr>
        <p:spPr>
          <a:xfrm>
            <a:off x="8606720"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0CF0BBFD-40F6-B9E9-0F45-9C79F344FBE7}"/>
              </a:ext>
            </a:extLst>
          </p:cNvPr>
          <p:cNvSpPr txBox="1">
            <a:spLocks/>
          </p:cNvSpPr>
          <p:nvPr/>
        </p:nvSpPr>
        <p:spPr>
          <a:xfrm>
            <a:off x="8018728" y="6009450"/>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C2F3EE0A-F868-5FCC-E004-BDEA5231F986}"/>
              </a:ext>
            </a:extLst>
          </p:cNvPr>
          <p:cNvSpPr/>
          <p:nvPr/>
        </p:nvSpPr>
        <p:spPr>
          <a:xfrm>
            <a:off x="2308132" y="877367"/>
            <a:ext cx="553094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013655E7-2011-1A7A-DC36-876600EB27E2}"/>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9B14F459-5728-6C90-BED0-141F9EEE4AB4}"/>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DC0A53D8-71D2-1FFE-88A3-EA9ECEA53DC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951CFADB-3122-D6E5-3B9D-F3D2B8451F52}"/>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92BAA26E-5A27-96A1-0171-2EAC5645517F}"/>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37B3834E-10B4-9B95-0489-69AB2FF8B055}"/>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dirty="0" err="1"/>
                  <a:t>LoRA</a:t>
                </a:r>
                <a:r>
                  <a:rPr lang="en-US" altLang="ja-JP" sz="1300" dirty="0"/>
                  <a:t>(</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dirty="0"/>
                  <a:t>)</a:t>
                </a:r>
              </a:p>
              <a:p>
                <a:pPr algn="ctr"/>
                <a:r>
                  <a:rPr lang="en-US" altLang="ja-JP" sz="900" dirty="0"/>
                  <a:t>r=8,</a:t>
                </a:r>
              </a:p>
              <a:p>
                <a:pPr algn="ctr"/>
                <a:r>
                  <a:rPr lang="en-US" altLang="ja-JP" sz="900" dirty="0" err="1"/>
                  <a:t>target_modules</a:t>
                </a:r>
                <a:r>
                  <a:rPr lang="en-US" altLang="ja-JP" sz="900" dirty="0"/>
                  <a:t>=[</a:t>
                </a:r>
                <a:r>
                  <a:rPr lang="pl-PL" altLang="ja-JP" sz="900" dirty="0"/>
                  <a:t>q_proj,</a:t>
                </a:r>
                <a:r>
                  <a:rPr lang="en-US" altLang="ja-JP" sz="900" dirty="0"/>
                  <a:t> </a:t>
                </a:r>
                <a:r>
                  <a:rPr lang="pl-PL" altLang="ja-JP" sz="900" dirty="0"/>
                  <a:t>v_proj</a:t>
                </a:r>
                <a:r>
                  <a:rPr lang="en-US" altLang="ja-JP" sz="900" dirty="0"/>
                  <a:t>]</a:t>
                </a:r>
                <a:r>
                  <a:rPr lang="pl-PL" altLang="ja-JP" sz="900" dirty="0"/>
                  <a:t> </a:t>
                </a:r>
                <a:endParaRPr lang="en-US" altLang="ja-JP" sz="900" dirty="0"/>
              </a:p>
            </p:txBody>
          </p:sp>
        </mc:Choice>
        <mc:Fallback xmlns="">
          <p:sp>
            <p:nvSpPr>
              <p:cNvPr id="152" name="タイトル 2">
                <a:extLst>
                  <a:ext uri="{FF2B5EF4-FFF2-40B4-BE49-F238E27FC236}">
                    <a16:creationId xmlns:a16="http://schemas.microsoft.com/office/drawing/2014/main" id="{7925BE0A-9D95-D0F1-93F2-51A13FB86957}"/>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5D133FC5-5AC0-0985-E689-3EE9B4D8B0B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108FB347-7184-7E01-5FF5-20F9198CED3C}"/>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7" name="タイトル 2">
            <a:extLst>
              <a:ext uri="{FF2B5EF4-FFF2-40B4-BE49-F238E27FC236}">
                <a16:creationId xmlns:a16="http://schemas.microsoft.com/office/drawing/2014/main" id="{8A1035A8-C1F0-280C-83FA-FC483ACB25E8}"/>
              </a:ext>
            </a:extLst>
          </p:cNvPr>
          <p:cNvSpPr txBox="1">
            <a:spLocks/>
          </p:cNvSpPr>
          <p:nvPr/>
        </p:nvSpPr>
        <p:spPr>
          <a:xfrm>
            <a:off x="6306096" y="2161920"/>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600"/>
              <a:t>Qwen-VL-7B</a:t>
            </a:r>
            <a:endParaRPr lang="ja-JP" altLang="en-US" sz="1600"/>
          </a:p>
        </p:txBody>
      </p:sp>
      <p:sp>
        <p:nvSpPr>
          <p:cNvPr id="158" name="四角形: 角を丸くする 157">
            <a:extLst>
              <a:ext uri="{FF2B5EF4-FFF2-40B4-BE49-F238E27FC236}">
                <a16:creationId xmlns:a16="http://schemas.microsoft.com/office/drawing/2014/main" id="{02DEE380-510F-B37A-1655-CC870F59A4E7}"/>
              </a:ext>
            </a:extLst>
          </p:cNvPr>
          <p:cNvSpPr/>
          <p:nvPr/>
        </p:nvSpPr>
        <p:spPr>
          <a:xfrm>
            <a:off x="3148857" y="3900296"/>
            <a:ext cx="2769690" cy="1328971"/>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台形 158">
            <a:extLst>
              <a:ext uri="{FF2B5EF4-FFF2-40B4-BE49-F238E27FC236}">
                <a16:creationId xmlns:a16="http://schemas.microsoft.com/office/drawing/2014/main" id="{7B2011DC-7CB9-65A4-2B56-1D845022FE4C}"/>
              </a:ext>
            </a:extLst>
          </p:cNvPr>
          <p:cNvSpPr/>
          <p:nvPr/>
        </p:nvSpPr>
        <p:spPr>
          <a:xfrm rot="10800000">
            <a:off x="4356134" y="4098609"/>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0" name="図 159">
            <a:extLst>
              <a:ext uri="{FF2B5EF4-FFF2-40B4-BE49-F238E27FC236}">
                <a16:creationId xmlns:a16="http://schemas.microsoft.com/office/drawing/2014/main" id="{8197DE82-0496-5523-B310-568174FB7D32}"/>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349333" y="4019542"/>
            <a:ext cx="561592" cy="564162"/>
          </a:xfrm>
          <a:prstGeom prst="rect">
            <a:avLst/>
          </a:prstGeom>
        </p:spPr>
      </p:pic>
      <p:sp>
        <p:nvSpPr>
          <p:cNvPr id="161" name="タイトル 2">
            <a:extLst>
              <a:ext uri="{FF2B5EF4-FFF2-40B4-BE49-F238E27FC236}">
                <a16:creationId xmlns:a16="http://schemas.microsoft.com/office/drawing/2014/main" id="{70105140-5689-AB06-7AB9-68833D9A3650}"/>
              </a:ext>
            </a:extLst>
          </p:cNvPr>
          <p:cNvSpPr txBox="1">
            <a:spLocks/>
          </p:cNvSpPr>
          <p:nvPr/>
        </p:nvSpPr>
        <p:spPr>
          <a:xfrm>
            <a:off x="3079615" y="4652670"/>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62" name="台形 161">
            <a:extLst>
              <a:ext uri="{FF2B5EF4-FFF2-40B4-BE49-F238E27FC236}">
                <a16:creationId xmlns:a16="http://schemas.microsoft.com/office/drawing/2014/main" id="{6FB5E725-50D8-57E1-E28E-CE42969AA418}"/>
              </a:ext>
            </a:extLst>
          </p:cNvPr>
          <p:cNvSpPr/>
          <p:nvPr/>
        </p:nvSpPr>
        <p:spPr>
          <a:xfrm>
            <a:off x="4356134" y="4373448"/>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63" name="タイトル 2">
                <a:extLst>
                  <a:ext uri="{FF2B5EF4-FFF2-40B4-BE49-F238E27FC236}">
                    <a16:creationId xmlns:a16="http://schemas.microsoft.com/office/drawing/2014/main" id="{914CBC86-E383-242E-7E4C-7F4C4FB3A55D}"/>
                  </a:ext>
                </a:extLst>
              </p:cNvPr>
              <p:cNvSpPr txBox="1">
                <a:spLocks/>
              </p:cNvSpPr>
              <p:nvPr/>
            </p:nvSpPr>
            <p:spPr>
              <a:xfrm>
                <a:off x="4028736" y="4598093"/>
                <a:ext cx="1003033"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63" name="タイトル 2">
                <a:extLst>
                  <a:ext uri="{FF2B5EF4-FFF2-40B4-BE49-F238E27FC236}">
                    <a16:creationId xmlns:a16="http://schemas.microsoft.com/office/drawing/2014/main" id="{EB59189F-4D5F-E4B1-9618-01AD9311243B}"/>
                  </a:ext>
                </a:extLst>
              </p:cNvPr>
              <p:cNvSpPr txBox="1">
                <a:spLocks noRot="1" noChangeAspect="1" noMove="1" noResize="1" noEditPoints="1" noAdjustHandles="1" noChangeArrowheads="1" noChangeShapeType="1" noTextEdit="1"/>
              </p:cNvSpPr>
              <p:nvPr/>
            </p:nvSpPr>
            <p:spPr>
              <a:xfrm>
                <a:off x="4028736" y="4598093"/>
                <a:ext cx="1003033" cy="654671"/>
              </a:xfrm>
              <a:prstGeom prst="rect">
                <a:avLst/>
              </a:prstGeom>
              <a:blipFill>
                <a:blip r:embed="rId21"/>
                <a:stretch>
                  <a:fillRect/>
                </a:stretch>
              </a:blipFill>
            </p:spPr>
            <p:txBody>
              <a:bodyPr/>
              <a:lstStyle/>
              <a:p>
                <a:r>
                  <a:rPr lang="en-US">
                    <a:noFill/>
                  </a:rPr>
                  <a:t> </a:t>
                </a:r>
              </a:p>
            </p:txBody>
          </p:sp>
        </mc:Fallback>
      </mc:AlternateContent>
      <p:pic>
        <p:nvPicPr>
          <p:cNvPr id="164" name="グラフィックス 163" descr="車 単色塗りつぶし">
            <a:extLst>
              <a:ext uri="{FF2B5EF4-FFF2-40B4-BE49-F238E27FC236}">
                <a16:creationId xmlns:a16="http://schemas.microsoft.com/office/drawing/2014/main" id="{57DF8AD7-8FD4-792C-7E2E-CB1C4B405C7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24681" y="4109883"/>
            <a:ext cx="914400" cy="914400"/>
          </a:xfrm>
          <a:prstGeom prst="rect">
            <a:avLst/>
          </a:prstGeom>
        </p:spPr>
      </p:pic>
      <p:cxnSp>
        <p:nvCxnSpPr>
          <p:cNvPr id="165" name="直線コネクタ 164">
            <a:extLst>
              <a:ext uri="{FF2B5EF4-FFF2-40B4-BE49-F238E27FC236}">
                <a16:creationId xmlns:a16="http://schemas.microsoft.com/office/drawing/2014/main" id="{26301074-2182-5FEA-0CCE-A5F9DC155FCF}"/>
              </a:ext>
            </a:extLst>
          </p:cNvPr>
          <p:cNvCxnSpPr>
            <a:cxnSpLocks/>
          </p:cNvCxnSpPr>
          <p:nvPr/>
        </p:nvCxnSpPr>
        <p:spPr>
          <a:xfrm>
            <a:off x="4976170" y="4024106"/>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2F61AB2F-ABFD-72EC-75B9-0C7C54D4C333}"/>
              </a:ext>
            </a:extLst>
          </p:cNvPr>
          <p:cNvSpPr/>
          <p:nvPr/>
        </p:nvSpPr>
        <p:spPr>
          <a:xfrm>
            <a:off x="6297999" y="3903101"/>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3719D718-70A9-64AC-C492-48CDA960C227}"/>
              </a:ext>
            </a:extLst>
          </p:cNvPr>
          <p:cNvSpPr/>
          <p:nvPr/>
        </p:nvSpPr>
        <p:spPr>
          <a:xfrm rot="10800000">
            <a:off x="7505276" y="4101414"/>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6DC63EC3-DBC6-3919-B618-88A430CD9292}"/>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6498475" y="4022347"/>
            <a:ext cx="561592" cy="564162"/>
          </a:xfrm>
          <a:prstGeom prst="rect">
            <a:avLst/>
          </a:prstGeom>
        </p:spPr>
      </p:pic>
      <p:sp>
        <p:nvSpPr>
          <p:cNvPr id="169" name="タイトル 2">
            <a:extLst>
              <a:ext uri="{FF2B5EF4-FFF2-40B4-BE49-F238E27FC236}">
                <a16:creationId xmlns:a16="http://schemas.microsoft.com/office/drawing/2014/main" id="{149D9387-9E69-945B-B60D-6C5581695462}"/>
              </a:ext>
            </a:extLst>
          </p:cNvPr>
          <p:cNvSpPr txBox="1">
            <a:spLocks/>
          </p:cNvSpPr>
          <p:nvPr/>
        </p:nvSpPr>
        <p:spPr>
          <a:xfrm>
            <a:off x="6228757" y="465547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DFF39BEF-5D17-6D33-F6BA-6B6E51F2B673}"/>
              </a:ext>
            </a:extLst>
          </p:cNvPr>
          <p:cNvSpPr/>
          <p:nvPr/>
        </p:nvSpPr>
        <p:spPr>
          <a:xfrm>
            <a:off x="7505276" y="4376253"/>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F184F018-676A-70E4-E539-C632A1387EB8}"/>
                  </a:ext>
                </a:extLst>
              </p:cNvPr>
              <p:cNvSpPr txBox="1">
                <a:spLocks/>
              </p:cNvSpPr>
              <p:nvPr/>
            </p:nvSpPr>
            <p:spPr>
              <a:xfrm>
                <a:off x="7191022" y="4600898"/>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3</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CA77E1E9-5BCE-9338-72E1-4D19B65654E3}"/>
                  </a:ext>
                </a:extLst>
              </p:cNvPr>
              <p:cNvSpPr txBox="1">
                <a:spLocks noRot="1" noChangeAspect="1" noMove="1" noResize="1" noEditPoints="1" noAdjustHandles="1" noChangeArrowheads="1" noChangeShapeType="1" noTextEdit="1"/>
              </p:cNvSpPr>
              <p:nvPr/>
            </p:nvSpPr>
            <p:spPr>
              <a:xfrm>
                <a:off x="7191022" y="4600898"/>
                <a:ext cx="989890" cy="654671"/>
              </a:xfrm>
              <a:prstGeom prst="rect">
                <a:avLst/>
              </a:prstGeom>
              <a:blipFill>
                <a:blip r:embed="rId23"/>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06C4ECBC-078D-BBB5-6FFF-02F4F2E7E13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173823" y="4112688"/>
            <a:ext cx="914400" cy="914400"/>
          </a:xfrm>
          <a:prstGeom prst="rect">
            <a:avLst/>
          </a:prstGeom>
        </p:spPr>
      </p:pic>
      <p:cxnSp>
        <p:nvCxnSpPr>
          <p:cNvPr id="173" name="直線コネクタ 172">
            <a:extLst>
              <a:ext uri="{FF2B5EF4-FFF2-40B4-BE49-F238E27FC236}">
                <a16:creationId xmlns:a16="http://schemas.microsoft.com/office/drawing/2014/main" id="{9A01FCD0-7DD6-867E-A6EB-1FDF53AB6DEB}"/>
              </a:ext>
            </a:extLst>
          </p:cNvPr>
          <p:cNvCxnSpPr>
            <a:cxnSpLocks/>
          </p:cNvCxnSpPr>
          <p:nvPr/>
        </p:nvCxnSpPr>
        <p:spPr>
          <a:xfrm>
            <a:off x="8125312" y="4026911"/>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矢印コネクタ 180">
            <a:extLst>
              <a:ext uri="{FF2B5EF4-FFF2-40B4-BE49-F238E27FC236}">
                <a16:creationId xmlns:a16="http://schemas.microsoft.com/office/drawing/2014/main" id="{70326DE7-E45A-20AB-D83D-7779F830B341}"/>
              </a:ext>
            </a:extLst>
          </p:cNvPr>
          <p:cNvCxnSpPr>
            <a:cxnSpLocks/>
          </p:cNvCxnSpPr>
          <p:nvPr/>
        </p:nvCxnSpPr>
        <p:spPr>
          <a:xfrm>
            <a:off x="4516584" y="2929079"/>
            <a:ext cx="0" cy="84940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8698D37E-9CB6-88D2-955B-E23BACC8AC72}"/>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線矢印コネクタ 182">
            <a:extLst>
              <a:ext uri="{FF2B5EF4-FFF2-40B4-BE49-F238E27FC236}">
                <a16:creationId xmlns:a16="http://schemas.microsoft.com/office/drawing/2014/main" id="{B05D36C8-BC6D-1F12-084B-E654E451DB49}"/>
              </a:ext>
            </a:extLst>
          </p:cNvPr>
          <p:cNvCxnSpPr>
            <a:cxnSpLocks/>
          </p:cNvCxnSpPr>
          <p:nvPr/>
        </p:nvCxnSpPr>
        <p:spPr>
          <a:xfrm rot="16200000" flipV="1">
            <a:off x="6903086" y="2951696"/>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66771FA4-496F-7D0E-B040-809C2C0793A2}"/>
              </a:ext>
            </a:extLst>
          </p:cNvPr>
          <p:cNvCxnSpPr>
            <a:cxnSpLocks/>
          </p:cNvCxnSpPr>
          <p:nvPr/>
        </p:nvCxnSpPr>
        <p:spPr>
          <a:xfrm rot="5400000" flipV="1">
            <a:off x="7037693" y="2866321"/>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7" name="台形 186">
            <a:extLst>
              <a:ext uri="{FF2B5EF4-FFF2-40B4-BE49-F238E27FC236}">
                <a16:creationId xmlns:a16="http://schemas.microsoft.com/office/drawing/2014/main" id="{2F8EEAAB-1545-618D-AE05-F320BB534EDC}"/>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8" name="台形 187">
            <a:extLst>
              <a:ext uri="{FF2B5EF4-FFF2-40B4-BE49-F238E27FC236}">
                <a16:creationId xmlns:a16="http://schemas.microsoft.com/office/drawing/2014/main" id="{0DE31173-B8AD-2D02-3781-5F7260937E97}"/>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9" name="台形 188">
            <a:extLst>
              <a:ext uri="{FF2B5EF4-FFF2-40B4-BE49-F238E27FC236}">
                <a16:creationId xmlns:a16="http://schemas.microsoft.com/office/drawing/2014/main" id="{184575D5-50EF-9222-CB54-C49D26F821F0}"/>
              </a:ext>
            </a:extLst>
          </p:cNvPr>
          <p:cNvSpPr/>
          <p:nvPr/>
        </p:nvSpPr>
        <p:spPr>
          <a:xfrm rot="10800000">
            <a:off x="2535638" y="1666372"/>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0" name="台形 189">
            <a:extLst>
              <a:ext uri="{FF2B5EF4-FFF2-40B4-BE49-F238E27FC236}">
                <a16:creationId xmlns:a16="http://schemas.microsoft.com/office/drawing/2014/main" id="{5E013416-7ABC-530B-9692-86CF3F42B073}"/>
              </a:ext>
            </a:extLst>
          </p:cNvPr>
          <p:cNvSpPr/>
          <p:nvPr/>
        </p:nvSpPr>
        <p:spPr>
          <a:xfrm>
            <a:off x="2535638" y="1941211"/>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1" name="台形 190">
            <a:extLst>
              <a:ext uri="{FF2B5EF4-FFF2-40B4-BE49-F238E27FC236}">
                <a16:creationId xmlns:a16="http://schemas.microsoft.com/office/drawing/2014/main" id="{CF593C68-E55D-4EAB-5F19-5363FAC5311B}"/>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2" name="台形 191">
            <a:extLst>
              <a:ext uri="{FF2B5EF4-FFF2-40B4-BE49-F238E27FC236}">
                <a16:creationId xmlns:a16="http://schemas.microsoft.com/office/drawing/2014/main" id="{63896E2F-1EE8-1A50-BFBA-BBDFBB9943C8}"/>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98" name="テキスト ボックス 197">
                <a:extLst>
                  <a:ext uri="{FF2B5EF4-FFF2-40B4-BE49-F238E27FC236}">
                    <a16:creationId xmlns:a16="http://schemas.microsoft.com/office/drawing/2014/main" id="{42E71009-9AC4-7152-63EA-1ADE3527E2AD}"/>
                  </a:ext>
                </a:extLst>
              </p:cNvPr>
              <p:cNvSpPr txBox="1"/>
              <p:nvPr/>
            </p:nvSpPr>
            <p:spPr>
              <a:xfrm>
                <a:off x="2170063" y="339052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1</m:t>
                          </m:r>
                        </m:sub>
                      </m:sSub>
                    </m:oMath>
                  </m:oMathPara>
                </a14:m>
                <a:endParaRPr lang="ja-JP" altLang="en-US"/>
              </a:p>
            </p:txBody>
          </p:sp>
        </mc:Choice>
        <mc:Fallback xmlns="">
          <p:sp>
            <p:nvSpPr>
              <p:cNvPr id="198" name="テキスト ボックス 197">
                <a:extLst>
                  <a:ext uri="{FF2B5EF4-FFF2-40B4-BE49-F238E27FC236}">
                    <a16:creationId xmlns:a16="http://schemas.microsoft.com/office/drawing/2014/main" id="{CC238DAF-910B-117D-FF22-6BD90F96A83B}"/>
                  </a:ext>
                </a:extLst>
              </p:cNvPr>
              <p:cNvSpPr txBox="1">
                <a:spLocks noRot="1" noChangeAspect="1" noMove="1" noResize="1" noEditPoints="1" noAdjustHandles="1" noChangeArrowheads="1" noChangeShapeType="1" noTextEdit="1"/>
              </p:cNvSpPr>
              <p:nvPr/>
            </p:nvSpPr>
            <p:spPr>
              <a:xfrm>
                <a:off x="2170063" y="3390528"/>
                <a:ext cx="838729"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E6011F1E-F65D-FED9-8074-24A051E3648B}"/>
                  </a:ext>
                </a:extLst>
              </p:cNvPr>
              <p:cNvSpPr txBox="1"/>
              <p:nvPr/>
            </p:nvSpPr>
            <p:spPr>
              <a:xfrm>
                <a:off x="4605316" y="332094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2</m:t>
                          </m:r>
                        </m:sub>
                      </m:sSub>
                    </m:oMath>
                  </m:oMathPara>
                </a14:m>
                <a:endParaRPr lang="ja-JP" altLang="en-US"/>
              </a:p>
            </p:txBody>
          </p:sp>
        </mc:Choice>
        <mc:Fallback xmlns="">
          <p:sp>
            <p:nvSpPr>
              <p:cNvPr id="199" name="テキスト ボックス 198">
                <a:extLst>
                  <a:ext uri="{FF2B5EF4-FFF2-40B4-BE49-F238E27FC236}">
                    <a16:creationId xmlns:a16="http://schemas.microsoft.com/office/drawing/2014/main" id="{650CCF3D-0B3F-F36C-BE07-47B9D30922A2}"/>
                  </a:ext>
                </a:extLst>
              </p:cNvPr>
              <p:cNvSpPr txBox="1">
                <a:spLocks noRot="1" noChangeAspect="1" noMove="1" noResize="1" noEditPoints="1" noAdjustHandles="1" noChangeArrowheads="1" noChangeShapeType="1" noTextEdit="1"/>
              </p:cNvSpPr>
              <p:nvPr/>
            </p:nvSpPr>
            <p:spPr>
              <a:xfrm>
                <a:off x="4605316" y="3320948"/>
                <a:ext cx="838729"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8FA1E8C7-95F9-0D32-8CF2-BCC5B32124EC}"/>
                  </a:ext>
                </a:extLst>
              </p:cNvPr>
              <p:cNvSpPr txBox="1"/>
              <p:nvPr/>
            </p:nvSpPr>
            <p:spPr>
              <a:xfrm>
                <a:off x="6473443" y="3317191"/>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3</m:t>
                          </m:r>
                        </m:sub>
                      </m:sSub>
                    </m:oMath>
                  </m:oMathPara>
                </a14:m>
                <a:endParaRPr lang="ja-JP" altLang="en-US"/>
              </a:p>
            </p:txBody>
          </p:sp>
        </mc:Choice>
        <mc:Fallback xmlns="">
          <p:sp>
            <p:nvSpPr>
              <p:cNvPr id="200" name="テキスト ボックス 199">
                <a:extLst>
                  <a:ext uri="{FF2B5EF4-FFF2-40B4-BE49-F238E27FC236}">
                    <a16:creationId xmlns:a16="http://schemas.microsoft.com/office/drawing/2014/main" id="{604B7529-6D50-8CDC-F4EF-49D60E1351FA}"/>
                  </a:ext>
                </a:extLst>
              </p:cNvPr>
              <p:cNvSpPr txBox="1">
                <a:spLocks noRot="1" noChangeAspect="1" noMove="1" noResize="1" noEditPoints="1" noAdjustHandles="1" noChangeArrowheads="1" noChangeShapeType="1" noTextEdit="1"/>
              </p:cNvSpPr>
              <p:nvPr/>
            </p:nvSpPr>
            <p:spPr>
              <a:xfrm>
                <a:off x="6473443" y="3317191"/>
                <a:ext cx="838729"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吹き出し: 角を丸めた四角形 203">
                <a:extLst>
                  <a:ext uri="{FF2B5EF4-FFF2-40B4-BE49-F238E27FC236}">
                    <a16:creationId xmlns:a16="http://schemas.microsoft.com/office/drawing/2014/main" id="{0BF93454-8025-3E47-D549-B2394948A615}"/>
                  </a:ext>
                </a:extLst>
              </p:cNvPr>
              <p:cNvSpPr/>
              <p:nvPr/>
            </p:nvSpPr>
            <p:spPr>
              <a:xfrm>
                <a:off x="43287" y="2281747"/>
                <a:ext cx="2123120" cy="961044"/>
              </a:xfrm>
              <a:prstGeom prst="wedgeRoundRectCallout">
                <a:avLst>
                  <a:gd name="adj1" fmla="val 163005"/>
                  <a:gd name="adj2" fmla="val -75372"/>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i="1">
                          <a:solidFill>
                            <a:schemeClr val="tx1"/>
                          </a:solidFill>
                          <a:latin typeface="Cambria Math" panose="02040503050406030204" pitchFamily="18" charset="0"/>
                        </a:rPr>
                        <m:t>𝐿</m:t>
                      </m:r>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oMath>
                  </m:oMathPara>
                </a14:m>
                <a:endParaRPr lang="ja-JP" altLang="en-US">
                  <a:solidFill>
                    <a:schemeClr val="tx1"/>
                  </a:solidFill>
                </a:endParaRPr>
              </a:p>
            </p:txBody>
          </p:sp>
        </mc:Choice>
        <mc:Fallback xmlns="">
          <p:sp>
            <p:nvSpPr>
              <p:cNvPr id="204" name="吹き出し: 角を丸めた四角形 203">
                <a:extLst>
                  <a:ext uri="{FF2B5EF4-FFF2-40B4-BE49-F238E27FC236}">
                    <a16:creationId xmlns:a16="http://schemas.microsoft.com/office/drawing/2014/main" id="{3C841163-B7BE-BA12-005A-370240FDCAA4}"/>
                  </a:ext>
                </a:extLst>
              </p:cNvPr>
              <p:cNvSpPr>
                <a:spLocks noRot="1" noChangeAspect="1" noMove="1" noResize="1" noEditPoints="1" noAdjustHandles="1" noChangeArrowheads="1" noChangeShapeType="1" noTextEdit="1"/>
              </p:cNvSpPr>
              <p:nvPr/>
            </p:nvSpPr>
            <p:spPr>
              <a:xfrm>
                <a:off x="43287" y="2281747"/>
                <a:ext cx="2123120" cy="961044"/>
              </a:xfrm>
              <a:prstGeom prst="wedgeRoundRectCallout">
                <a:avLst>
                  <a:gd name="adj1" fmla="val 163005"/>
                  <a:gd name="adj2" fmla="val -75372"/>
                  <a:gd name="adj3" fmla="val 16667"/>
                </a:avLst>
              </a:prstGeom>
              <a:blipFill>
                <a:blip r:embed="rId27"/>
                <a:stretch>
                  <a:fillRect l="-524" b="-966"/>
                </a:stretch>
              </a:blipFill>
              <a:ln w="28575">
                <a:solidFill>
                  <a:srgbClr val="C00000"/>
                </a:solidFill>
              </a:ln>
            </p:spPr>
            <p:txBody>
              <a:bodyPr/>
              <a:lstStyle/>
              <a:p>
                <a:r>
                  <a:rPr lang="en-US">
                    <a:noFill/>
                  </a:rPr>
                  <a:t> </a:t>
                </a:r>
              </a:p>
            </p:txBody>
          </p:sp>
        </mc:Fallback>
      </mc:AlternateContent>
      <p:sp>
        <p:nvSpPr>
          <p:cNvPr id="205" name="矢印: 右 204">
            <a:extLst>
              <a:ext uri="{FF2B5EF4-FFF2-40B4-BE49-F238E27FC236}">
                <a16:creationId xmlns:a16="http://schemas.microsoft.com/office/drawing/2014/main" id="{E0D549D6-5C60-3662-A749-DC6BE68A2D49}"/>
              </a:ext>
            </a:extLst>
          </p:cNvPr>
          <p:cNvSpPr/>
          <p:nvPr/>
        </p:nvSpPr>
        <p:spPr>
          <a:xfrm>
            <a:off x="5795861" y="1700503"/>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F293B918-66DF-786A-7D4C-3901A2266746}"/>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EBB1FF12-9730-E013-B1C9-E68541DC8DA1}"/>
              </a:ext>
            </a:extLst>
          </p:cNvPr>
          <p:cNvSpPr/>
          <p:nvPr/>
        </p:nvSpPr>
        <p:spPr>
          <a:xfrm>
            <a:off x="3070090" y="1752649"/>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8E0E6B92-0F78-CE05-966D-4695CA14B561}"/>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台形 10">
            <a:extLst>
              <a:ext uri="{FF2B5EF4-FFF2-40B4-BE49-F238E27FC236}">
                <a16:creationId xmlns:a16="http://schemas.microsoft.com/office/drawing/2014/main" id="{8710FC77-22B2-E19B-64DE-C346C49DABFA}"/>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2" name="台形 11">
            <a:extLst>
              <a:ext uri="{FF2B5EF4-FFF2-40B4-BE49-F238E27FC236}">
                <a16:creationId xmlns:a16="http://schemas.microsoft.com/office/drawing/2014/main" id="{C58CEA9D-4958-EEF6-B534-3C4B436D787E}"/>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3" name="矢印: 右 12">
            <a:extLst>
              <a:ext uri="{FF2B5EF4-FFF2-40B4-BE49-F238E27FC236}">
                <a16:creationId xmlns:a16="http://schemas.microsoft.com/office/drawing/2014/main" id="{E65FEFCA-0F31-8B6F-E9CC-803412B05296}"/>
              </a:ext>
            </a:extLst>
          </p:cNvPr>
          <p:cNvSpPr/>
          <p:nvPr/>
        </p:nvSpPr>
        <p:spPr>
          <a:xfrm>
            <a:off x="4366063" y="1683332"/>
            <a:ext cx="405953" cy="298438"/>
          </a:xfrm>
          <a:prstGeom prst="rightArrow">
            <a:avLst/>
          </a:prstGeom>
          <a:solidFill>
            <a:srgbClr val="C000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台形 13">
            <a:extLst>
              <a:ext uri="{FF2B5EF4-FFF2-40B4-BE49-F238E27FC236}">
                <a16:creationId xmlns:a16="http://schemas.microsoft.com/office/drawing/2014/main" id="{738F0DFF-DD97-7FE6-9F5C-E699BCAE85D8}"/>
              </a:ext>
            </a:extLst>
          </p:cNvPr>
          <p:cNvSpPr/>
          <p:nvPr/>
        </p:nvSpPr>
        <p:spPr>
          <a:xfrm rot="10800000">
            <a:off x="4765212" y="1425050"/>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7" name="台形 16">
            <a:extLst>
              <a:ext uri="{FF2B5EF4-FFF2-40B4-BE49-F238E27FC236}">
                <a16:creationId xmlns:a16="http://schemas.microsoft.com/office/drawing/2014/main" id="{8777A8ED-9C2F-CC1F-9F30-620534E576D9}"/>
              </a:ext>
            </a:extLst>
          </p:cNvPr>
          <p:cNvSpPr/>
          <p:nvPr/>
        </p:nvSpPr>
        <p:spPr>
          <a:xfrm>
            <a:off x="4784262" y="1813377"/>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吹き出し: 角を丸めた四角形 17">
            <a:extLst>
              <a:ext uri="{FF2B5EF4-FFF2-40B4-BE49-F238E27FC236}">
                <a16:creationId xmlns:a16="http://schemas.microsoft.com/office/drawing/2014/main" id="{26FB7906-2848-D859-4DB8-29A0CFC8628E}"/>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20" name="タイトル 2">
            <a:extLst>
              <a:ext uri="{FF2B5EF4-FFF2-40B4-BE49-F238E27FC236}">
                <a16:creationId xmlns:a16="http://schemas.microsoft.com/office/drawing/2014/main" id="{A2E97510-E4B6-C528-F38A-E37F5DFB8827}"/>
              </a:ext>
            </a:extLst>
          </p:cNvPr>
          <p:cNvSpPr txBox="1">
            <a:spLocks/>
          </p:cNvSpPr>
          <p:nvPr/>
        </p:nvSpPr>
        <p:spPr>
          <a:xfrm>
            <a:off x="6274338" y="895656"/>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600"/>
              <a:t>基盤モデル</a:t>
            </a:r>
          </a:p>
        </p:txBody>
      </p:sp>
      <p:sp>
        <p:nvSpPr>
          <p:cNvPr id="21" name="吹き出し: 角を丸めた四角形 20">
            <a:extLst>
              <a:ext uri="{FF2B5EF4-FFF2-40B4-BE49-F238E27FC236}">
                <a16:creationId xmlns:a16="http://schemas.microsoft.com/office/drawing/2014/main" id="{FC00856D-859C-B33F-328A-9F216173760F}"/>
              </a:ext>
            </a:extLst>
          </p:cNvPr>
          <p:cNvSpPr/>
          <p:nvPr/>
        </p:nvSpPr>
        <p:spPr>
          <a:xfrm>
            <a:off x="4520736" y="2211352"/>
            <a:ext cx="1536261"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基盤モデル用</a:t>
            </a:r>
            <a:r>
              <a:rPr lang="en-US" altLang="ja-JP" err="1">
                <a:solidFill>
                  <a:schemeClr val="tx1"/>
                </a:solidFill>
              </a:rPr>
              <a:t>LoRA</a:t>
            </a:r>
            <a:r>
              <a:rPr lang="ja-JP" altLang="en-US">
                <a:solidFill>
                  <a:schemeClr val="tx1"/>
                </a:solidFill>
              </a:rPr>
              <a:t>の作成</a:t>
            </a:r>
            <a:endParaRPr lang="en-US" altLang="ja-JP">
              <a:solidFill>
                <a:schemeClr val="tx1"/>
              </a:solidFill>
            </a:endParaRPr>
          </a:p>
        </p:txBody>
      </p:sp>
    </p:spTree>
    <p:extLst>
      <p:ext uri="{BB962C8B-B14F-4D97-AF65-F5344CB8AC3E}">
        <p14:creationId xmlns:p14="http://schemas.microsoft.com/office/powerpoint/2010/main" val="48895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F876B5-03F4-A517-A810-7A8F74F3F6AF}"/>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AF9854A-A493-9C06-1273-01C8CCEC84AC}"/>
              </a:ext>
            </a:extLst>
          </p:cNvPr>
          <p:cNvSpPr/>
          <p:nvPr/>
        </p:nvSpPr>
        <p:spPr>
          <a:xfrm>
            <a:off x="6251474"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8A15F199-8DFD-F38B-346F-25ECF6D29AE2}"/>
              </a:ext>
            </a:extLst>
          </p:cNvPr>
          <p:cNvSpPr/>
          <p:nvPr/>
        </p:nvSpPr>
        <p:spPr>
          <a:xfrm>
            <a:off x="3115987"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7D2439B4-1C6B-CA03-92BB-4EDD98E50E41}"/>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18FA3699-A0B2-99F2-3538-7C0A9595179A}"/>
              </a:ext>
            </a:extLst>
          </p:cNvPr>
          <p:cNvSpPr>
            <a:spLocks noGrp="1"/>
          </p:cNvSpPr>
          <p:nvPr>
            <p:ph type="title"/>
          </p:nvPr>
        </p:nvSpPr>
        <p:spPr/>
        <p:txBody>
          <a:bodyPr>
            <a:normAutofit/>
          </a:bodyPr>
          <a:lstStyle/>
          <a:p>
            <a:r>
              <a:rPr lang="ja-JP" altLang="en-US"/>
              <a:t>研究概要</a:t>
            </a:r>
            <a:endParaRPr kumimoji="1" lang="ja-JP" altLang="en-US"/>
          </a:p>
        </p:txBody>
      </p:sp>
      <p:sp>
        <p:nvSpPr>
          <p:cNvPr id="4" name="スライド番号プレースホルダー 3">
            <a:extLst>
              <a:ext uri="{FF2B5EF4-FFF2-40B4-BE49-F238E27FC236}">
                <a16:creationId xmlns:a16="http://schemas.microsoft.com/office/drawing/2014/main" id="{8EDEF237-D03C-665C-CBF5-B91DC15E1B4C}"/>
              </a:ext>
            </a:extLst>
          </p:cNvPr>
          <p:cNvSpPr>
            <a:spLocks noGrp="1"/>
          </p:cNvSpPr>
          <p:nvPr>
            <p:ph type="sldNum" sz="quarter" idx="4"/>
          </p:nvPr>
        </p:nvSpPr>
        <p:spPr>
          <a:xfrm>
            <a:off x="5669953" y="94342"/>
            <a:ext cx="3118757" cy="354013"/>
          </a:xfrm>
        </p:spPr>
        <p:txBody>
          <a:bodyPr/>
          <a:lstStyle/>
          <a:p>
            <a:fld id="{C088C981-6885-4100-82A1-DE7074EC4480}" type="slidenum">
              <a:rPr lang="ja-JP" altLang="en-US" smtClean="0"/>
              <a:t>6</a:t>
            </a:fld>
            <a:endParaRPr lang="ja-JP" altLang="en-US"/>
          </a:p>
        </p:txBody>
      </p:sp>
      <p:cxnSp>
        <p:nvCxnSpPr>
          <p:cNvPr id="16" name="直線矢印コネクタ 15">
            <a:extLst>
              <a:ext uri="{FF2B5EF4-FFF2-40B4-BE49-F238E27FC236}">
                <a16:creationId xmlns:a16="http://schemas.microsoft.com/office/drawing/2014/main" id="{194E4803-2D81-DEDD-E40B-D366F58FDC80}"/>
              </a:ext>
            </a:extLst>
          </p:cNvPr>
          <p:cNvCxnSpPr>
            <a:cxnSpLocks/>
          </p:cNvCxnSpPr>
          <p:nvPr/>
        </p:nvCxnSpPr>
        <p:spPr>
          <a:xfrm flipV="1">
            <a:off x="1960067" y="3001169"/>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0" name="図 89">
            <a:extLst>
              <a:ext uri="{FF2B5EF4-FFF2-40B4-BE49-F238E27FC236}">
                <a16:creationId xmlns:a16="http://schemas.microsoft.com/office/drawing/2014/main" id="{1A565F2E-856A-2D2F-FF1A-9D7E72558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cxnSp>
        <p:nvCxnSpPr>
          <p:cNvPr id="68" name="直線矢印コネクタ 67">
            <a:extLst>
              <a:ext uri="{FF2B5EF4-FFF2-40B4-BE49-F238E27FC236}">
                <a16:creationId xmlns:a16="http://schemas.microsoft.com/office/drawing/2014/main" id="{374FB579-E47A-FA40-85E5-D4D36F32EDBC}"/>
              </a:ext>
            </a:extLst>
          </p:cNvPr>
          <p:cNvCxnSpPr>
            <a:cxnSpLocks/>
          </p:cNvCxnSpPr>
          <p:nvPr/>
        </p:nvCxnSpPr>
        <p:spPr>
          <a:xfrm flipV="1">
            <a:off x="4630513" y="2929079"/>
            <a:ext cx="0" cy="8494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図 23">
            <a:extLst>
              <a:ext uri="{FF2B5EF4-FFF2-40B4-BE49-F238E27FC236}">
                <a16:creationId xmlns:a16="http://schemas.microsoft.com/office/drawing/2014/main" id="{EAF689E3-ECE8-976B-3187-D06A768C120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2" name="図 91">
            <a:extLst>
              <a:ext uri="{FF2B5EF4-FFF2-40B4-BE49-F238E27FC236}">
                <a16:creationId xmlns:a16="http://schemas.microsoft.com/office/drawing/2014/main" id="{3FB4E0F7-8397-8200-9C71-855E896211F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36" name="図 35">
            <a:extLst>
              <a:ext uri="{FF2B5EF4-FFF2-40B4-BE49-F238E27FC236}">
                <a16:creationId xmlns:a16="http://schemas.microsoft.com/office/drawing/2014/main" id="{7FEDC3C4-70CB-5E2C-198C-B929CA52F7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37" name="図 36">
            <a:extLst>
              <a:ext uri="{FF2B5EF4-FFF2-40B4-BE49-F238E27FC236}">
                <a16:creationId xmlns:a16="http://schemas.microsoft.com/office/drawing/2014/main" id="{068384DB-D792-C07A-E39D-EC77961194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40" name="図 39">
            <a:extLst>
              <a:ext uri="{FF2B5EF4-FFF2-40B4-BE49-F238E27FC236}">
                <a16:creationId xmlns:a16="http://schemas.microsoft.com/office/drawing/2014/main" id="{FA4DBBDF-FD24-44A7-D4D8-FD102578D0D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pic>
        <p:nvPicPr>
          <p:cNvPr id="47" name="図 46">
            <a:extLst>
              <a:ext uri="{FF2B5EF4-FFF2-40B4-BE49-F238E27FC236}">
                <a16:creationId xmlns:a16="http://schemas.microsoft.com/office/drawing/2014/main" id="{58CCD57E-04E3-8FAE-C6E3-FCE6C024E0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89546" y="1293311"/>
            <a:ext cx="877191" cy="879194"/>
          </a:xfrm>
          <a:prstGeom prst="rect">
            <a:avLst/>
          </a:prstGeom>
        </p:spPr>
      </p:pic>
      <p:cxnSp>
        <p:nvCxnSpPr>
          <p:cNvPr id="50" name="直線矢印コネクタ 49">
            <a:extLst>
              <a:ext uri="{FF2B5EF4-FFF2-40B4-BE49-F238E27FC236}">
                <a16:creationId xmlns:a16="http://schemas.microsoft.com/office/drawing/2014/main" id="{116C31DE-BF8E-B2BF-2A1B-D9EF282C006C}"/>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タイトル 2">
            <a:extLst>
              <a:ext uri="{FF2B5EF4-FFF2-40B4-BE49-F238E27FC236}">
                <a16:creationId xmlns:a16="http://schemas.microsoft.com/office/drawing/2014/main" id="{DA009671-2B33-FA97-A36B-AE6677F48E1C}"/>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53" name="直線矢印コネクタ 52">
            <a:extLst>
              <a:ext uri="{FF2B5EF4-FFF2-40B4-BE49-F238E27FC236}">
                <a16:creationId xmlns:a16="http://schemas.microsoft.com/office/drawing/2014/main" id="{BC5BC09B-50DB-F0C7-897C-0F385F904B02}"/>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図 104">
            <a:extLst>
              <a:ext uri="{FF2B5EF4-FFF2-40B4-BE49-F238E27FC236}">
                <a16:creationId xmlns:a16="http://schemas.microsoft.com/office/drawing/2014/main" id="{D896191B-8844-1BEB-45B5-589524B5DD2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60907" y="5364047"/>
            <a:ext cx="948847" cy="505261"/>
          </a:xfrm>
          <a:prstGeom prst="rect">
            <a:avLst/>
          </a:prstGeom>
        </p:spPr>
      </p:pic>
      <p:pic>
        <p:nvPicPr>
          <p:cNvPr id="107" name="図 106">
            <a:extLst>
              <a:ext uri="{FF2B5EF4-FFF2-40B4-BE49-F238E27FC236}">
                <a16:creationId xmlns:a16="http://schemas.microsoft.com/office/drawing/2014/main" id="{B9619091-9853-E177-FEA9-124C546ADB4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75880" y="5350363"/>
            <a:ext cx="1003033" cy="532628"/>
          </a:xfrm>
          <a:prstGeom prst="rect">
            <a:avLst/>
          </a:prstGeom>
        </p:spPr>
      </p:pic>
      <p:pic>
        <p:nvPicPr>
          <p:cNvPr id="60" name="図 59">
            <a:extLst>
              <a:ext uri="{FF2B5EF4-FFF2-40B4-BE49-F238E27FC236}">
                <a16:creationId xmlns:a16="http://schemas.microsoft.com/office/drawing/2014/main" id="{3C384143-EA3B-E390-74DC-CF678F59B3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61" name="図 60">
            <a:extLst>
              <a:ext uri="{FF2B5EF4-FFF2-40B4-BE49-F238E27FC236}">
                <a16:creationId xmlns:a16="http://schemas.microsoft.com/office/drawing/2014/main" id="{42D26528-5E2A-A608-040E-EB83263958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64" name="図 63">
            <a:extLst>
              <a:ext uri="{FF2B5EF4-FFF2-40B4-BE49-F238E27FC236}">
                <a16:creationId xmlns:a16="http://schemas.microsoft.com/office/drawing/2014/main" id="{AA34F8A4-F228-DBA8-3049-EECE0E2B9E7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314880" y="5441266"/>
            <a:ext cx="821475" cy="568800"/>
          </a:xfrm>
          <a:prstGeom prst="rect">
            <a:avLst/>
          </a:prstGeom>
          <a:ln>
            <a:solidFill>
              <a:schemeClr val="tx1"/>
            </a:solidFill>
          </a:ln>
        </p:spPr>
      </p:pic>
      <p:pic>
        <p:nvPicPr>
          <p:cNvPr id="112" name="図 111">
            <a:extLst>
              <a:ext uri="{FF2B5EF4-FFF2-40B4-BE49-F238E27FC236}">
                <a16:creationId xmlns:a16="http://schemas.microsoft.com/office/drawing/2014/main" id="{E9F5BD2F-A893-1EF0-717B-8ED00B332EB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364488" y="5373308"/>
            <a:ext cx="1059626" cy="528578"/>
          </a:xfrm>
          <a:prstGeom prst="rect">
            <a:avLst/>
          </a:prstGeom>
        </p:spPr>
      </p:pic>
      <p:pic>
        <p:nvPicPr>
          <p:cNvPr id="110" name="図 109">
            <a:extLst>
              <a:ext uri="{FF2B5EF4-FFF2-40B4-BE49-F238E27FC236}">
                <a16:creationId xmlns:a16="http://schemas.microsoft.com/office/drawing/2014/main" id="{D93B6364-91B8-F0A2-24BB-C54B86592D5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8029367" y="5390474"/>
            <a:ext cx="967909" cy="517831"/>
          </a:xfrm>
          <a:prstGeom prst="rect">
            <a:avLst/>
          </a:prstGeom>
        </p:spPr>
      </p:pic>
      <p:pic>
        <p:nvPicPr>
          <p:cNvPr id="71" name="図 70">
            <a:extLst>
              <a:ext uri="{FF2B5EF4-FFF2-40B4-BE49-F238E27FC236}">
                <a16:creationId xmlns:a16="http://schemas.microsoft.com/office/drawing/2014/main" id="{31C77C8D-8DFE-B138-A837-7C2223C4BFE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66660" y="5434831"/>
            <a:ext cx="821475" cy="568800"/>
          </a:xfrm>
          <a:prstGeom prst="rect">
            <a:avLst/>
          </a:prstGeom>
          <a:ln>
            <a:solidFill>
              <a:schemeClr val="tx1"/>
            </a:solidFill>
          </a:ln>
        </p:spPr>
      </p:pic>
      <p:pic>
        <p:nvPicPr>
          <p:cNvPr id="73" name="図 72">
            <a:extLst>
              <a:ext uri="{FF2B5EF4-FFF2-40B4-BE49-F238E27FC236}">
                <a16:creationId xmlns:a16="http://schemas.microsoft.com/office/drawing/2014/main" id="{12A6C837-D154-FE74-CAB4-29A4C9207D9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453187" y="5437133"/>
            <a:ext cx="895859" cy="568800"/>
          </a:xfrm>
          <a:prstGeom prst="rect">
            <a:avLst/>
          </a:prstGeom>
          <a:ln>
            <a:solidFill>
              <a:schemeClr val="tx1"/>
            </a:solidFill>
          </a:ln>
        </p:spPr>
      </p:pic>
      <p:pic>
        <p:nvPicPr>
          <p:cNvPr id="79" name="図 78">
            <a:extLst>
              <a:ext uri="{FF2B5EF4-FFF2-40B4-BE49-F238E27FC236}">
                <a16:creationId xmlns:a16="http://schemas.microsoft.com/office/drawing/2014/main" id="{560A1852-F2D3-02B0-83F7-2B010C66DD90}"/>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107995" y="5454413"/>
            <a:ext cx="814709" cy="568800"/>
          </a:xfrm>
          <a:prstGeom prst="rect">
            <a:avLst/>
          </a:prstGeom>
          <a:ln>
            <a:solidFill>
              <a:schemeClr val="tx1"/>
            </a:solidFill>
          </a:ln>
        </p:spPr>
      </p:pic>
      <p:pic>
        <p:nvPicPr>
          <p:cNvPr id="93" name="図 92">
            <a:extLst>
              <a:ext uri="{FF2B5EF4-FFF2-40B4-BE49-F238E27FC236}">
                <a16:creationId xmlns:a16="http://schemas.microsoft.com/office/drawing/2014/main" id="{E07B07AE-4054-013F-B564-0AE4D37C6D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3376" y="5431475"/>
            <a:ext cx="140465" cy="588382"/>
          </a:xfrm>
          <a:prstGeom prst="rect">
            <a:avLst/>
          </a:prstGeom>
        </p:spPr>
      </p:pic>
      <p:pic>
        <p:nvPicPr>
          <p:cNvPr id="94" name="図 93">
            <a:extLst>
              <a:ext uri="{FF2B5EF4-FFF2-40B4-BE49-F238E27FC236}">
                <a16:creationId xmlns:a16="http://schemas.microsoft.com/office/drawing/2014/main" id="{87B29BC5-9AD0-E827-A61B-99EDB0B7B8A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174415" y="5431475"/>
            <a:ext cx="140465" cy="588382"/>
          </a:xfrm>
          <a:prstGeom prst="rect">
            <a:avLst/>
          </a:prstGeom>
        </p:spPr>
      </p:pic>
      <p:pic>
        <p:nvPicPr>
          <p:cNvPr id="95" name="図 94">
            <a:extLst>
              <a:ext uri="{FF2B5EF4-FFF2-40B4-BE49-F238E27FC236}">
                <a16:creationId xmlns:a16="http://schemas.microsoft.com/office/drawing/2014/main" id="{79AA368B-ADA3-1D90-B9CE-BEC69E31438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5861" y="5428481"/>
            <a:ext cx="140465" cy="588382"/>
          </a:xfrm>
          <a:prstGeom prst="rect">
            <a:avLst/>
          </a:prstGeom>
        </p:spPr>
      </p:pic>
      <p:pic>
        <p:nvPicPr>
          <p:cNvPr id="96" name="図 95">
            <a:extLst>
              <a:ext uri="{FF2B5EF4-FFF2-40B4-BE49-F238E27FC236}">
                <a16:creationId xmlns:a16="http://schemas.microsoft.com/office/drawing/2014/main" id="{B6D4B529-1F46-C72C-2C28-A0248A643C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4818813" y="5428309"/>
            <a:ext cx="140465" cy="588382"/>
          </a:xfrm>
          <a:prstGeom prst="rect">
            <a:avLst/>
          </a:prstGeom>
        </p:spPr>
      </p:pic>
      <p:pic>
        <p:nvPicPr>
          <p:cNvPr id="97" name="図 96">
            <a:extLst>
              <a:ext uri="{FF2B5EF4-FFF2-40B4-BE49-F238E27FC236}">
                <a16:creationId xmlns:a16="http://schemas.microsoft.com/office/drawing/2014/main" id="{C17E572A-3093-809C-416B-B82EE634CA7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53882" y="5428310"/>
            <a:ext cx="140465" cy="588382"/>
          </a:xfrm>
          <a:prstGeom prst="rect">
            <a:avLst/>
          </a:prstGeom>
        </p:spPr>
      </p:pic>
      <p:pic>
        <p:nvPicPr>
          <p:cNvPr id="98" name="図 97">
            <a:extLst>
              <a:ext uri="{FF2B5EF4-FFF2-40B4-BE49-F238E27FC236}">
                <a16:creationId xmlns:a16="http://schemas.microsoft.com/office/drawing/2014/main" id="{70275EBC-9D35-2C56-A7B0-0617664582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6306450" y="5421960"/>
            <a:ext cx="140465" cy="588382"/>
          </a:xfrm>
          <a:prstGeom prst="rect">
            <a:avLst/>
          </a:prstGeom>
        </p:spPr>
      </p:pic>
      <p:pic>
        <p:nvPicPr>
          <p:cNvPr id="100" name="図 99">
            <a:extLst>
              <a:ext uri="{FF2B5EF4-FFF2-40B4-BE49-F238E27FC236}">
                <a16:creationId xmlns:a16="http://schemas.microsoft.com/office/drawing/2014/main" id="{474C207F-32B6-F995-6AB7-A6F992F931E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9507" y="5441740"/>
            <a:ext cx="140465" cy="588382"/>
          </a:xfrm>
          <a:prstGeom prst="rect">
            <a:avLst/>
          </a:prstGeom>
        </p:spPr>
      </p:pic>
      <p:pic>
        <p:nvPicPr>
          <p:cNvPr id="101" name="図 100">
            <a:extLst>
              <a:ext uri="{FF2B5EF4-FFF2-40B4-BE49-F238E27FC236}">
                <a16:creationId xmlns:a16="http://schemas.microsoft.com/office/drawing/2014/main" id="{30F4E226-2A0C-1F9F-643A-8C0E5BDDCF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960727" y="5441713"/>
            <a:ext cx="140465" cy="588382"/>
          </a:xfrm>
          <a:prstGeom prst="rect">
            <a:avLst/>
          </a:prstGeom>
        </p:spPr>
      </p:pic>
      <p:cxnSp>
        <p:nvCxnSpPr>
          <p:cNvPr id="102" name="直線矢印コネクタ 101">
            <a:extLst>
              <a:ext uri="{FF2B5EF4-FFF2-40B4-BE49-F238E27FC236}">
                <a16:creationId xmlns:a16="http://schemas.microsoft.com/office/drawing/2014/main" id="{562390B3-33CB-34DD-73F0-85302F77035A}"/>
              </a:ext>
            </a:extLst>
          </p:cNvPr>
          <p:cNvCxnSpPr>
            <a:cxnSpLocks/>
          </p:cNvCxnSpPr>
          <p:nvPr/>
        </p:nvCxnSpPr>
        <p:spPr>
          <a:xfrm>
            <a:off x="4371984"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13F10A86-467E-3E67-7BE2-AE06F1500A1B}"/>
              </a:ext>
            </a:extLst>
          </p:cNvPr>
          <p:cNvCxnSpPr>
            <a:cxnSpLocks/>
          </p:cNvCxnSpPr>
          <p:nvPr/>
        </p:nvCxnSpPr>
        <p:spPr>
          <a:xfrm>
            <a:off x="7532447" y="5747452"/>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B2AB5DFB-9793-C386-59A4-0D07B2C4CF1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タイトル 2">
            <a:extLst>
              <a:ext uri="{FF2B5EF4-FFF2-40B4-BE49-F238E27FC236}">
                <a16:creationId xmlns:a16="http://schemas.microsoft.com/office/drawing/2014/main" id="{DF31D045-47E9-2F52-97D0-D1039B627C89}"/>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17" name="直線コネクタ 116">
            <a:extLst>
              <a:ext uri="{FF2B5EF4-FFF2-40B4-BE49-F238E27FC236}">
                <a16:creationId xmlns:a16="http://schemas.microsoft.com/office/drawing/2014/main" id="{DE1C3921-817E-A515-90D4-294E8AD835A1}"/>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タイトル 2">
            <a:extLst>
              <a:ext uri="{FF2B5EF4-FFF2-40B4-BE49-F238E27FC236}">
                <a16:creationId xmlns:a16="http://schemas.microsoft.com/office/drawing/2014/main" id="{4BECEF99-4965-5E92-DD15-2EFB1DA6E986}"/>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19" name="直線矢印コネクタ 118">
            <a:extLst>
              <a:ext uri="{FF2B5EF4-FFF2-40B4-BE49-F238E27FC236}">
                <a16:creationId xmlns:a16="http://schemas.microsoft.com/office/drawing/2014/main" id="{0C72CF14-3663-8FDE-0DCD-72D927F23030}"/>
              </a:ext>
            </a:extLst>
          </p:cNvPr>
          <p:cNvCxnSpPr>
            <a:cxnSpLocks/>
          </p:cNvCxnSpPr>
          <p:nvPr/>
        </p:nvCxnSpPr>
        <p:spPr>
          <a:xfrm>
            <a:off x="3422835"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タイトル 2">
            <a:extLst>
              <a:ext uri="{FF2B5EF4-FFF2-40B4-BE49-F238E27FC236}">
                <a16:creationId xmlns:a16="http://schemas.microsoft.com/office/drawing/2014/main" id="{8C40249B-A6A0-EDD2-312C-8F83254F6514}"/>
              </a:ext>
            </a:extLst>
          </p:cNvPr>
          <p:cNvSpPr txBox="1">
            <a:spLocks/>
          </p:cNvSpPr>
          <p:nvPr/>
        </p:nvSpPr>
        <p:spPr>
          <a:xfrm>
            <a:off x="4030907"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1" name="直線コネクタ 120">
            <a:extLst>
              <a:ext uri="{FF2B5EF4-FFF2-40B4-BE49-F238E27FC236}">
                <a16:creationId xmlns:a16="http://schemas.microsoft.com/office/drawing/2014/main" id="{E99519D0-20BB-0A3A-B967-A2943BFB8259}"/>
              </a:ext>
            </a:extLst>
          </p:cNvPr>
          <p:cNvCxnSpPr/>
          <p:nvPr/>
        </p:nvCxnSpPr>
        <p:spPr>
          <a:xfrm>
            <a:off x="3748941"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タイトル 2">
            <a:extLst>
              <a:ext uri="{FF2B5EF4-FFF2-40B4-BE49-F238E27FC236}">
                <a16:creationId xmlns:a16="http://schemas.microsoft.com/office/drawing/2014/main" id="{123EF0CC-CCAE-F215-B0DE-D3C958445E92}"/>
              </a:ext>
            </a:extLst>
          </p:cNvPr>
          <p:cNvSpPr txBox="1">
            <a:spLocks/>
          </p:cNvSpPr>
          <p:nvPr/>
        </p:nvSpPr>
        <p:spPr>
          <a:xfrm>
            <a:off x="3203406"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cxnSp>
        <p:nvCxnSpPr>
          <p:cNvPr id="123" name="直線コネクタ 122">
            <a:extLst>
              <a:ext uri="{FF2B5EF4-FFF2-40B4-BE49-F238E27FC236}">
                <a16:creationId xmlns:a16="http://schemas.microsoft.com/office/drawing/2014/main" id="{81584ED9-C4E7-1108-76EC-B8977EDF6F50}"/>
              </a:ext>
            </a:extLst>
          </p:cNvPr>
          <p:cNvCxnSpPr/>
          <p:nvPr/>
        </p:nvCxnSpPr>
        <p:spPr>
          <a:xfrm>
            <a:off x="5498646"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タイトル 2">
            <a:extLst>
              <a:ext uri="{FF2B5EF4-FFF2-40B4-BE49-F238E27FC236}">
                <a16:creationId xmlns:a16="http://schemas.microsoft.com/office/drawing/2014/main" id="{30079629-5511-9EF2-A3BA-874A3F463DA0}"/>
              </a:ext>
            </a:extLst>
          </p:cNvPr>
          <p:cNvSpPr txBox="1">
            <a:spLocks/>
          </p:cNvSpPr>
          <p:nvPr/>
        </p:nvSpPr>
        <p:spPr>
          <a:xfrm>
            <a:off x="4910654"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125" name="直線矢印コネクタ 124">
            <a:extLst>
              <a:ext uri="{FF2B5EF4-FFF2-40B4-BE49-F238E27FC236}">
                <a16:creationId xmlns:a16="http://schemas.microsoft.com/office/drawing/2014/main" id="{FFA6BB20-A7D5-73E2-5D86-3C6CA79CD49C}"/>
              </a:ext>
            </a:extLst>
          </p:cNvPr>
          <p:cNvCxnSpPr>
            <a:cxnSpLocks/>
          </p:cNvCxnSpPr>
          <p:nvPr/>
        </p:nvCxnSpPr>
        <p:spPr>
          <a:xfrm>
            <a:off x="6530909" y="6497588"/>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タイトル 2">
            <a:extLst>
              <a:ext uri="{FF2B5EF4-FFF2-40B4-BE49-F238E27FC236}">
                <a16:creationId xmlns:a16="http://schemas.microsoft.com/office/drawing/2014/main" id="{6DBC8840-D0C0-67A5-D299-2373464A0FDD}"/>
              </a:ext>
            </a:extLst>
          </p:cNvPr>
          <p:cNvSpPr txBox="1">
            <a:spLocks/>
          </p:cNvSpPr>
          <p:nvPr/>
        </p:nvSpPr>
        <p:spPr>
          <a:xfrm>
            <a:off x="7138981" y="6497588"/>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27" name="直線コネクタ 126">
            <a:extLst>
              <a:ext uri="{FF2B5EF4-FFF2-40B4-BE49-F238E27FC236}">
                <a16:creationId xmlns:a16="http://schemas.microsoft.com/office/drawing/2014/main" id="{59771689-C8E7-FA39-1416-1BB8C0A338CB}"/>
              </a:ext>
            </a:extLst>
          </p:cNvPr>
          <p:cNvCxnSpPr/>
          <p:nvPr/>
        </p:nvCxnSpPr>
        <p:spPr>
          <a:xfrm>
            <a:off x="6857015"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タイトル 2">
            <a:extLst>
              <a:ext uri="{FF2B5EF4-FFF2-40B4-BE49-F238E27FC236}">
                <a16:creationId xmlns:a16="http://schemas.microsoft.com/office/drawing/2014/main" id="{E4DC0B4A-31C8-69DD-44CC-BA41F6DC6B3B}"/>
              </a:ext>
            </a:extLst>
          </p:cNvPr>
          <p:cNvSpPr txBox="1">
            <a:spLocks/>
          </p:cNvSpPr>
          <p:nvPr/>
        </p:nvSpPr>
        <p:spPr>
          <a:xfrm>
            <a:off x="6311480" y="6033835"/>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129" name="直線コネクタ 128">
            <a:extLst>
              <a:ext uri="{FF2B5EF4-FFF2-40B4-BE49-F238E27FC236}">
                <a16:creationId xmlns:a16="http://schemas.microsoft.com/office/drawing/2014/main" id="{DE5FFB53-B57F-C2F7-A624-DDFB380CC5FA}"/>
              </a:ext>
            </a:extLst>
          </p:cNvPr>
          <p:cNvCxnSpPr/>
          <p:nvPr/>
        </p:nvCxnSpPr>
        <p:spPr>
          <a:xfrm>
            <a:off x="8606720" y="6363090"/>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タイトル 2">
            <a:extLst>
              <a:ext uri="{FF2B5EF4-FFF2-40B4-BE49-F238E27FC236}">
                <a16:creationId xmlns:a16="http://schemas.microsoft.com/office/drawing/2014/main" id="{CB490DAF-3B4A-1F80-BCC0-C1809C623E0B}"/>
              </a:ext>
            </a:extLst>
          </p:cNvPr>
          <p:cNvSpPr txBox="1">
            <a:spLocks/>
          </p:cNvSpPr>
          <p:nvPr/>
        </p:nvSpPr>
        <p:spPr>
          <a:xfrm>
            <a:off x="8018728" y="6009450"/>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131" name="四角形: 角を丸くする 130">
            <a:extLst>
              <a:ext uri="{FF2B5EF4-FFF2-40B4-BE49-F238E27FC236}">
                <a16:creationId xmlns:a16="http://schemas.microsoft.com/office/drawing/2014/main" id="{DC6EB60F-2635-412A-E165-4A744A7BFA02}"/>
              </a:ext>
            </a:extLst>
          </p:cNvPr>
          <p:cNvSpPr/>
          <p:nvPr/>
        </p:nvSpPr>
        <p:spPr>
          <a:xfrm>
            <a:off x="2308132" y="877367"/>
            <a:ext cx="553094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466731F5-AFD4-3835-1695-E3984EB783B1}"/>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台形 146">
            <a:extLst>
              <a:ext uri="{FF2B5EF4-FFF2-40B4-BE49-F238E27FC236}">
                <a16:creationId xmlns:a16="http://schemas.microsoft.com/office/drawing/2014/main" id="{81DF8436-C7DF-AF06-1E45-C2E867B41582}"/>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49" name="図 148">
            <a:extLst>
              <a:ext uri="{FF2B5EF4-FFF2-40B4-BE49-F238E27FC236}">
                <a16:creationId xmlns:a16="http://schemas.microsoft.com/office/drawing/2014/main" id="{C959B4E8-1B8A-A29F-2075-6B39C980C019}"/>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150" name="タイトル 2">
            <a:extLst>
              <a:ext uri="{FF2B5EF4-FFF2-40B4-BE49-F238E27FC236}">
                <a16:creationId xmlns:a16="http://schemas.microsoft.com/office/drawing/2014/main" id="{0B2765BE-2CFC-0711-B030-5C2A4B4A9F1F}"/>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51" name="台形 150">
            <a:extLst>
              <a:ext uri="{FF2B5EF4-FFF2-40B4-BE49-F238E27FC236}">
                <a16:creationId xmlns:a16="http://schemas.microsoft.com/office/drawing/2014/main" id="{1DF6E6F7-D496-14F0-386F-9C736175D97C}"/>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52" name="タイトル 2">
                <a:extLst>
                  <a:ext uri="{FF2B5EF4-FFF2-40B4-BE49-F238E27FC236}">
                    <a16:creationId xmlns:a16="http://schemas.microsoft.com/office/drawing/2014/main" id="{7925BE0A-9D95-D0F1-93F2-51A13FB86957}"/>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dirty="0" err="1"/>
                  <a:t>LoRA</a:t>
                </a:r>
                <a:r>
                  <a:rPr lang="en-US" altLang="ja-JP" sz="1300" dirty="0"/>
                  <a:t>(</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dirty="0"/>
                  <a:t>)</a:t>
                </a:r>
              </a:p>
              <a:p>
                <a:pPr algn="ctr"/>
                <a:r>
                  <a:rPr lang="en-US" altLang="ja-JP" sz="900" dirty="0"/>
                  <a:t>r=8,</a:t>
                </a:r>
              </a:p>
              <a:p>
                <a:pPr algn="ctr"/>
                <a:r>
                  <a:rPr lang="en-US" altLang="ja-JP" sz="900" dirty="0" err="1"/>
                  <a:t>target_modules</a:t>
                </a:r>
                <a:r>
                  <a:rPr lang="en-US" altLang="ja-JP" sz="900" dirty="0"/>
                  <a:t>=[</a:t>
                </a:r>
                <a:r>
                  <a:rPr lang="pl-PL" altLang="ja-JP" sz="900" dirty="0"/>
                  <a:t>q_proj,</a:t>
                </a:r>
                <a:r>
                  <a:rPr lang="en-US" altLang="ja-JP" sz="900" dirty="0"/>
                  <a:t> </a:t>
                </a:r>
                <a:r>
                  <a:rPr lang="pl-PL" altLang="ja-JP" sz="900" dirty="0"/>
                  <a:t>v_proj</a:t>
                </a:r>
                <a:r>
                  <a:rPr lang="en-US" altLang="ja-JP" sz="900" dirty="0"/>
                  <a:t>]</a:t>
                </a:r>
                <a:r>
                  <a:rPr lang="pl-PL" altLang="ja-JP" sz="900" dirty="0"/>
                  <a:t> </a:t>
                </a:r>
                <a:endParaRPr lang="en-US" altLang="ja-JP" sz="900" dirty="0"/>
              </a:p>
            </p:txBody>
          </p:sp>
        </mc:Choice>
        <mc:Fallback xmlns="">
          <p:sp>
            <p:nvSpPr>
              <p:cNvPr id="152" name="タイトル 2">
                <a:extLst>
                  <a:ext uri="{FF2B5EF4-FFF2-40B4-BE49-F238E27FC236}">
                    <a16:creationId xmlns:a16="http://schemas.microsoft.com/office/drawing/2014/main" id="{7925BE0A-9D95-D0F1-93F2-51A13FB86957}"/>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8"/>
                <a:stretch>
                  <a:fillRect l="-625"/>
                </a:stretch>
              </a:blipFill>
            </p:spPr>
            <p:txBody>
              <a:bodyPr/>
              <a:lstStyle/>
              <a:p>
                <a:r>
                  <a:rPr lang="en-US">
                    <a:noFill/>
                  </a:rPr>
                  <a:t> </a:t>
                </a:r>
              </a:p>
            </p:txBody>
          </p:sp>
        </mc:Fallback>
      </mc:AlternateContent>
      <p:pic>
        <p:nvPicPr>
          <p:cNvPr id="10" name="グラフィックス 9" descr="車 単色塗りつぶし">
            <a:extLst>
              <a:ext uri="{FF2B5EF4-FFF2-40B4-BE49-F238E27FC236}">
                <a16:creationId xmlns:a16="http://schemas.microsoft.com/office/drawing/2014/main" id="{2DABCE37-98E8-7FC5-2E97-CEA962215EC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952979" y="4116186"/>
            <a:ext cx="914400" cy="914400"/>
          </a:xfrm>
          <a:prstGeom prst="rect">
            <a:avLst/>
          </a:prstGeom>
        </p:spPr>
      </p:pic>
      <p:cxnSp>
        <p:nvCxnSpPr>
          <p:cNvPr id="154" name="直線コネクタ 153">
            <a:extLst>
              <a:ext uri="{FF2B5EF4-FFF2-40B4-BE49-F238E27FC236}">
                <a16:creationId xmlns:a16="http://schemas.microsoft.com/office/drawing/2014/main" id="{DAF43B75-D2F7-6D88-AA4A-72A6AD390DE0}"/>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7" name="タイトル 2">
            <a:extLst>
              <a:ext uri="{FF2B5EF4-FFF2-40B4-BE49-F238E27FC236}">
                <a16:creationId xmlns:a16="http://schemas.microsoft.com/office/drawing/2014/main" id="{4BCBC588-6EF1-C5EB-87B4-08984AB39875}"/>
              </a:ext>
            </a:extLst>
          </p:cNvPr>
          <p:cNvSpPr txBox="1">
            <a:spLocks/>
          </p:cNvSpPr>
          <p:nvPr/>
        </p:nvSpPr>
        <p:spPr>
          <a:xfrm>
            <a:off x="6306096" y="2161920"/>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600"/>
              <a:t>Qwen-VL-7B</a:t>
            </a:r>
            <a:endParaRPr lang="ja-JP" altLang="en-US" sz="1600"/>
          </a:p>
        </p:txBody>
      </p:sp>
      <p:sp>
        <p:nvSpPr>
          <p:cNvPr id="158" name="四角形: 角を丸くする 157">
            <a:extLst>
              <a:ext uri="{FF2B5EF4-FFF2-40B4-BE49-F238E27FC236}">
                <a16:creationId xmlns:a16="http://schemas.microsoft.com/office/drawing/2014/main" id="{BA6E0492-C2C1-EDAA-0771-70E673A66633}"/>
              </a:ext>
            </a:extLst>
          </p:cNvPr>
          <p:cNvSpPr/>
          <p:nvPr/>
        </p:nvSpPr>
        <p:spPr>
          <a:xfrm>
            <a:off x="3148857" y="3900296"/>
            <a:ext cx="2769690" cy="1328971"/>
          </a:xfrm>
          <a:prstGeom prst="round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台形 158">
            <a:extLst>
              <a:ext uri="{FF2B5EF4-FFF2-40B4-BE49-F238E27FC236}">
                <a16:creationId xmlns:a16="http://schemas.microsoft.com/office/drawing/2014/main" id="{8209EF2C-68AB-5B39-6915-BB4D8895FE4A}"/>
              </a:ext>
            </a:extLst>
          </p:cNvPr>
          <p:cNvSpPr/>
          <p:nvPr/>
        </p:nvSpPr>
        <p:spPr>
          <a:xfrm rot="10800000">
            <a:off x="4356134" y="4098609"/>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0" name="図 159">
            <a:extLst>
              <a:ext uri="{FF2B5EF4-FFF2-40B4-BE49-F238E27FC236}">
                <a16:creationId xmlns:a16="http://schemas.microsoft.com/office/drawing/2014/main" id="{ED76EBD1-66BB-3EB2-9F04-36EA6CBFA66F}"/>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349333" y="4019542"/>
            <a:ext cx="561592" cy="564162"/>
          </a:xfrm>
          <a:prstGeom prst="rect">
            <a:avLst/>
          </a:prstGeom>
        </p:spPr>
      </p:pic>
      <p:sp>
        <p:nvSpPr>
          <p:cNvPr id="161" name="タイトル 2">
            <a:extLst>
              <a:ext uri="{FF2B5EF4-FFF2-40B4-BE49-F238E27FC236}">
                <a16:creationId xmlns:a16="http://schemas.microsoft.com/office/drawing/2014/main" id="{0CD0D4D3-9B62-0A58-E3CC-EF16B3E888D3}"/>
              </a:ext>
            </a:extLst>
          </p:cNvPr>
          <p:cNvSpPr txBox="1">
            <a:spLocks/>
          </p:cNvSpPr>
          <p:nvPr/>
        </p:nvSpPr>
        <p:spPr>
          <a:xfrm>
            <a:off x="3079615" y="4652670"/>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62" name="台形 161">
            <a:extLst>
              <a:ext uri="{FF2B5EF4-FFF2-40B4-BE49-F238E27FC236}">
                <a16:creationId xmlns:a16="http://schemas.microsoft.com/office/drawing/2014/main" id="{32AFB5A2-B68F-0C2A-10EA-C60A29DA6566}"/>
              </a:ext>
            </a:extLst>
          </p:cNvPr>
          <p:cNvSpPr/>
          <p:nvPr/>
        </p:nvSpPr>
        <p:spPr>
          <a:xfrm>
            <a:off x="4356134" y="4373448"/>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63" name="タイトル 2">
                <a:extLst>
                  <a:ext uri="{FF2B5EF4-FFF2-40B4-BE49-F238E27FC236}">
                    <a16:creationId xmlns:a16="http://schemas.microsoft.com/office/drawing/2014/main" id="{EB59189F-4D5F-E4B1-9618-01AD9311243B}"/>
                  </a:ext>
                </a:extLst>
              </p:cNvPr>
              <p:cNvSpPr txBox="1">
                <a:spLocks/>
              </p:cNvSpPr>
              <p:nvPr/>
            </p:nvSpPr>
            <p:spPr>
              <a:xfrm>
                <a:off x="4028736" y="4598093"/>
                <a:ext cx="1003033"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63" name="タイトル 2">
                <a:extLst>
                  <a:ext uri="{FF2B5EF4-FFF2-40B4-BE49-F238E27FC236}">
                    <a16:creationId xmlns:a16="http://schemas.microsoft.com/office/drawing/2014/main" id="{EB59189F-4D5F-E4B1-9618-01AD9311243B}"/>
                  </a:ext>
                </a:extLst>
              </p:cNvPr>
              <p:cNvSpPr txBox="1">
                <a:spLocks noRot="1" noChangeAspect="1" noMove="1" noResize="1" noEditPoints="1" noAdjustHandles="1" noChangeArrowheads="1" noChangeShapeType="1" noTextEdit="1"/>
              </p:cNvSpPr>
              <p:nvPr/>
            </p:nvSpPr>
            <p:spPr>
              <a:xfrm>
                <a:off x="4028736" y="4598093"/>
                <a:ext cx="1003033" cy="654671"/>
              </a:xfrm>
              <a:prstGeom prst="rect">
                <a:avLst/>
              </a:prstGeom>
              <a:blipFill>
                <a:blip r:embed="rId21"/>
                <a:stretch>
                  <a:fillRect/>
                </a:stretch>
              </a:blipFill>
            </p:spPr>
            <p:txBody>
              <a:bodyPr/>
              <a:lstStyle/>
              <a:p>
                <a:r>
                  <a:rPr lang="en-US">
                    <a:noFill/>
                  </a:rPr>
                  <a:t> </a:t>
                </a:r>
              </a:p>
            </p:txBody>
          </p:sp>
        </mc:Fallback>
      </mc:AlternateContent>
      <p:pic>
        <p:nvPicPr>
          <p:cNvPr id="164" name="グラフィックス 163" descr="車 単色塗りつぶし">
            <a:extLst>
              <a:ext uri="{FF2B5EF4-FFF2-40B4-BE49-F238E27FC236}">
                <a16:creationId xmlns:a16="http://schemas.microsoft.com/office/drawing/2014/main" id="{EFB0A8EC-5C71-C8B2-528C-5D8C3595785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024681" y="4109883"/>
            <a:ext cx="914400" cy="914400"/>
          </a:xfrm>
          <a:prstGeom prst="rect">
            <a:avLst/>
          </a:prstGeom>
        </p:spPr>
      </p:pic>
      <p:cxnSp>
        <p:nvCxnSpPr>
          <p:cNvPr id="165" name="直線コネクタ 164">
            <a:extLst>
              <a:ext uri="{FF2B5EF4-FFF2-40B4-BE49-F238E27FC236}">
                <a16:creationId xmlns:a16="http://schemas.microsoft.com/office/drawing/2014/main" id="{6A855E7E-351D-BA7C-0899-E6A21778B517}"/>
              </a:ext>
            </a:extLst>
          </p:cNvPr>
          <p:cNvCxnSpPr>
            <a:cxnSpLocks/>
          </p:cNvCxnSpPr>
          <p:nvPr/>
        </p:nvCxnSpPr>
        <p:spPr>
          <a:xfrm>
            <a:off x="4976170" y="4024106"/>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四角形: 角を丸くする 165">
            <a:extLst>
              <a:ext uri="{FF2B5EF4-FFF2-40B4-BE49-F238E27FC236}">
                <a16:creationId xmlns:a16="http://schemas.microsoft.com/office/drawing/2014/main" id="{48F558D3-A330-2347-764F-A1647D9267D2}"/>
              </a:ext>
            </a:extLst>
          </p:cNvPr>
          <p:cNvSpPr/>
          <p:nvPr/>
        </p:nvSpPr>
        <p:spPr>
          <a:xfrm>
            <a:off x="6297999" y="3903101"/>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台形 166">
            <a:extLst>
              <a:ext uri="{FF2B5EF4-FFF2-40B4-BE49-F238E27FC236}">
                <a16:creationId xmlns:a16="http://schemas.microsoft.com/office/drawing/2014/main" id="{3A44AC18-82F6-3E94-A76A-3762D4F3D390}"/>
              </a:ext>
            </a:extLst>
          </p:cNvPr>
          <p:cNvSpPr/>
          <p:nvPr/>
        </p:nvSpPr>
        <p:spPr>
          <a:xfrm rot="10800000">
            <a:off x="7505276" y="4101414"/>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168" name="図 167">
            <a:extLst>
              <a:ext uri="{FF2B5EF4-FFF2-40B4-BE49-F238E27FC236}">
                <a16:creationId xmlns:a16="http://schemas.microsoft.com/office/drawing/2014/main" id="{847F91C0-723A-2620-EABD-A455658E31B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6498475" y="4022347"/>
            <a:ext cx="561592" cy="564162"/>
          </a:xfrm>
          <a:prstGeom prst="rect">
            <a:avLst/>
          </a:prstGeom>
        </p:spPr>
      </p:pic>
      <p:sp>
        <p:nvSpPr>
          <p:cNvPr id="169" name="タイトル 2">
            <a:extLst>
              <a:ext uri="{FF2B5EF4-FFF2-40B4-BE49-F238E27FC236}">
                <a16:creationId xmlns:a16="http://schemas.microsoft.com/office/drawing/2014/main" id="{167B4449-A91D-E736-D6E2-B92A3D70CE59}"/>
              </a:ext>
            </a:extLst>
          </p:cNvPr>
          <p:cNvSpPr txBox="1">
            <a:spLocks/>
          </p:cNvSpPr>
          <p:nvPr/>
        </p:nvSpPr>
        <p:spPr>
          <a:xfrm>
            <a:off x="6228757" y="4655475"/>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170" name="台形 169">
            <a:extLst>
              <a:ext uri="{FF2B5EF4-FFF2-40B4-BE49-F238E27FC236}">
                <a16:creationId xmlns:a16="http://schemas.microsoft.com/office/drawing/2014/main" id="{0C634EFE-9FB4-CF3C-6311-4EECF75B3896}"/>
              </a:ext>
            </a:extLst>
          </p:cNvPr>
          <p:cNvSpPr/>
          <p:nvPr/>
        </p:nvSpPr>
        <p:spPr>
          <a:xfrm>
            <a:off x="7505276" y="4376253"/>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71" name="タイトル 2">
                <a:extLst>
                  <a:ext uri="{FF2B5EF4-FFF2-40B4-BE49-F238E27FC236}">
                    <a16:creationId xmlns:a16="http://schemas.microsoft.com/office/drawing/2014/main" id="{CA77E1E9-5BCE-9338-72E1-4D19B65654E3}"/>
                  </a:ext>
                </a:extLst>
              </p:cNvPr>
              <p:cNvSpPr txBox="1">
                <a:spLocks/>
              </p:cNvSpPr>
              <p:nvPr/>
            </p:nvSpPr>
            <p:spPr>
              <a:xfrm>
                <a:off x="7191022" y="4600898"/>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3</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171" name="タイトル 2">
                <a:extLst>
                  <a:ext uri="{FF2B5EF4-FFF2-40B4-BE49-F238E27FC236}">
                    <a16:creationId xmlns:a16="http://schemas.microsoft.com/office/drawing/2014/main" id="{CA77E1E9-5BCE-9338-72E1-4D19B65654E3}"/>
                  </a:ext>
                </a:extLst>
              </p:cNvPr>
              <p:cNvSpPr txBox="1">
                <a:spLocks noRot="1" noChangeAspect="1" noMove="1" noResize="1" noEditPoints="1" noAdjustHandles="1" noChangeArrowheads="1" noChangeShapeType="1" noTextEdit="1"/>
              </p:cNvSpPr>
              <p:nvPr/>
            </p:nvSpPr>
            <p:spPr>
              <a:xfrm>
                <a:off x="7191022" y="4600898"/>
                <a:ext cx="989890" cy="654671"/>
              </a:xfrm>
              <a:prstGeom prst="rect">
                <a:avLst/>
              </a:prstGeom>
              <a:blipFill>
                <a:blip r:embed="rId23"/>
                <a:stretch>
                  <a:fillRect/>
                </a:stretch>
              </a:blipFill>
            </p:spPr>
            <p:txBody>
              <a:bodyPr/>
              <a:lstStyle/>
              <a:p>
                <a:r>
                  <a:rPr lang="en-US">
                    <a:noFill/>
                  </a:rPr>
                  <a:t> </a:t>
                </a:r>
              </a:p>
            </p:txBody>
          </p:sp>
        </mc:Fallback>
      </mc:AlternateContent>
      <p:pic>
        <p:nvPicPr>
          <p:cNvPr id="172" name="グラフィックス 171" descr="車 単色塗りつぶし">
            <a:extLst>
              <a:ext uri="{FF2B5EF4-FFF2-40B4-BE49-F238E27FC236}">
                <a16:creationId xmlns:a16="http://schemas.microsoft.com/office/drawing/2014/main" id="{CCBB5706-7382-B7D9-6E31-BEE34444088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173823" y="4112688"/>
            <a:ext cx="914400" cy="914400"/>
          </a:xfrm>
          <a:prstGeom prst="rect">
            <a:avLst/>
          </a:prstGeom>
        </p:spPr>
      </p:pic>
      <p:cxnSp>
        <p:nvCxnSpPr>
          <p:cNvPr id="173" name="直線コネクタ 172">
            <a:extLst>
              <a:ext uri="{FF2B5EF4-FFF2-40B4-BE49-F238E27FC236}">
                <a16:creationId xmlns:a16="http://schemas.microsoft.com/office/drawing/2014/main" id="{F8E6D448-1BF3-5DEE-93D7-1F99046DD2FA}"/>
              </a:ext>
            </a:extLst>
          </p:cNvPr>
          <p:cNvCxnSpPr>
            <a:cxnSpLocks/>
          </p:cNvCxnSpPr>
          <p:nvPr/>
        </p:nvCxnSpPr>
        <p:spPr>
          <a:xfrm>
            <a:off x="8125312" y="4026911"/>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1" name="直線矢印コネクタ 180">
            <a:extLst>
              <a:ext uri="{FF2B5EF4-FFF2-40B4-BE49-F238E27FC236}">
                <a16:creationId xmlns:a16="http://schemas.microsoft.com/office/drawing/2014/main" id="{0D499B90-06B1-7836-3DC6-8FD16916175F}"/>
              </a:ext>
            </a:extLst>
          </p:cNvPr>
          <p:cNvCxnSpPr>
            <a:cxnSpLocks/>
          </p:cNvCxnSpPr>
          <p:nvPr/>
        </p:nvCxnSpPr>
        <p:spPr>
          <a:xfrm>
            <a:off x="4516584" y="2929079"/>
            <a:ext cx="0" cy="84940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105FDF4B-9E17-EADD-05EE-86B16C88CE7F}"/>
              </a:ext>
            </a:extLst>
          </p:cNvPr>
          <p:cNvCxnSpPr>
            <a:cxnSpLocks/>
          </p:cNvCxnSpPr>
          <p:nvPr/>
        </p:nvCxnSpPr>
        <p:spPr>
          <a:xfrm rot="10800000" flipV="1">
            <a:off x="1817582" y="2943506"/>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直線矢印コネクタ 182">
            <a:extLst>
              <a:ext uri="{FF2B5EF4-FFF2-40B4-BE49-F238E27FC236}">
                <a16:creationId xmlns:a16="http://schemas.microsoft.com/office/drawing/2014/main" id="{4920AC3D-CAEE-DCBA-660F-40E85A7090E0}"/>
              </a:ext>
            </a:extLst>
          </p:cNvPr>
          <p:cNvCxnSpPr>
            <a:cxnSpLocks/>
          </p:cNvCxnSpPr>
          <p:nvPr/>
        </p:nvCxnSpPr>
        <p:spPr>
          <a:xfrm rot="16200000" flipV="1">
            <a:off x="6903086" y="2951696"/>
            <a:ext cx="629361" cy="751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50C0A239-9271-3EC2-75BE-2EDA44C2DEAA}"/>
              </a:ext>
            </a:extLst>
          </p:cNvPr>
          <p:cNvCxnSpPr>
            <a:cxnSpLocks/>
          </p:cNvCxnSpPr>
          <p:nvPr/>
        </p:nvCxnSpPr>
        <p:spPr>
          <a:xfrm rot="5400000" flipV="1">
            <a:off x="7037693" y="2866321"/>
            <a:ext cx="629361" cy="751553"/>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7" name="台形 186">
            <a:extLst>
              <a:ext uri="{FF2B5EF4-FFF2-40B4-BE49-F238E27FC236}">
                <a16:creationId xmlns:a16="http://schemas.microsoft.com/office/drawing/2014/main" id="{48BBDE04-3DE2-6D44-D6A3-B6EAE38AA2F3}"/>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8" name="台形 187">
            <a:extLst>
              <a:ext uri="{FF2B5EF4-FFF2-40B4-BE49-F238E27FC236}">
                <a16:creationId xmlns:a16="http://schemas.microsoft.com/office/drawing/2014/main" id="{EAA8783B-75FD-4983-35E6-2DD9C3DDD988}"/>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9" name="台形 188">
            <a:extLst>
              <a:ext uri="{FF2B5EF4-FFF2-40B4-BE49-F238E27FC236}">
                <a16:creationId xmlns:a16="http://schemas.microsoft.com/office/drawing/2014/main" id="{D130BF25-27F2-F545-90E3-E2B4839DBFB0}"/>
              </a:ext>
            </a:extLst>
          </p:cNvPr>
          <p:cNvSpPr/>
          <p:nvPr/>
        </p:nvSpPr>
        <p:spPr>
          <a:xfrm rot="10800000">
            <a:off x="2535638" y="1666372"/>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0" name="台形 189">
            <a:extLst>
              <a:ext uri="{FF2B5EF4-FFF2-40B4-BE49-F238E27FC236}">
                <a16:creationId xmlns:a16="http://schemas.microsoft.com/office/drawing/2014/main" id="{3564577B-8A85-5512-FBEF-53074D791B85}"/>
              </a:ext>
            </a:extLst>
          </p:cNvPr>
          <p:cNvSpPr/>
          <p:nvPr/>
        </p:nvSpPr>
        <p:spPr>
          <a:xfrm>
            <a:off x="2535638" y="1941211"/>
            <a:ext cx="438043" cy="144331"/>
          </a:xfrm>
          <a:prstGeom prst="trapezoid">
            <a:avLst>
              <a:gd name="adj" fmla="val 80730"/>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1" name="台形 190">
            <a:extLst>
              <a:ext uri="{FF2B5EF4-FFF2-40B4-BE49-F238E27FC236}">
                <a16:creationId xmlns:a16="http://schemas.microsoft.com/office/drawing/2014/main" id="{48CB374D-0BD2-1F5A-D31F-7CFDFF9645EE}"/>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92" name="台形 191">
            <a:extLst>
              <a:ext uri="{FF2B5EF4-FFF2-40B4-BE49-F238E27FC236}">
                <a16:creationId xmlns:a16="http://schemas.microsoft.com/office/drawing/2014/main" id="{1A4982B3-BF4C-B209-BFFF-98814ECCDD31}"/>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198" name="テキスト ボックス 197">
                <a:extLst>
                  <a:ext uri="{FF2B5EF4-FFF2-40B4-BE49-F238E27FC236}">
                    <a16:creationId xmlns:a16="http://schemas.microsoft.com/office/drawing/2014/main" id="{CC238DAF-910B-117D-FF22-6BD90F96A83B}"/>
                  </a:ext>
                </a:extLst>
              </p:cNvPr>
              <p:cNvSpPr txBox="1"/>
              <p:nvPr/>
            </p:nvSpPr>
            <p:spPr>
              <a:xfrm>
                <a:off x="2170063" y="339052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1</m:t>
                          </m:r>
                        </m:sub>
                      </m:sSub>
                    </m:oMath>
                  </m:oMathPara>
                </a14:m>
                <a:endParaRPr lang="ja-JP" altLang="en-US"/>
              </a:p>
            </p:txBody>
          </p:sp>
        </mc:Choice>
        <mc:Fallback xmlns="">
          <p:sp>
            <p:nvSpPr>
              <p:cNvPr id="198" name="テキスト ボックス 197">
                <a:extLst>
                  <a:ext uri="{FF2B5EF4-FFF2-40B4-BE49-F238E27FC236}">
                    <a16:creationId xmlns:a16="http://schemas.microsoft.com/office/drawing/2014/main" id="{CC238DAF-910B-117D-FF22-6BD90F96A83B}"/>
                  </a:ext>
                </a:extLst>
              </p:cNvPr>
              <p:cNvSpPr txBox="1">
                <a:spLocks noRot="1" noChangeAspect="1" noMove="1" noResize="1" noEditPoints="1" noAdjustHandles="1" noChangeArrowheads="1" noChangeShapeType="1" noTextEdit="1"/>
              </p:cNvSpPr>
              <p:nvPr/>
            </p:nvSpPr>
            <p:spPr>
              <a:xfrm>
                <a:off x="2170063" y="3390528"/>
                <a:ext cx="838729"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9" name="テキスト ボックス 198">
                <a:extLst>
                  <a:ext uri="{FF2B5EF4-FFF2-40B4-BE49-F238E27FC236}">
                    <a16:creationId xmlns:a16="http://schemas.microsoft.com/office/drawing/2014/main" id="{650CCF3D-0B3F-F36C-BE07-47B9D30922A2}"/>
                  </a:ext>
                </a:extLst>
              </p:cNvPr>
              <p:cNvSpPr txBox="1"/>
              <p:nvPr/>
            </p:nvSpPr>
            <p:spPr>
              <a:xfrm>
                <a:off x="4605316" y="3320948"/>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2</m:t>
                          </m:r>
                        </m:sub>
                      </m:sSub>
                    </m:oMath>
                  </m:oMathPara>
                </a14:m>
                <a:endParaRPr lang="ja-JP" altLang="en-US"/>
              </a:p>
            </p:txBody>
          </p:sp>
        </mc:Choice>
        <mc:Fallback xmlns="">
          <p:sp>
            <p:nvSpPr>
              <p:cNvPr id="199" name="テキスト ボックス 198">
                <a:extLst>
                  <a:ext uri="{FF2B5EF4-FFF2-40B4-BE49-F238E27FC236}">
                    <a16:creationId xmlns:a16="http://schemas.microsoft.com/office/drawing/2014/main" id="{650CCF3D-0B3F-F36C-BE07-47B9D30922A2}"/>
                  </a:ext>
                </a:extLst>
              </p:cNvPr>
              <p:cNvSpPr txBox="1">
                <a:spLocks noRot="1" noChangeAspect="1" noMove="1" noResize="1" noEditPoints="1" noAdjustHandles="1" noChangeArrowheads="1" noChangeShapeType="1" noTextEdit="1"/>
              </p:cNvSpPr>
              <p:nvPr/>
            </p:nvSpPr>
            <p:spPr>
              <a:xfrm>
                <a:off x="4605316" y="3320948"/>
                <a:ext cx="838729"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0" name="テキスト ボックス 199">
                <a:extLst>
                  <a:ext uri="{FF2B5EF4-FFF2-40B4-BE49-F238E27FC236}">
                    <a16:creationId xmlns:a16="http://schemas.microsoft.com/office/drawing/2014/main" id="{604B7529-6D50-8CDC-F4EF-49D60E1351FA}"/>
                  </a:ext>
                </a:extLst>
              </p:cNvPr>
              <p:cNvSpPr txBox="1"/>
              <p:nvPr/>
            </p:nvSpPr>
            <p:spPr>
              <a:xfrm>
                <a:off x="6473443" y="3317191"/>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latin typeface="Cambria Math" panose="02040503050406030204" pitchFamily="18" charset="0"/>
                        </a:rPr>
                        <m:t>Δ</m:t>
                      </m:r>
                      <m:sSub>
                        <m:sSubPr>
                          <m:ctrlPr>
                            <a:rPr lang="en-US" altLang="ja-JP" b="0" i="1" smtClean="0">
                              <a:latin typeface="Cambria Math" panose="02040503050406030204" pitchFamily="18" charset="0"/>
                            </a:rPr>
                          </m:ctrlPr>
                        </m:sSubPr>
                        <m:e>
                          <m:r>
                            <a:rPr lang="en-US" altLang="ja-JP" i="1">
                              <a:latin typeface="Cambria Math" panose="02040503050406030204" pitchFamily="18" charset="0"/>
                            </a:rPr>
                            <m:t>𝑊</m:t>
                          </m:r>
                        </m:e>
                        <m:sub>
                          <m:r>
                            <a:rPr lang="en-US" altLang="ja-JP" b="0" i="1" smtClean="0">
                              <a:latin typeface="Cambria Math" panose="02040503050406030204" pitchFamily="18" charset="0"/>
                            </a:rPr>
                            <m:t>3</m:t>
                          </m:r>
                        </m:sub>
                      </m:sSub>
                    </m:oMath>
                  </m:oMathPara>
                </a14:m>
                <a:endParaRPr lang="ja-JP" altLang="en-US"/>
              </a:p>
            </p:txBody>
          </p:sp>
        </mc:Choice>
        <mc:Fallback xmlns="">
          <p:sp>
            <p:nvSpPr>
              <p:cNvPr id="200" name="テキスト ボックス 199">
                <a:extLst>
                  <a:ext uri="{FF2B5EF4-FFF2-40B4-BE49-F238E27FC236}">
                    <a16:creationId xmlns:a16="http://schemas.microsoft.com/office/drawing/2014/main" id="{604B7529-6D50-8CDC-F4EF-49D60E1351FA}"/>
                  </a:ext>
                </a:extLst>
              </p:cNvPr>
              <p:cNvSpPr txBox="1">
                <a:spLocks noRot="1" noChangeAspect="1" noMove="1" noResize="1" noEditPoints="1" noAdjustHandles="1" noChangeArrowheads="1" noChangeShapeType="1" noTextEdit="1"/>
              </p:cNvSpPr>
              <p:nvPr/>
            </p:nvSpPr>
            <p:spPr>
              <a:xfrm>
                <a:off x="6473443" y="3317191"/>
                <a:ext cx="838729"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4" name="吹き出し: 角を丸めた四角形 203">
                <a:extLst>
                  <a:ext uri="{FF2B5EF4-FFF2-40B4-BE49-F238E27FC236}">
                    <a16:creationId xmlns:a16="http://schemas.microsoft.com/office/drawing/2014/main" id="{3C841163-B7BE-BA12-005A-370240FDCAA4}"/>
                  </a:ext>
                </a:extLst>
              </p:cNvPr>
              <p:cNvSpPr/>
              <p:nvPr/>
            </p:nvSpPr>
            <p:spPr>
              <a:xfrm>
                <a:off x="43287" y="2281747"/>
                <a:ext cx="2123120" cy="961044"/>
              </a:xfrm>
              <a:prstGeom prst="wedgeRoundRectCallout">
                <a:avLst>
                  <a:gd name="adj1" fmla="val 163005"/>
                  <a:gd name="adj2" fmla="val -75372"/>
                  <a:gd name="adj3" fmla="val 16667"/>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14:m>
                  <m:oMathPara xmlns:m="http://schemas.openxmlformats.org/officeDocument/2006/math">
                    <m:oMathParaPr>
                      <m:jc m:val="left"/>
                    </m:oMathParaPr>
                    <m:oMath xmlns:m="http://schemas.openxmlformats.org/officeDocument/2006/math">
                      <m:r>
                        <a:rPr lang="en-US" altLang="ja-JP" i="1">
                          <a:solidFill>
                            <a:schemeClr val="tx1"/>
                          </a:solidFill>
                          <a:latin typeface="Cambria Math" panose="02040503050406030204" pitchFamily="18" charset="0"/>
                        </a:rPr>
                        <m:t>𝐿</m:t>
                      </m:r>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en-US" altLang="ja-JP" i="1">
                          <a:solidFill>
                            <a:schemeClr val="tx1"/>
                          </a:solidFill>
                          <a:latin typeface="Cambria Math" panose="02040503050406030204" pitchFamily="18" charset="0"/>
                        </a:rPr>
                        <m:t>+</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oMath>
                  </m:oMathPara>
                </a14:m>
                <a:endParaRPr lang="ja-JP" altLang="en-US">
                  <a:solidFill>
                    <a:schemeClr val="tx1"/>
                  </a:solidFill>
                </a:endParaRPr>
              </a:p>
            </p:txBody>
          </p:sp>
        </mc:Choice>
        <mc:Fallback xmlns="">
          <p:sp>
            <p:nvSpPr>
              <p:cNvPr id="204" name="吹き出し: 角を丸めた四角形 203">
                <a:extLst>
                  <a:ext uri="{FF2B5EF4-FFF2-40B4-BE49-F238E27FC236}">
                    <a16:creationId xmlns:a16="http://schemas.microsoft.com/office/drawing/2014/main" id="{3C841163-B7BE-BA12-005A-370240FDCAA4}"/>
                  </a:ext>
                </a:extLst>
              </p:cNvPr>
              <p:cNvSpPr>
                <a:spLocks noRot="1" noChangeAspect="1" noMove="1" noResize="1" noEditPoints="1" noAdjustHandles="1" noChangeArrowheads="1" noChangeShapeType="1" noTextEdit="1"/>
              </p:cNvSpPr>
              <p:nvPr/>
            </p:nvSpPr>
            <p:spPr>
              <a:xfrm>
                <a:off x="43287" y="2281747"/>
                <a:ext cx="2123120" cy="961044"/>
              </a:xfrm>
              <a:prstGeom prst="wedgeRoundRectCallout">
                <a:avLst>
                  <a:gd name="adj1" fmla="val 163005"/>
                  <a:gd name="adj2" fmla="val -75372"/>
                  <a:gd name="adj3" fmla="val 16667"/>
                </a:avLst>
              </a:prstGeom>
              <a:blipFill>
                <a:blip r:embed="rId27"/>
                <a:stretch>
                  <a:fillRect l="-524" b="-966"/>
                </a:stretch>
              </a:blipFill>
              <a:ln w="28575">
                <a:solidFill>
                  <a:srgbClr val="C00000"/>
                </a:solidFill>
              </a:ln>
            </p:spPr>
            <p:txBody>
              <a:bodyPr/>
              <a:lstStyle/>
              <a:p>
                <a:r>
                  <a:rPr lang="en-US">
                    <a:noFill/>
                  </a:rPr>
                  <a:t> </a:t>
                </a:r>
              </a:p>
            </p:txBody>
          </p:sp>
        </mc:Fallback>
      </mc:AlternateContent>
      <p:sp>
        <p:nvSpPr>
          <p:cNvPr id="205" name="矢印: 右 204">
            <a:extLst>
              <a:ext uri="{FF2B5EF4-FFF2-40B4-BE49-F238E27FC236}">
                <a16:creationId xmlns:a16="http://schemas.microsoft.com/office/drawing/2014/main" id="{45083472-2FB8-A5A1-CF97-E4D78A3F1AE7}"/>
              </a:ext>
            </a:extLst>
          </p:cNvPr>
          <p:cNvSpPr/>
          <p:nvPr/>
        </p:nvSpPr>
        <p:spPr>
          <a:xfrm>
            <a:off x="5795861" y="1700503"/>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4F300F46-9287-AD00-0242-74AC9E5E7246}"/>
              </a:ext>
            </a:extLst>
          </p:cNvPr>
          <p:cNvSpPr/>
          <p:nvPr/>
        </p:nvSpPr>
        <p:spPr>
          <a:xfrm rot="19283956">
            <a:off x="3111127" y="2187382"/>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966BD338-C9C9-2009-EEEC-064130E88B9A}"/>
              </a:ext>
            </a:extLst>
          </p:cNvPr>
          <p:cNvSpPr/>
          <p:nvPr/>
        </p:nvSpPr>
        <p:spPr>
          <a:xfrm>
            <a:off x="3070090" y="1752649"/>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D3663555-8308-E23B-C952-AA7708F06474}"/>
              </a:ext>
            </a:extLst>
          </p:cNvPr>
          <p:cNvSpPr/>
          <p:nvPr/>
        </p:nvSpPr>
        <p:spPr>
          <a:xfrm rot="2825624">
            <a:off x="3087662" y="1304828"/>
            <a:ext cx="634415"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台形 10">
            <a:extLst>
              <a:ext uri="{FF2B5EF4-FFF2-40B4-BE49-F238E27FC236}">
                <a16:creationId xmlns:a16="http://schemas.microsoft.com/office/drawing/2014/main" id="{8F12D64B-DE9A-B053-9D7B-AE89A908032A}"/>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2" name="台形 11">
            <a:extLst>
              <a:ext uri="{FF2B5EF4-FFF2-40B4-BE49-F238E27FC236}">
                <a16:creationId xmlns:a16="http://schemas.microsoft.com/office/drawing/2014/main" id="{476E893D-C70B-BD9B-FBCC-B765775F3E21}"/>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3" name="矢印: 右 12">
            <a:extLst>
              <a:ext uri="{FF2B5EF4-FFF2-40B4-BE49-F238E27FC236}">
                <a16:creationId xmlns:a16="http://schemas.microsoft.com/office/drawing/2014/main" id="{8DC0EABA-0865-FDEF-05B9-AE6D853A001A}"/>
              </a:ext>
            </a:extLst>
          </p:cNvPr>
          <p:cNvSpPr/>
          <p:nvPr/>
        </p:nvSpPr>
        <p:spPr>
          <a:xfrm>
            <a:off x="4366063" y="1683332"/>
            <a:ext cx="405953" cy="298438"/>
          </a:xfrm>
          <a:prstGeom prst="rightArrow">
            <a:avLst/>
          </a:prstGeom>
          <a:solidFill>
            <a:srgbClr val="C00000"/>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台形 13">
            <a:extLst>
              <a:ext uri="{FF2B5EF4-FFF2-40B4-BE49-F238E27FC236}">
                <a16:creationId xmlns:a16="http://schemas.microsoft.com/office/drawing/2014/main" id="{0DA0F1D3-24FD-6C53-7878-AE312D28C5F2}"/>
              </a:ext>
            </a:extLst>
          </p:cNvPr>
          <p:cNvSpPr/>
          <p:nvPr/>
        </p:nvSpPr>
        <p:spPr>
          <a:xfrm rot="10800000">
            <a:off x="4765212" y="1425050"/>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7" name="台形 16">
            <a:extLst>
              <a:ext uri="{FF2B5EF4-FFF2-40B4-BE49-F238E27FC236}">
                <a16:creationId xmlns:a16="http://schemas.microsoft.com/office/drawing/2014/main" id="{7B9282EA-215F-7BB5-DCE1-AF81450FB5CE}"/>
              </a:ext>
            </a:extLst>
          </p:cNvPr>
          <p:cNvSpPr/>
          <p:nvPr/>
        </p:nvSpPr>
        <p:spPr>
          <a:xfrm>
            <a:off x="4784262" y="1813377"/>
            <a:ext cx="966628" cy="302864"/>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18" name="吹き出し: 角を丸めた四角形 17">
            <a:extLst>
              <a:ext uri="{FF2B5EF4-FFF2-40B4-BE49-F238E27FC236}">
                <a16:creationId xmlns:a16="http://schemas.microsoft.com/office/drawing/2014/main" id="{408F3EF5-7C78-16CE-1EDF-FCC261FE48CD}"/>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20" name="タイトル 2">
            <a:extLst>
              <a:ext uri="{FF2B5EF4-FFF2-40B4-BE49-F238E27FC236}">
                <a16:creationId xmlns:a16="http://schemas.microsoft.com/office/drawing/2014/main" id="{F8B36F61-BB03-9DC8-A894-EBD658FF3EBD}"/>
              </a:ext>
            </a:extLst>
          </p:cNvPr>
          <p:cNvSpPr txBox="1">
            <a:spLocks/>
          </p:cNvSpPr>
          <p:nvPr/>
        </p:nvSpPr>
        <p:spPr>
          <a:xfrm>
            <a:off x="6274338" y="895656"/>
            <a:ext cx="144409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600"/>
              <a:t>基盤モデル</a:t>
            </a:r>
          </a:p>
        </p:txBody>
      </p:sp>
      <p:sp>
        <p:nvSpPr>
          <p:cNvPr id="21" name="吹き出し: 角を丸めた四角形 20">
            <a:extLst>
              <a:ext uri="{FF2B5EF4-FFF2-40B4-BE49-F238E27FC236}">
                <a16:creationId xmlns:a16="http://schemas.microsoft.com/office/drawing/2014/main" id="{0D223935-078A-118E-0208-BC9551561C44}"/>
              </a:ext>
            </a:extLst>
          </p:cNvPr>
          <p:cNvSpPr/>
          <p:nvPr/>
        </p:nvSpPr>
        <p:spPr>
          <a:xfrm>
            <a:off x="4520736" y="2211352"/>
            <a:ext cx="1536261"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a:solidFill>
                  <a:schemeClr val="tx1"/>
                </a:solidFill>
              </a:rPr>
              <a:t>基盤モデル用</a:t>
            </a:r>
            <a:r>
              <a:rPr lang="en-US" altLang="ja-JP" err="1">
                <a:solidFill>
                  <a:schemeClr val="tx1"/>
                </a:solidFill>
              </a:rPr>
              <a:t>LoRA</a:t>
            </a:r>
            <a:r>
              <a:rPr lang="ja-JP" altLang="en-US">
                <a:solidFill>
                  <a:schemeClr val="tx1"/>
                </a:solidFill>
              </a:rPr>
              <a:t>の作成</a:t>
            </a:r>
            <a:endParaRPr lang="en-US" altLang="ja-JP">
              <a:solidFill>
                <a:schemeClr val="tx1"/>
              </a:solidFill>
            </a:endParaRPr>
          </a:p>
        </p:txBody>
      </p:sp>
    </p:spTree>
    <p:extLst>
      <p:ext uri="{BB962C8B-B14F-4D97-AF65-F5344CB8AC3E}">
        <p14:creationId xmlns:p14="http://schemas.microsoft.com/office/powerpoint/2010/main" val="3330014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A4352-D3BC-B904-AB16-DBF96CAC47A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D1A4B09-4BC0-1B3D-F39E-41F2A590D807}"/>
              </a:ext>
            </a:extLst>
          </p:cNvPr>
          <p:cNvSpPr>
            <a:spLocks noGrp="1"/>
          </p:cNvSpPr>
          <p:nvPr>
            <p:ph type="title"/>
          </p:nvPr>
        </p:nvSpPr>
        <p:spPr/>
        <p:txBody>
          <a:bodyPr>
            <a:normAutofit fontScale="90000"/>
          </a:bodyPr>
          <a:lstStyle/>
          <a:p>
            <a:r>
              <a:rPr lang="en-US" altLang="ja-JP" dirty="0"/>
              <a:t>4.</a:t>
            </a:r>
            <a:r>
              <a:rPr lang="ja-JP" altLang="ja-JP" dirty="0"/>
              <a:t>次ラウンドへのループ</a:t>
            </a:r>
            <a:r>
              <a:rPr lang="en-US" altLang="ja-JP" dirty="0"/>
              <a:t>(</a:t>
            </a:r>
            <a:r>
              <a:rPr lang="ja-JP" altLang="en-US" dirty="0"/>
              <a:t>再配布・</a:t>
            </a:r>
            <a:r>
              <a:rPr lang="ja-JP" altLang="en-US" dirty="0">
                <a:solidFill>
                  <a:srgbClr val="FF0000"/>
                </a:solidFill>
              </a:rPr>
              <a:t>蒸留工程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E1A7985B-AED8-0254-9CC2-AF77AA4B785D}"/>
              </a:ext>
            </a:extLst>
          </p:cNvPr>
          <p:cNvSpPr>
            <a:spLocks noGrp="1"/>
          </p:cNvSpPr>
          <p:nvPr>
            <p:ph type="sldNum" sz="quarter" idx="4"/>
          </p:nvPr>
        </p:nvSpPr>
        <p:spPr/>
        <p:txBody>
          <a:bodyPr/>
          <a:lstStyle/>
          <a:p>
            <a:fld id="{C088C981-6885-4100-82A1-DE7074EC4480}" type="slidenum">
              <a:rPr lang="ja-JP" altLang="en-US" smtClean="0"/>
              <a:t>7</a:t>
            </a:fld>
            <a:endParaRPr lang="ja-JP" altLang="en-US" dirty="0"/>
          </a:p>
        </p:txBody>
      </p:sp>
      <p:sp>
        <p:nvSpPr>
          <p:cNvPr id="5" name="四角形: 角を丸くする 4">
            <a:extLst>
              <a:ext uri="{FF2B5EF4-FFF2-40B4-BE49-F238E27FC236}">
                <a16:creationId xmlns:a16="http://schemas.microsoft.com/office/drawing/2014/main" id="{7DA0A73D-5A81-17E6-9802-C8D06DA4D748}"/>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668B278D-43C2-86E6-9315-E816EEF477B0}"/>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4B86A747-09F5-1F83-0149-E0419C9B48DE}"/>
              </a:ext>
            </a:extLst>
          </p:cNvPr>
          <p:cNvCxnSpPr>
            <a:cxnSpLocks/>
          </p:cNvCxnSpPr>
          <p:nvPr/>
        </p:nvCxnSpPr>
        <p:spPr>
          <a:xfrm flipH="1">
            <a:off x="1903241" y="3004413"/>
            <a:ext cx="657026"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4CA93050-4BBF-384D-72B3-156B55F1A6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277A6999-76B6-6A72-28BB-FA8E03E063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532C51FC-2262-7203-788D-778D3312968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8E732DA2-00B0-3DD3-C20D-C6C7F3B2F6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D11FF587-89D8-3A05-413E-6DE2CB5C920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B4C7A71D-26D1-82E5-242A-49F4B2FE60D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FB374B9F-B222-C119-E35B-ADDBDCAC4F7C}"/>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E5A2C93A-E05E-E69E-812C-4602C20B5F4C}"/>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6CC9A06F-6B76-24F9-5C75-2D8721BBCADE}"/>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A1E8802F-C4CE-6E2D-52D6-CB2CEA9CB06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ECEE5A4D-88FF-A943-20F8-29549864A2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3F9BC4DE-BE29-A6DD-C55C-C6B1BD3A333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A2A5B195-AA6B-AD87-6EEA-72A1E6D8AED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CAED4009-758F-20E2-8A82-6DAF52C23AA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CAE240BB-3FF5-983E-A2E9-84F8F9B83A8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8DA3695F-B02F-90DB-4A04-E564FA716F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D9A0518E-AC4A-B1CF-99B0-5E632CF5A12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1A986C23-8928-6781-74CA-D7407A19A82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03655020-F7E8-05DF-EF43-606507AEB7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E56D5BFD-D359-549D-E2FA-0EBE4EFB7FA1}"/>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FA76EA40-33CF-CC32-ECC2-3D4B66630242}"/>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9E8A9B45-6836-60EC-E2E9-B59D1DFCDEC4}"/>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321389AA-1A2B-A9F7-D32E-8E1FA7F2C224}"/>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682F15FF-5BCC-3C7D-862C-2B39C519DE93}"/>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D9910DB5-02E4-ECE4-6793-D65C8186614B}"/>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833E9C70-0DF3-D85B-C6A2-7AA39475BFBB}"/>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5E68078E-9184-7FC7-1BD2-7E05C4E40CBE}"/>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DEED1C71-FBBA-88F1-E33B-8E43C1570404}"/>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227156B6-76D3-3B47-AC19-C7032E148ED7}"/>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1120F997-E392-4359-8288-234C27CC7417}"/>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104F6D57-FD6D-DD3D-AD3C-CD724FF5DE47}"/>
              </a:ext>
            </a:extLst>
          </p:cNvPr>
          <p:cNvSpPr/>
          <p:nvPr/>
        </p:nvSpPr>
        <p:spPr>
          <a:xfrm>
            <a:off x="1829569" y="877367"/>
            <a:ext cx="639643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0D66B3CB-C0CD-912E-B9E6-EC421D5A2B9C}"/>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1DAE5F25-00F1-C5ED-CC28-49C784E536E6}"/>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D664393E-DD42-5033-F513-74BB6E11165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E541A51F-6146-DF5E-2F8B-C53C71AC9FA9}"/>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9BFF56E6-BFA2-890E-FA14-181D8E27547A}"/>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CB8F03B3-AE54-1842-0E05-AB8319F5714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0DB73BDC-E941-0281-4A97-EE301B5871B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BE3421EB-89FB-DBA6-456F-EA2AF90F9DF2}"/>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35380972-0624-0D59-1FDC-FFE4DE800FF5}"/>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685CA03F-B585-D1A9-0664-82E1C455035A}"/>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C7D7B0E7-18B5-A35E-B30B-E9A25E9DE96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AC4731F1-0686-33C7-73B7-67295FD350B4}"/>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F247F523-5E08-BA5C-74D6-C2446BCEF87D}"/>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62FFEA44-C612-A414-75B8-BB74B8D541A1}"/>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774E69A5-4404-08A2-5E1C-806B5938EB4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BB85ABA3-5FC1-D743-2E0D-0CEBE39D89A9}"/>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100DE235-DD75-536E-4AA4-7B92D8871C2D}"/>
              </a:ext>
            </a:extLst>
          </p:cNvPr>
          <p:cNvCxnSpPr>
            <a:cxnSpLocks/>
          </p:cNvCxnSpPr>
          <p:nvPr/>
        </p:nvCxnSpPr>
        <p:spPr>
          <a:xfrm>
            <a:off x="5994795" y="3004413"/>
            <a:ext cx="711523"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1F25484F-B172-E243-8BB8-7D2040509CB5}"/>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b="0" i="0" smtClean="0">
                          <a:solidFill>
                            <a:schemeClr val="tx1"/>
                          </a:solidFill>
                          <a:latin typeface="Cambria Math" panose="02040503050406030204" pitchFamily="18" charset="0"/>
                        </a:rPr>
                        <m:t>logit</m:t>
                      </m:r>
                      <m:sSub>
                        <m:sSubPr>
                          <m:ctrlPr>
                            <a:rPr lang="en-US" altLang="ja-JP" sz="2400" b="0" i="1" smtClean="0">
                              <a:solidFill>
                                <a:schemeClr val="tx1"/>
                              </a:solidFill>
                              <a:latin typeface="Cambria Math" panose="02040503050406030204" pitchFamily="18" charset="0"/>
                            </a:rPr>
                          </m:ctrlPr>
                        </m:sSubPr>
                        <m:e>
                          <m:r>
                            <m:rPr>
                              <m:sty m:val="p"/>
                            </m:rPr>
                            <a:rPr lang="en-US" altLang="ja-JP" sz="2400" b="0" i="0" smtClean="0">
                              <a:solidFill>
                                <a:schemeClr val="tx1"/>
                              </a:solidFill>
                              <a:latin typeface="Cambria Math" panose="02040503050406030204" pitchFamily="18" charset="0"/>
                            </a:rPr>
                            <m:t>s</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1F25484F-B172-E243-8BB8-7D2040509CB5}"/>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7"/>
                <a:stretch>
                  <a:fillRect l="-6522" r="-19565" b="-1710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A2A3BBDB-1A96-48A4-3609-555104A21646}"/>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s</m:t>
                          </m:r>
                        </m:e>
                        <m:sub>
                          <m:r>
                            <a:rPr lang="en-US" altLang="ja-JP">
                              <a:latin typeface="Cambria Math" panose="02040503050406030204" pitchFamily="18" charset="0"/>
                            </a:rPr>
                            <m:t>2</m:t>
                          </m:r>
                        </m:sub>
                      </m:sSub>
                    </m:oMath>
                  </m:oMathPara>
                </a14:m>
                <a:endParaRPr lang="ja-JP" altLang="en-US" dirty="0"/>
              </a:p>
            </p:txBody>
          </p:sp>
        </mc:Choice>
        <mc:Fallback xmlns="">
          <p:sp>
            <p:nvSpPr>
              <p:cNvPr id="63" name="テキスト ボックス 62">
                <a:extLst>
                  <a:ext uri="{FF2B5EF4-FFF2-40B4-BE49-F238E27FC236}">
                    <a16:creationId xmlns:a16="http://schemas.microsoft.com/office/drawing/2014/main" id="{A2A3BBDB-1A96-48A4-3609-555104A21646}"/>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8"/>
                <a:stretch>
                  <a:fillRect l="-1449" b="-13333"/>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FCC41463-6B65-4F23-8AF6-6F9527AF2330}"/>
              </a:ext>
            </a:extLst>
          </p:cNvPr>
          <p:cNvSpPr/>
          <p:nvPr/>
        </p:nvSpPr>
        <p:spPr>
          <a:xfrm rot="19283956">
            <a:off x="2591778" y="2187796"/>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247B9C68-8DB8-39F7-6440-5992C05E4E2E}"/>
              </a:ext>
            </a:extLst>
          </p:cNvPr>
          <p:cNvSpPr/>
          <p:nvPr/>
        </p:nvSpPr>
        <p:spPr>
          <a:xfrm rot="2825624">
            <a:off x="2568313" y="1305242"/>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2010E736-D394-B9B2-0772-D637B53E8CF5}"/>
              </a:ext>
            </a:extLst>
          </p:cNvPr>
          <p:cNvSpPr/>
          <p:nvPr/>
        </p:nvSpPr>
        <p:spPr>
          <a:xfrm>
            <a:off x="4020662" y="1764174"/>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56DE38F9-102E-5408-38CE-3669075FB260}"/>
              </a:ext>
            </a:extLst>
          </p:cNvPr>
          <p:cNvSpPr/>
          <p:nvPr/>
        </p:nvSpPr>
        <p:spPr>
          <a:xfrm>
            <a:off x="3234585" y="1764174"/>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pic>
        <p:nvPicPr>
          <p:cNvPr id="70" name="図 69">
            <a:extLst>
              <a:ext uri="{FF2B5EF4-FFF2-40B4-BE49-F238E27FC236}">
                <a16:creationId xmlns:a16="http://schemas.microsoft.com/office/drawing/2014/main" id="{32085A6F-400A-EC2D-C5BF-87EB3ECEB136}"/>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420314" y="1445993"/>
            <a:ext cx="561592" cy="564162"/>
          </a:xfrm>
          <a:prstGeom prst="rect">
            <a:avLst/>
          </a:prstGeom>
        </p:spPr>
      </p:pic>
      <p:sp>
        <p:nvSpPr>
          <p:cNvPr id="71" name="タイトル 2">
            <a:extLst>
              <a:ext uri="{FF2B5EF4-FFF2-40B4-BE49-F238E27FC236}">
                <a16:creationId xmlns:a16="http://schemas.microsoft.com/office/drawing/2014/main" id="{C6930137-0ACB-0389-D06D-DB7DF8D1B501}"/>
              </a:ext>
            </a:extLst>
          </p:cNvPr>
          <p:cNvSpPr txBox="1">
            <a:spLocks/>
          </p:cNvSpPr>
          <p:nvPr/>
        </p:nvSpPr>
        <p:spPr>
          <a:xfrm>
            <a:off x="7137914" y="2078991"/>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dirty="0"/>
              <a:t>Qwen-VL-3B</a:t>
            </a:r>
            <a:endParaRPr lang="ja-JP" altLang="en-US" sz="1200" dirty="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85FB5F73-7AE7-9A73-0C55-1AAC6E477BA0}"/>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i="0">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i="0">
                              <a:latin typeface="Cambria Math" panose="02040503050406030204" pitchFamily="18" charset="0"/>
                            </a:rPr>
                            <m:t>s</m:t>
                          </m:r>
                        </m:e>
                        <m:sub>
                          <m:r>
                            <a:rPr lang="en-US" altLang="ja-JP" i="0">
                              <a:latin typeface="Cambria Math" panose="02040503050406030204" pitchFamily="18" charset="0"/>
                            </a:rPr>
                            <m:t>1</m:t>
                          </m:r>
                        </m:sub>
                      </m:sSub>
                    </m:oMath>
                  </m:oMathPara>
                </a14:m>
                <a:endParaRPr lang="ja-JP" altLang="en-US" dirty="0"/>
              </a:p>
            </p:txBody>
          </p:sp>
        </mc:Choice>
        <mc:Fallback xmlns="">
          <p:sp>
            <p:nvSpPr>
              <p:cNvPr id="72" name="テキスト ボックス 71">
                <a:extLst>
                  <a:ext uri="{FF2B5EF4-FFF2-40B4-BE49-F238E27FC236}">
                    <a16:creationId xmlns:a16="http://schemas.microsoft.com/office/drawing/2014/main" id="{85FB5F73-7AE7-9A73-0C55-1AAC6E477BA0}"/>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l="-725" b="-131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92AB0165-05DC-A0C1-E2C4-2CE5DB9B8F5F}"/>
                  </a:ext>
                </a:extLst>
              </p:cNvPr>
              <p:cNvSpPr txBox="1"/>
              <p:nvPr/>
            </p:nvSpPr>
            <p:spPr>
              <a:xfrm>
                <a:off x="6706318" y="3214339"/>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i="0" smtClean="0">
                          <a:latin typeface="Cambria Math" panose="02040503050406030204" pitchFamily="18" charset="0"/>
                        </a:rPr>
                        <m:t>logit</m:t>
                      </m:r>
                      <m:sSub>
                        <m:sSubPr>
                          <m:ctrlPr>
                            <a:rPr lang="en-US" altLang="ja-JP" sz="2400" b="0" i="1" smtClean="0">
                              <a:latin typeface="Cambria Math" panose="02040503050406030204" pitchFamily="18" charset="0"/>
                            </a:rPr>
                          </m:ctrlPr>
                        </m:sSubPr>
                        <m:e>
                          <m:r>
                            <m:rPr>
                              <m:sty m:val="p"/>
                            </m:rPr>
                            <a:rPr lang="en-US" altLang="ja-JP" sz="2400" b="0" i="0" smtClean="0">
                              <a:latin typeface="Cambria Math" panose="02040503050406030204" pitchFamily="18" charset="0"/>
                            </a:rPr>
                            <m:t>s</m:t>
                          </m:r>
                        </m:e>
                        <m:sub>
                          <m:r>
                            <a:rPr lang="en-US" altLang="ja-JP" sz="2400" b="0" i="0" smtClean="0">
                              <a:latin typeface="Cambria Math" panose="02040503050406030204" pitchFamily="18" charset="0"/>
                            </a:rPr>
                            <m:t>2</m:t>
                          </m:r>
                        </m:sub>
                      </m:sSub>
                    </m:oMath>
                  </m:oMathPara>
                </a14:m>
                <a:endParaRPr lang="ja-JP" altLang="en-US" sz="2400" dirty="0"/>
              </a:p>
            </p:txBody>
          </p:sp>
        </mc:Choice>
        <mc:Fallback xmlns="">
          <p:sp>
            <p:nvSpPr>
              <p:cNvPr id="73" name="テキスト ボックス 72">
                <a:extLst>
                  <a:ext uri="{FF2B5EF4-FFF2-40B4-BE49-F238E27FC236}">
                    <a16:creationId xmlns:a16="http://schemas.microsoft.com/office/drawing/2014/main" id="{92AB0165-05DC-A0C1-E2C4-2CE5DB9B8F5F}"/>
                  </a:ext>
                </a:extLst>
              </p:cNvPr>
              <p:cNvSpPr txBox="1">
                <a:spLocks noRot="1" noChangeAspect="1" noMove="1" noResize="1" noEditPoints="1" noAdjustHandles="1" noChangeArrowheads="1" noChangeShapeType="1" noTextEdit="1"/>
              </p:cNvSpPr>
              <p:nvPr/>
            </p:nvSpPr>
            <p:spPr>
              <a:xfrm>
                <a:off x="6706318" y="3214339"/>
                <a:ext cx="838729" cy="461665"/>
              </a:xfrm>
              <a:prstGeom prst="rect">
                <a:avLst/>
              </a:prstGeom>
              <a:blipFill>
                <a:blip r:embed="rId20"/>
                <a:stretch>
                  <a:fillRect l="-5797" r="-20290" b="-17105"/>
                </a:stretch>
              </a:blipFill>
            </p:spPr>
            <p:txBody>
              <a:bodyPr/>
              <a:lstStyle/>
              <a:p>
                <a:r>
                  <a:rPr lang="ja-JP" altLang="en-US">
                    <a:noFill/>
                  </a:rPr>
                  <a:t> </a:t>
                </a:r>
              </a:p>
            </p:txBody>
          </p:sp>
        </mc:Fallback>
      </mc:AlternateContent>
      <p:sp>
        <p:nvSpPr>
          <p:cNvPr id="55" name="矢印: 右 54">
            <a:extLst>
              <a:ext uri="{FF2B5EF4-FFF2-40B4-BE49-F238E27FC236}">
                <a16:creationId xmlns:a16="http://schemas.microsoft.com/office/drawing/2014/main" id="{6DCBC9D6-3089-956E-4809-203E8F740901}"/>
              </a:ext>
            </a:extLst>
          </p:cNvPr>
          <p:cNvSpPr/>
          <p:nvPr/>
        </p:nvSpPr>
        <p:spPr>
          <a:xfrm>
            <a:off x="6748622" y="1833381"/>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吹き出し: 角を丸めた四角形 76">
            <a:extLst>
              <a:ext uri="{FF2B5EF4-FFF2-40B4-BE49-F238E27FC236}">
                <a16:creationId xmlns:a16="http://schemas.microsoft.com/office/drawing/2014/main" id="{BB0AE5C9-30F7-E700-B02C-CA22D52F20CC}"/>
              </a:ext>
            </a:extLst>
          </p:cNvPr>
          <p:cNvSpPr/>
          <p:nvPr/>
        </p:nvSpPr>
        <p:spPr>
          <a:xfrm>
            <a:off x="4521311" y="1639683"/>
            <a:ext cx="1372707"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altLang="ja-JP" dirty="0" err="1">
                <a:solidFill>
                  <a:schemeClr val="tx1"/>
                </a:solidFill>
              </a:rPr>
              <a:t>Lpred</a:t>
            </a:r>
            <a:r>
              <a:rPr lang="en-US" altLang="ja-JP" dirty="0">
                <a:solidFill>
                  <a:schemeClr val="tx1"/>
                </a:solidFill>
              </a:rPr>
              <a:t> </a:t>
            </a:r>
            <a:r>
              <a:rPr lang="ja-JP" altLang="en-US" dirty="0">
                <a:solidFill>
                  <a:schemeClr val="tx1"/>
                </a:solidFill>
              </a:rPr>
              <a:t>による</a:t>
            </a:r>
            <a:endParaRPr lang="en-US" altLang="ja-JP" dirty="0">
              <a:solidFill>
                <a:schemeClr val="tx1"/>
              </a:solidFill>
            </a:endParaRPr>
          </a:p>
          <a:p>
            <a:pPr algn="ctr"/>
            <a:r>
              <a:rPr lang="ja-JP" altLang="en-US" dirty="0">
                <a:solidFill>
                  <a:schemeClr val="tx1"/>
                </a:solidFill>
              </a:rPr>
              <a:t>基盤更新</a:t>
            </a:r>
            <a:endParaRPr lang="en-US" altLang="ja-JP" dirty="0">
              <a:solidFill>
                <a:schemeClr val="tx1"/>
              </a:solidFill>
            </a:endParaRPr>
          </a:p>
        </p:txBody>
      </p:sp>
      <p:pic>
        <p:nvPicPr>
          <p:cNvPr id="67" name="図 66">
            <a:extLst>
              <a:ext uri="{FF2B5EF4-FFF2-40B4-BE49-F238E27FC236}">
                <a16:creationId xmlns:a16="http://schemas.microsoft.com/office/drawing/2014/main" id="{B5B7FF8A-75C3-6507-EE49-360EE3E710B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sp>
        <p:nvSpPr>
          <p:cNvPr id="74" name="テキスト ボックス 73">
            <a:extLst>
              <a:ext uri="{FF2B5EF4-FFF2-40B4-BE49-F238E27FC236}">
                <a16:creationId xmlns:a16="http://schemas.microsoft.com/office/drawing/2014/main" id="{1895AEC8-9F6D-DC48-7F1F-E9C2C6842A4D}"/>
              </a:ext>
            </a:extLst>
          </p:cNvPr>
          <p:cNvSpPr txBox="1"/>
          <p:nvPr/>
        </p:nvSpPr>
        <p:spPr>
          <a:xfrm>
            <a:off x="3293161" y="4205265"/>
            <a:ext cx="1738260" cy="707886"/>
          </a:xfrm>
          <a:prstGeom prst="rect">
            <a:avLst/>
          </a:prstGeom>
          <a:noFill/>
          <a:ln w="28575">
            <a:solidFill>
              <a:schemeClr val="tx1"/>
            </a:solidFill>
          </a:ln>
        </p:spPr>
        <p:txBody>
          <a:bodyPr wrap="square">
            <a:spAutoFit/>
          </a:bodyPr>
          <a:lstStyle/>
          <a:p>
            <a:pPr algn="ctr"/>
            <a:r>
              <a:rPr lang="ja-JP" altLang="en-US" sz="2000" b="1" dirty="0">
                <a:solidFill>
                  <a:srgbClr val="FF0000"/>
                </a:solidFill>
              </a:rPr>
              <a:t>公開</a:t>
            </a:r>
            <a:endParaRPr lang="en-US" altLang="ja-JP" sz="2000" b="1" dirty="0">
              <a:solidFill>
                <a:srgbClr val="FF0000"/>
              </a:solidFill>
            </a:endParaRPr>
          </a:p>
          <a:p>
            <a:pPr algn="ctr"/>
            <a:r>
              <a:rPr lang="ja-JP" altLang="en-US" sz="2000" b="1" dirty="0">
                <a:solidFill>
                  <a:srgbClr val="FF0000"/>
                </a:solidFill>
              </a:rPr>
              <a:t>データセット</a:t>
            </a:r>
          </a:p>
        </p:txBody>
      </p:sp>
      <p:cxnSp>
        <p:nvCxnSpPr>
          <p:cNvPr id="75" name="直線コネクタ 74">
            <a:extLst>
              <a:ext uri="{FF2B5EF4-FFF2-40B4-BE49-F238E27FC236}">
                <a16:creationId xmlns:a16="http://schemas.microsoft.com/office/drawing/2014/main" id="{C22DAAB6-0B80-E828-833A-FD3215D36EDB}"/>
              </a:ext>
            </a:extLst>
          </p:cNvPr>
          <p:cNvCxnSpPr>
            <a:cxnSpLocks/>
            <a:endCxn id="74" idx="1"/>
          </p:cNvCxnSpPr>
          <p:nvPr/>
        </p:nvCxnSpPr>
        <p:spPr>
          <a:xfrm flipV="1">
            <a:off x="2846845" y="4559208"/>
            <a:ext cx="446316" cy="11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08331F08-D8FF-DDB1-1396-5CE91BAEA37A}"/>
              </a:ext>
            </a:extLst>
          </p:cNvPr>
          <p:cNvCxnSpPr>
            <a:cxnSpLocks/>
            <a:endCxn id="74" idx="3"/>
          </p:cNvCxnSpPr>
          <p:nvPr/>
        </p:nvCxnSpPr>
        <p:spPr>
          <a:xfrm flipH="1" flipV="1">
            <a:off x="5031421" y="4559208"/>
            <a:ext cx="4043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DD814761-B6B9-93FD-3542-EFA97EEA60E0}"/>
              </a:ext>
            </a:extLst>
          </p:cNvPr>
          <p:cNvSpPr txBox="1"/>
          <p:nvPr/>
        </p:nvSpPr>
        <p:spPr>
          <a:xfrm>
            <a:off x="3281752" y="5727526"/>
            <a:ext cx="1738260" cy="400110"/>
          </a:xfrm>
          <a:prstGeom prst="rect">
            <a:avLst/>
          </a:prstGeom>
          <a:noFill/>
          <a:ln w="28575">
            <a:solidFill>
              <a:schemeClr val="tx1"/>
            </a:solidFill>
          </a:ln>
        </p:spPr>
        <p:txBody>
          <a:bodyPr wrap="square">
            <a:spAutoFit/>
          </a:bodyPr>
          <a:lstStyle/>
          <a:p>
            <a:pPr algn="ctr"/>
            <a:r>
              <a:rPr lang="en-US" altLang="ja-JP" sz="2000" b="1" dirty="0">
                <a:solidFill>
                  <a:srgbClr val="FF0000"/>
                </a:solidFill>
              </a:rPr>
              <a:t>Logits</a:t>
            </a:r>
            <a:r>
              <a:rPr lang="ja-JP" altLang="en-US" sz="2000" b="1" dirty="0">
                <a:solidFill>
                  <a:srgbClr val="FF0000"/>
                </a:solidFill>
              </a:rPr>
              <a:t>を記録</a:t>
            </a:r>
          </a:p>
        </p:txBody>
      </p:sp>
      <p:sp>
        <p:nvSpPr>
          <p:cNvPr id="79" name="矢印: 右 78">
            <a:extLst>
              <a:ext uri="{FF2B5EF4-FFF2-40B4-BE49-F238E27FC236}">
                <a16:creationId xmlns:a16="http://schemas.microsoft.com/office/drawing/2014/main" id="{68856F8D-FB81-42EB-2D32-EDF39804B0C4}"/>
              </a:ext>
            </a:extLst>
          </p:cNvPr>
          <p:cNvSpPr/>
          <p:nvPr/>
        </p:nvSpPr>
        <p:spPr>
          <a:xfrm rot="5400000">
            <a:off x="3913753" y="5185912"/>
            <a:ext cx="449660" cy="249555"/>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80" name="直線コネクタ 79">
            <a:extLst>
              <a:ext uri="{FF2B5EF4-FFF2-40B4-BE49-F238E27FC236}">
                <a16:creationId xmlns:a16="http://schemas.microsoft.com/office/drawing/2014/main" id="{F0F6736F-0A65-D97E-3E38-33DA366FF2E6}"/>
              </a:ext>
            </a:extLst>
          </p:cNvPr>
          <p:cNvCxnSpPr>
            <a:cxnSpLocks/>
            <a:stCxn id="38" idx="2"/>
            <a:endCxn id="74" idx="0"/>
          </p:cNvCxnSpPr>
          <p:nvPr/>
        </p:nvCxnSpPr>
        <p:spPr>
          <a:xfrm flipH="1">
            <a:off x="4162291" y="2857735"/>
            <a:ext cx="865495" cy="1347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874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AEB9-6DC9-8827-B898-6447DAA05FC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13E2401-494C-ED71-6AF3-24BD9580AEDE}"/>
              </a:ext>
            </a:extLst>
          </p:cNvPr>
          <p:cNvSpPr>
            <a:spLocks noGrp="1"/>
          </p:cNvSpPr>
          <p:nvPr>
            <p:ph type="title"/>
          </p:nvPr>
        </p:nvSpPr>
        <p:spPr/>
        <p:txBody>
          <a:bodyPr>
            <a:normAutofit fontScale="90000"/>
          </a:bodyPr>
          <a:lstStyle/>
          <a:p>
            <a:r>
              <a:rPr lang="en-US" altLang="ja-JP" dirty="0"/>
              <a:t>1.</a:t>
            </a:r>
            <a:r>
              <a:rPr lang="ja-JP" altLang="ja-JP" dirty="0"/>
              <a:t>次ラウンドへのループ</a:t>
            </a:r>
            <a:r>
              <a:rPr lang="en-US" altLang="ja-JP" dirty="0"/>
              <a:t>(</a:t>
            </a:r>
            <a:r>
              <a:rPr lang="ja-JP" altLang="en-US" dirty="0"/>
              <a:t>再配布・</a:t>
            </a:r>
            <a:r>
              <a:rPr lang="ja-JP" altLang="en-US" dirty="0">
                <a:solidFill>
                  <a:srgbClr val="FF0000"/>
                </a:solidFill>
              </a:rPr>
              <a:t>蒸留工程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55116D7E-0F1E-1722-0812-23BDE0DBA61B}"/>
              </a:ext>
            </a:extLst>
          </p:cNvPr>
          <p:cNvSpPr>
            <a:spLocks noGrp="1"/>
          </p:cNvSpPr>
          <p:nvPr>
            <p:ph type="sldNum" sz="quarter" idx="4"/>
          </p:nvPr>
        </p:nvSpPr>
        <p:spPr/>
        <p:txBody>
          <a:bodyPr/>
          <a:lstStyle/>
          <a:p>
            <a:fld id="{C088C981-6885-4100-82A1-DE7074EC4480}" type="slidenum">
              <a:rPr lang="ja-JP" altLang="en-US" smtClean="0"/>
              <a:t>8</a:t>
            </a:fld>
            <a:endParaRPr lang="ja-JP" altLang="en-US" dirty="0"/>
          </a:p>
        </p:txBody>
      </p:sp>
      <p:sp>
        <p:nvSpPr>
          <p:cNvPr id="5" name="四角形: 角を丸くする 4">
            <a:extLst>
              <a:ext uri="{FF2B5EF4-FFF2-40B4-BE49-F238E27FC236}">
                <a16:creationId xmlns:a16="http://schemas.microsoft.com/office/drawing/2014/main" id="{E6946E2F-9CAF-97CD-47D7-37BA0597F281}"/>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E58C94CD-FC1A-7FBB-1EC1-B9919A355703}"/>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3D802609-BAB8-03F7-A46E-EEF3739BC06B}"/>
              </a:ext>
            </a:extLst>
          </p:cNvPr>
          <p:cNvCxnSpPr>
            <a:cxnSpLocks/>
          </p:cNvCxnSpPr>
          <p:nvPr/>
        </p:nvCxnSpPr>
        <p:spPr>
          <a:xfrm flipH="1">
            <a:off x="1903241" y="3004413"/>
            <a:ext cx="657026"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5AD7D7A6-0DD7-C4C0-AC97-C78361BCB8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0B86973C-C708-FA87-9CB5-4F213AD893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D975D9D6-12F2-00C4-D27B-8536D81434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F39AD1A8-39CA-6881-E249-67DAEC9226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A9F99967-C0D8-2DE9-74F4-E475B2DBF98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AF1EF77C-A0C6-8EDE-75AD-4F517A57FC5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78258AA1-3115-857E-B532-C2A3C9DDCC55}"/>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DCEB6EC3-ACBD-A691-29DC-A75A96ED5724}"/>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0B2E1688-5D0C-BF56-A590-F015950D39A8}"/>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222AE8B2-1CC5-5445-FF99-20A3686DE18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C15F8408-172D-E351-80BD-A092926242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1E786573-9CDA-551D-F60A-7072B9E4737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1B5182D5-5691-BD74-A2E3-C9831B7872E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3C549939-9E3C-4D79-9360-286EC858E83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FB1A4D4F-054C-B974-121B-E80A8B8E30D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AE13D7BD-CAE2-053E-C39C-4BAAA3BEED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0CD3692B-8D61-D06A-F40E-E1AEF92D5E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BDEAC92F-7847-95F8-87BE-21AC2D3B8D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9422190F-484D-6B3F-D993-F20EAD3D95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EAB3B653-8BE0-5B11-FB1D-6BC79379D867}"/>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1498CA36-2EE2-E959-B9B8-F30E48D4DEC9}"/>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223DFBBC-A6D5-B9A6-13D8-AA200B5B307C}"/>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0614E581-912E-994C-5927-591A1D85AEC1}"/>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46BA35E7-654B-8136-D766-F88D4A6C4D28}"/>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480FA192-F2FF-3B52-78ED-8739826ED0D9}"/>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4DFBEF53-BA11-E671-D334-9057617C9C10}"/>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B07D5AA1-9C05-0786-947B-B3A759826C52}"/>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BEFDE02D-299E-D6B1-3D22-EC999A57754C}"/>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9E1DFFA2-8684-EC37-A82F-CC461C1703BC}"/>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3F3EFEB8-0E5E-ECD6-0EE9-11A73DBCA4AE}"/>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8814F351-D26F-745D-78B5-F3D91D1A06B2}"/>
              </a:ext>
            </a:extLst>
          </p:cNvPr>
          <p:cNvSpPr/>
          <p:nvPr/>
        </p:nvSpPr>
        <p:spPr>
          <a:xfrm>
            <a:off x="1829569" y="877367"/>
            <a:ext cx="639643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175458AA-1582-91A6-1BF4-88CD1CD785E1}"/>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6AD9FF15-103E-9EDC-3D2E-56964940B688}"/>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563560DB-0AB1-9DF7-AC5A-1FA76BACB5A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1121040A-24A8-BB8E-B6C3-DCF3FF3031BB}"/>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8C62D793-7777-F2EB-2EE7-3AD4EBFAD3D6}"/>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AA1C1565-24F9-4C18-147B-DC4969564E7A}"/>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7D75E382-3D72-5D61-989D-EBF551F75DE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292BAA3C-779C-B7BB-AF72-2BF1E9EFCA67}"/>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05A99DF5-097C-934C-5FB4-FFA00E8B86E4}"/>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D88AEF0C-240F-BE0D-A581-5EF1EB92117F}"/>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D73C99A4-C768-2491-6119-DE9AAA447F9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496C190A-21FC-B687-1A70-6F942BB5A080}"/>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2BB2E87E-5629-C684-5402-4A6FB8BC33E8}"/>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D1EC7F80-3415-F186-6107-222526944504}"/>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286E919A-76AA-7107-76F3-5D6C6513577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043263BD-3DA0-0051-AA03-380C2538A234}"/>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20AE616B-6DA5-3680-C2C7-383B7B8B69DC}"/>
              </a:ext>
            </a:extLst>
          </p:cNvPr>
          <p:cNvCxnSpPr>
            <a:cxnSpLocks/>
          </p:cNvCxnSpPr>
          <p:nvPr/>
        </p:nvCxnSpPr>
        <p:spPr>
          <a:xfrm>
            <a:off x="5994795" y="3004413"/>
            <a:ext cx="711523"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2433FFCC-DC8D-7F2C-50DE-192F42B74321}"/>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b="0" i="0" smtClean="0">
                          <a:solidFill>
                            <a:schemeClr val="tx1"/>
                          </a:solidFill>
                          <a:latin typeface="Cambria Math" panose="02040503050406030204" pitchFamily="18" charset="0"/>
                        </a:rPr>
                        <m:t>logit</m:t>
                      </m:r>
                      <m:sSub>
                        <m:sSubPr>
                          <m:ctrlPr>
                            <a:rPr lang="en-US" altLang="ja-JP" sz="2400" b="0" i="1" smtClean="0">
                              <a:solidFill>
                                <a:schemeClr val="tx1"/>
                              </a:solidFill>
                              <a:latin typeface="Cambria Math" panose="02040503050406030204" pitchFamily="18" charset="0"/>
                            </a:rPr>
                          </m:ctrlPr>
                        </m:sSubPr>
                        <m:e>
                          <m:r>
                            <m:rPr>
                              <m:sty m:val="p"/>
                            </m:rPr>
                            <a:rPr lang="en-US" altLang="ja-JP" sz="2400" b="0" i="0" smtClean="0">
                              <a:solidFill>
                                <a:schemeClr val="tx1"/>
                              </a:solidFill>
                              <a:latin typeface="Cambria Math" panose="02040503050406030204" pitchFamily="18" charset="0"/>
                            </a:rPr>
                            <m:t>s</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2433FFCC-DC8D-7F2C-50DE-192F42B74321}"/>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7"/>
                <a:stretch>
                  <a:fillRect l="-6522" r="-19565" b="-1710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191DD955-E83B-29D9-C776-E753C4F5B134}"/>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s</m:t>
                          </m:r>
                        </m:e>
                        <m:sub>
                          <m:r>
                            <a:rPr lang="en-US" altLang="ja-JP">
                              <a:latin typeface="Cambria Math" panose="02040503050406030204" pitchFamily="18" charset="0"/>
                            </a:rPr>
                            <m:t>2</m:t>
                          </m:r>
                        </m:sub>
                      </m:sSub>
                    </m:oMath>
                  </m:oMathPara>
                </a14:m>
                <a:endParaRPr lang="ja-JP" altLang="en-US" dirty="0"/>
              </a:p>
            </p:txBody>
          </p:sp>
        </mc:Choice>
        <mc:Fallback xmlns="">
          <p:sp>
            <p:nvSpPr>
              <p:cNvPr id="63" name="テキスト ボックス 62">
                <a:extLst>
                  <a:ext uri="{FF2B5EF4-FFF2-40B4-BE49-F238E27FC236}">
                    <a16:creationId xmlns:a16="http://schemas.microsoft.com/office/drawing/2014/main" id="{191DD955-E83B-29D9-C776-E753C4F5B134}"/>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8"/>
                <a:stretch>
                  <a:fillRect l="-1449" b="-13333"/>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57C4A9FA-12E3-4A5F-B951-2CCF7AB97CC1}"/>
              </a:ext>
            </a:extLst>
          </p:cNvPr>
          <p:cNvSpPr/>
          <p:nvPr/>
        </p:nvSpPr>
        <p:spPr>
          <a:xfrm rot="19283956">
            <a:off x="2591778" y="2187796"/>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251E8A71-465F-2E35-1FCA-B4EDCF85A6C5}"/>
              </a:ext>
            </a:extLst>
          </p:cNvPr>
          <p:cNvSpPr/>
          <p:nvPr/>
        </p:nvSpPr>
        <p:spPr>
          <a:xfrm rot="2825624">
            <a:off x="2568313" y="1305242"/>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0AEBA0C9-6914-0703-EEA1-F26B9B7BCE14}"/>
              </a:ext>
            </a:extLst>
          </p:cNvPr>
          <p:cNvSpPr/>
          <p:nvPr/>
        </p:nvSpPr>
        <p:spPr>
          <a:xfrm>
            <a:off x="4020662" y="1764174"/>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6FDF3E01-DA93-B187-DB73-DE39216AC3D8}"/>
              </a:ext>
            </a:extLst>
          </p:cNvPr>
          <p:cNvSpPr/>
          <p:nvPr/>
        </p:nvSpPr>
        <p:spPr>
          <a:xfrm>
            <a:off x="3234585" y="1764174"/>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pic>
        <p:nvPicPr>
          <p:cNvPr id="70" name="図 69">
            <a:extLst>
              <a:ext uri="{FF2B5EF4-FFF2-40B4-BE49-F238E27FC236}">
                <a16:creationId xmlns:a16="http://schemas.microsoft.com/office/drawing/2014/main" id="{A61183F9-8478-7735-6258-4475E3AF88E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420314" y="1445993"/>
            <a:ext cx="561592" cy="564162"/>
          </a:xfrm>
          <a:prstGeom prst="rect">
            <a:avLst/>
          </a:prstGeom>
        </p:spPr>
      </p:pic>
      <p:sp>
        <p:nvSpPr>
          <p:cNvPr id="71" name="タイトル 2">
            <a:extLst>
              <a:ext uri="{FF2B5EF4-FFF2-40B4-BE49-F238E27FC236}">
                <a16:creationId xmlns:a16="http://schemas.microsoft.com/office/drawing/2014/main" id="{5EEEFF2B-FAB0-C8F4-DA07-4640514B1A3C}"/>
              </a:ext>
            </a:extLst>
          </p:cNvPr>
          <p:cNvSpPr txBox="1">
            <a:spLocks/>
          </p:cNvSpPr>
          <p:nvPr/>
        </p:nvSpPr>
        <p:spPr>
          <a:xfrm>
            <a:off x="7137914" y="2078991"/>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dirty="0"/>
              <a:t>Qwen-VL-3B</a:t>
            </a:r>
            <a:endParaRPr lang="ja-JP" altLang="en-US" sz="1200" dirty="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4B0ABB57-BC29-F70C-8B78-351FE22BA061}"/>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i="0">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i="0">
                              <a:latin typeface="Cambria Math" panose="02040503050406030204" pitchFamily="18" charset="0"/>
                            </a:rPr>
                            <m:t>s</m:t>
                          </m:r>
                        </m:e>
                        <m:sub>
                          <m:r>
                            <a:rPr lang="en-US" altLang="ja-JP" i="0">
                              <a:latin typeface="Cambria Math" panose="02040503050406030204" pitchFamily="18" charset="0"/>
                            </a:rPr>
                            <m:t>1</m:t>
                          </m:r>
                        </m:sub>
                      </m:sSub>
                    </m:oMath>
                  </m:oMathPara>
                </a14:m>
                <a:endParaRPr lang="ja-JP" altLang="en-US" dirty="0"/>
              </a:p>
            </p:txBody>
          </p:sp>
        </mc:Choice>
        <mc:Fallback xmlns="">
          <p:sp>
            <p:nvSpPr>
              <p:cNvPr id="72" name="テキスト ボックス 71">
                <a:extLst>
                  <a:ext uri="{FF2B5EF4-FFF2-40B4-BE49-F238E27FC236}">
                    <a16:creationId xmlns:a16="http://schemas.microsoft.com/office/drawing/2014/main" id="{4B0ABB57-BC29-F70C-8B78-351FE22BA061}"/>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l="-725" b="-131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43087F50-A0DD-C33A-7B90-0A175E4EEBD9}"/>
                  </a:ext>
                </a:extLst>
              </p:cNvPr>
              <p:cNvSpPr txBox="1"/>
              <p:nvPr/>
            </p:nvSpPr>
            <p:spPr>
              <a:xfrm>
                <a:off x="6706318" y="3214339"/>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i="0" smtClean="0">
                          <a:latin typeface="Cambria Math" panose="02040503050406030204" pitchFamily="18" charset="0"/>
                        </a:rPr>
                        <m:t>logit</m:t>
                      </m:r>
                      <m:sSub>
                        <m:sSubPr>
                          <m:ctrlPr>
                            <a:rPr lang="en-US" altLang="ja-JP" sz="2400" b="0" i="1" smtClean="0">
                              <a:latin typeface="Cambria Math" panose="02040503050406030204" pitchFamily="18" charset="0"/>
                            </a:rPr>
                          </m:ctrlPr>
                        </m:sSubPr>
                        <m:e>
                          <m:r>
                            <m:rPr>
                              <m:sty m:val="p"/>
                            </m:rPr>
                            <a:rPr lang="en-US" altLang="ja-JP" sz="2400" b="0" i="0" smtClean="0">
                              <a:latin typeface="Cambria Math" panose="02040503050406030204" pitchFamily="18" charset="0"/>
                            </a:rPr>
                            <m:t>s</m:t>
                          </m:r>
                        </m:e>
                        <m:sub>
                          <m:r>
                            <a:rPr lang="en-US" altLang="ja-JP" sz="2400" b="0" i="0" smtClean="0">
                              <a:latin typeface="Cambria Math" panose="02040503050406030204" pitchFamily="18" charset="0"/>
                            </a:rPr>
                            <m:t>2</m:t>
                          </m:r>
                        </m:sub>
                      </m:sSub>
                    </m:oMath>
                  </m:oMathPara>
                </a14:m>
                <a:endParaRPr lang="ja-JP" altLang="en-US" sz="2400" dirty="0"/>
              </a:p>
            </p:txBody>
          </p:sp>
        </mc:Choice>
        <mc:Fallback xmlns="">
          <p:sp>
            <p:nvSpPr>
              <p:cNvPr id="73" name="テキスト ボックス 72">
                <a:extLst>
                  <a:ext uri="{FF2B5EF4-FFF2-40B4-BE49-F238E27FC236}">
                    <a16:creationId xmlns:a16="http://schemas.microsoft.com/office/drawing/2014/main" id="{43087F50-A0DD-C33A-7B90-0A175E4EEBD9}"/>
                  </a:ext>
                </a:extLst>
              </p:cNvPr>
              <p:cNvSpPr txBox="1">
                <a:spLocks noRot="1" noChangeAspect="1" noMove="1" noResize="1" noEditPoints="1" noAdjustHandles="1" noChangeArrowheads="1" noChangeShapeType="1" noTextEdit="1"/>
              </p:cNvSpPr>
              <p:nvPr/>
            </p:nvSpPr>
            <p:spPr>
              <a:xfrm>
                <a:off x="6706318" y="3214339"/>
                <a:ext cx="838729" cy="461665"/>
              </a:xfrm>
              <a:prstGeom prst="rect">
                <a:avLst/>
              </a:prstGeom>
              <a:blipFill>
                <a:blip r:embed="rId20"/>
                <a:stretch>
                  <a:fillRect l="-5797" r="-20290" b="-17105"/>
                </a:stretch>
              </a:blipFill>
            </p:spPr>
            <p:txBody>
              <a:bodyPr/>
              <a:lstStyle/>
              <a:p>
                <a:r>
                  <a:rPr lang="ja-JP" altLang="en-US">
                    <a:noFill/>
                  </a:rPr>
                  <a:t> </a:t>
                </a:r>
              </a:p>
            </p:txBody>
          </p:sp>
        </mc:Fallback>
      </mc:AlternateContent>
      <p:sp>
        <p:nvSpPr>
          <p:cNvPr id="55" name="矢印: 右 54">
            <a:extLst>
              <a:ext uri="{FF2B5EF4-FFF2-40B4-BE49-F238E27FC236}">
                <a16:creationId xmlns:a16="http://schemas.microsoft.com/office/drawing/2014/main" id="{F305A65F-234C-E004-63C8-C798401B3E8E}"/>
              </a:ext>
            </a:extLst>
          </p:cNvPr>
          <p:cNvSpPr/>
          <p:nvPr/>
        </p:nvSpPr>
        <p:spPr>
          <a:xfrm>
            <a:off x="6748622" y="1833381"/>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吹き出し: 角を丸めた四角形 76">
            <a:extLst>
              <a:ext uri="{FF2B5EF4-FFF2-40B4-BE49-F238E27FC236}">
                <a16:creationId xmlns:a16="http://schemas.microsoft.com/office/drawing/2014/main" id="{CF85AC89-4B4A-F4AD-51E6-815BD1AB1C6D}"/>
              </a:ext>
            </a:extLst>
          </p:cNvPr>
          <p:cNvSpPr/>
          <p:nvPr/>
        </p:nvSpPr>
        <p:spPr>
          <a:xfrm>
            <a:off x="4521311" y="1639683"/>
            <a:ext cx="1372707"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altLang="ja-JP" dirty="0" err="1">
                <a:solidFill>
                  <a:schemeClr val="tx1"/>
                </a:solidFill>
              </a:rPr>
              <a:t>Lpred</a:t>
            </a:r>
            <a:r>
              <a:rPr lang="en-US" altLang="ja-JP" dirty="0">
                <a:solidFill>
                  <a:schemeClr val="tx1"/>
                </a:solidFill>
              </a:rPr>
              <a:t> </a:t>
            </a:r>
            <a:r>
              <a:rPr lang="ja-JP" altLang="en-US" dirty="0">
                <a:solidFill>
                  <a:schemeClr val="tx1"/>
                </a:solidFill>
              </a:rPr>
              <a:t>による</a:t>
            </a:r>
            <a:endParaRPr lang="en-US" altLang="ja-JP" dirty="0">
              <a:solidFill>
                <a:schemeClr val="tx1"/>
              </a:solidFill>
            </a:endParaRPr>
          </a:p>
          <a:p>
            <a:pPr algn="ctr"/>
            <a:r>
              <a:rPr lang="ja-JP" altLang="en-US" dirty="0">
                <a:solidFill>
                  <a:schemeClr val="tx1"/>
                </a:solidFill>
              </a:rPr>
              <a:t>基盤更新</a:t>
            </a:r>
            <a:endParaRPr lang="en-US" altLang="ja-JP" dirty="0">
              <a:solidFill>
                <a:schemeClr val="tx1"/>
              </a:solidFill>
            </a:endParaRPr>
          </a:p>
        </p:txBody>
      </p:sp>
      <p:pic>
        <p:nvPicPr>
          <p:cNvPr id="67" name="図 66">
            <a:extLst>
              <a:ext uri="{FF2B5EF4-FFF2-40B4-BE49-F238E27FC236}">
                <a16:creationId xmlns:a16="http://schemas.microsoft.com/office/drawing/2014/main" id="{D7EC3581-DE11-69EC-343B-998AB1B990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sp>
        <p:nvSpPr>
          <p:cNvPr id="74" name="テキスト ボックス 73">
            <a:extLst>
              <a:ext uri="{FF2B5EF4-FFF2-40B4-BE49-F238E27FC236}">
                <a16:creationId xmlns:a16="http://schemas.microsoft.com/office/drawing/2014/main" id="{0656F129-6C1F-4297-4EB7-20D0ABDA36CE}"/>
              </a:ext>
            </a:extLst>
          </p:cNvPr>
          <p:cNvSpPr txBox="1"/>
          <p:nvPr/>
        </p:nvSpPr>
        <p:spPr>
          <a:xfrm>
            <a:off x="3293161" y="4205265"/>
            <a:ext cx="1738260" cy="707886"/>
          </a:xfrm>
          <a:prstGeom prst="rect">
            <a:avLst/>
          </a:prstGeom>
          <a:noFill/>
          <a:ln w="28575">
            <a:solidFill>
              <a:schemeClr val="tx1"/>
            </a:solidFill>
          </a:ln>
        </p:spPr>
        <p:txBody>
          <a:bodyPr wrap="square">
            <a:spAutoFit/>
          </a:bodyPr>
          <a:lstStyle/>
          <a:p>
            <a:pPr algn="ctr"/>
            <a:r>
              <a:rPr lang="ja-JP" altLang="en-US" sz="2000" b="1" dirty="0">
                <a:solidFill>
                  <a:srgbClr val="FF0000"/>
                </a:solidFill>
              </a:rPr>
              <a:t>公開</a:t>
            </a:r>
            <a:endParaRPr lang="en-US" altLang="ja-JP" sz="2000" b="1" dirty="0">
              <a:solidFill>
                <a:srgbClr val="FF0000"/>
              </a:solidFill>
            </a:endParaRPr>
          </a:p>
          <a:p>
            <a:pPr algn="ctr"/>
            <a:r>
              <a:rPr lang="ja-JP" altLang="en-US" sz="2000" b="1" dirty="0">
                <a:solidFill>
                  <a:srgbClr val="FF0000"/>
                </a:solidFill>
              </a:rPr>
              <a:t>データセット</a:t>
            </a:r>
          </a:p>
        </p:txBody>
      </p:sp>
      <p:cxnSp>
        <p:nvCxnSpPr>
          <p:cNvPr id="75" name="直線コネクタ 74">
            <a:extLst>
              <a:ext uri="{FF2B5EF4-FFF2-40B4-BE49-F238E27FC236}">
                <a16:creationId xmlns:a16="http://schemas.microsoft.com/office/drawing/2014/main" id="{4DA78011-BD8A-8BD3-7F8E-E85741F9587D}"/>
              </a:ext>
            </a:extLst>
          </p:cNvPr>
          <p:cNvCxnSpPr>
            <a:cxnSpLocks/>
            <a:endCxn id="74" idx="1"/>
          </p:cNvCxnSpPr>
          <p:nvPr/>
        </p:nvCxnSpPr>
        <p:spPr>
          <a:xfrm flipV="1">
            <a:off x="2846845" y="4559208"/>
            <a:ext cx="446316" cy="11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A573DC9A-58D7-1457-3DFE-BE0A40A15806}"/>
              </a:ext>
            </a:extLst>
          </p:cNvPr>
          <p:cNvCxnSpPr>
            <a:cxnSpLocks/>
            <a:endCxn id="74" idx="3"/>
          </p:cNvCxnSpPr>
          <p:nvPr/>
        </p:nvCxnSpPr>
        <p:spPr>
          <a:xfrm flipH="1" flipV="1">
            <a:off x="5031421" y="4559208"/>
            <a:ext cx="4043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F03C5A96-D61A-A2F5-A199-7AF84385478D}"/>
              </a:ext>
            </a:extLst>
          </p:cNvPr>
          <p:cNvSpPr txBox="1"/>
          <p:nvPr/>
        </p:nvSpPr>
        <p:spPr>
          <a:xfrm>
            <a:off x="3281752" y="5727526"/>
            <a:ext cx="1738260" cy="400110"/>
          </a:xfrm>
          <a:prstGeom prst="rect">
            <a:avLst/>
          </a:prstGeom>
          <a:noFill/>
          <a:ln w="28575">
            <a:solidFill>
              <a:schemeClr val="tx1"/>
            </a:solidFill>
          </a:ln>
        </p:spPr>
        <p:txBody>
          <a:bodyPr wrap="square">
            <a:spAutoFit/>
          </a:bodyPr>
          <a:lstStyle/>
          <a:p>
            <a:pPr algn="ctr"/>
            <a:r>
              <a:rPr lang="en-US" altLang="ja-JP" sz="2000" b="1" dirty="0">
                <a:solidFill>
                  <a:srgbClr val="FF0000"/>
                </a:solidFill>
              </a:rPr>
              <a:t>Logits</a:t>
            </a:r>
            <a:r>
              <a:rPr lang="ja-JP" altLang="en-US" sz="2000" b="1" dirty="0">
                <a:solidFill>
                  <a:srgbClr val="FF0000"/>
                </a:solidFill>
              </a:rPr>
              <a:t>を記録</a:t>
            </a:r>
          </a:p>
        </p:txBody>
      </p:sp>
      <p:sp>
        <p:nvSpPr>
          <p:cNvPr id="79" name="矢印: 右 78">
            <a:extLst>
              <a:ext uri="{FF2B5EF4-FFF2-40B4-BE49-F238E27FC236}">
                <a16:creationId xmlns:a16="http://schemas.microsoft.com/office/drawing/2014/main" id="{3903AD01-814A-FB89-8D45-5FD512BAAF5E}"/>
              </a:ext>
            </a:extLst>
          </p:cNvPr>
          <p:cNvSpPr/>
          <p:nvPr/>
        </p:nvSpPr>
        <p:spPr>
          <a:xfrm rot="5400000">
            <a:off x="3913753" y="5185912"/>
            <a:ext cx="449660" cy="249555"/>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80" name="直線コネクタ 79">
            <a:extLst>
              <a:ext uri="{FF2B5EF4-FFF2-40B4-BE49-F238E27FC236}">
                <a16:creationId xmlns:a16="http://schemas.microsoft.com/office/drawing/2014/main" id="{3840A6B2-A49C-8089-7885-EB2FC96DF0C9}"/>
              </a:ext>
            </a:extLst>
          </p:cNvPr>
          <p:cNvCxnSpPr>
            <a:cxnSpLocks/>
            <a:stCxn id="38" idx="2"/>
            <a:endCxn id="74" idx="0"/>
          </p:cNvCxnSpPr>
          <p:nvPr/>
        </p:nvCxnSpPr>
        <p:spPr>
          <a:xfrm flipH="1">
            <a:off x="4162291" y="2857735"/>
            <a:ext cx="865495" cy="1347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正方形/長方形 56">
            <a:extLst>
              <a:ext uri="{FF2B5EF4-FFF2-40B4-BE49-F238E27FC236}">
                <a16:creationId xmlns:a16="http://schemas.microsoft.com/office/drawing/2014/main" id="{0D69E3E6-C06E-79FF-C362-C04865C948F4}"/>
              </a:ext>
            </a:extLst>
          </p:cNvPr>
          <p:cNvSpPr/>
          <p:nvPr/>
        </p:nvSpPr>
        <p:spPr>
          <a:xfrm>
            <a:off x="0" y="-58828"/>
            <a:ext cx="9143999" cy="6928635"/>
          </a:xfrm>
          <a:prstGeom prst="rect">
            <a:avLst/>
          </a:prstGeom>
          <a:solidFill>
            <a:schemeClr val="bg2">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solidFill>
                  <a:schemeClr val="tx1"/>
                </a:solidFill>
                <a:latin typeface="Calibri 本文"/>
              </a:rPr>
              <a:t>１</a:t>
            </a:r>
            <a:r>
              <a:rPr kumimoji="1" lang="en-US" altLang="ja-JP" sz="3200" b="1" dirty="0">
                <a:solidFill>
                  <a:schemeClr val="tx1"/>
                </a:solidFill>
                <a:latin typeface="Calibri 本文"/>
              </a:rPr>
              <a:t>.</a:t>
            </a:r>
            <a:r>
              <a:rPr kumimoji="1" lang="ja-JP" altLang="en-US" sz="3200" b="1" dirty="0">
                <a:solidFill>
                  <a:schemeClr val="tx1"/>
                </a:solidFill>
                <a:latin typeface="Calibri 本文"/>
              </a:rPr>
              <a:t>再配布・蒸留</a:t>
            </a:r>
            <a:endParaRPr kumimoji="1" lang="en-US" altLang="ja-JP" sz="3200" b="1" dirty="0">
              <a:solidFill>
                <a:schemeClr val="tx1"/>
              </a:solidFill>
              <a:latin typeface="Calibri 本文"/>
            </a:endParaRPr>
          </a:p>
          <a:p>
            <a:pPr algn="ctr"/>
            <a:r>
              <a:rPr kumimoji="1" lang="ja-JP" altLang="en-US" sz="3200" b="1" dirty="0">
                <a:solidFill>
                  <a:schemeClr val="tx1"/>
                </a:solidFill>
                <a:latin typeface="Calibri 本文"/>
              </a:rPr>
              <a:t>２</a:t>
            </a:r>
            <a:r>
              <a:rPr kumimoji="1" lang="en-US" altLang="ja-JP" sz="3200" b="1" dirty="0">
                <a:solidFill>
                  <a:schemeClr val="tx1"/>
                </a:solidFill>
                <a:latin typeface="Calibri 本文"/>
              </a:rPr>
              <a:t>.</a:t>
            </a:r>
            <a:r>
              <a:rPr kumimoji="1" lang="ja-JP" altLang="en-US" sz="3200" b="1" dirty="0">
                <a:solidFill>
                  <a:schemeClr val="tx1"/>
                </a:solidFill>
                <a:latin typeface="Calibri 本文"/>
              </a:rPr>
              <a:t>クライアントでの学習</a:t>
            </a:r>
            <a:endParaRPr lang="en-US" altLang="ja-JP" sz="3200" b="1" dirty="0">
              <a:solidFill>
                <a:schemeClr val="tx1"/>
              </a:solidFill>
              <a:latin typeface="Calibri 本文"/>
            </a:endParaRPr>
          </a:p>
          <a:p>
            <a:pPr algn="ctr"/>
            <a:r>
              <a:rPr lang="ja-JP" altLang="en-US" sz="3200" b="1" dirty="0">
                <a:solidFill>
                  <a:schemeClr val="tx1"/>
                </a:solidFill>
                <a:latin typeface="Calibri 本文"/>
              </a:rPr>
              <a:t>３</a:t>
            </a:r>
            <a:r>
              <a:rPr lang="en-US" altLang="ja-JP" sz="3200" b="1" dirty="0">
                <a:solidFill>
                  <a:schemeClr val="tx1"/>
                </a:solidFill>
                <a:latin typeface="Calibri 本文"/>
              </a:rPr>
              <a:t>.</a:t>
            </a:r>
            <a:r>
              <a:rPr lang="ja-JP" altLang="en-US" sz="3200" b="1" dirty="0">
                <a:solidFill>
                  <a:schemeClr val="tx1"/>
                </a:solidFill>
                <a:latin typeface="Calibri 本文"/>
              </a:rPr>
              <a:t>サーバーでの集約、基盤更新</a:t>
            </a:r>
            <a:endParaRPr lang="en-US" altLang="ja-JP" sz="3200" b="1" dirty="0">
              <a:solidFill>
                <a:schemeClr val="tx1"/>
              </a:solidFill>
              <a:latin typeface="Calibri 本文"/>
            </a:endParaRPr>
          </a:p>
          <a:p>
            <a:pPr algn="ctr"/>
            <a:endParaRPr lang="en-US" altLang="ja-JP" sz="3200" b="1" dirty="0">
              <a:solidFill>
                <a:schemeClr val="tx1"/>
              </a:solidFill>
              <a:latin typeface="Calibri 本文"/>
            </a:endParaRPr>
          </a:p>
          <a:p>
            <a:pPr algn="ctr"/>
            <a:endParaRPr lang="en-US" altLang="ja-JP" sz="3200" b="1" dirty="0">
              <a:solidFill>
                <a:schemeClr val="tx1"/>
              </a:solidFill>
              <a:latin typeface="Calibri 本文"/>
            </a:endParaRPr>
          </a:p>
          <a:p>
            <a:pPr algn="ctr"/>
            <a:endParaRPr lang="en-US" altLang="ja-JP" sz="3200" b="1" dirty="0">
              <a:solidFill>
                <a:schemeClr val="tx1"/>
              </a:solidFill>
              <a:latin typeface="Calibri 本文"/>
            </a:endParaRPr>
          </a:p>
          <a:p>
            <a:pPr algn="ctr"/>
            <a:r>
              <a:rPr lang="ja-JP" altLang="en-US" sz="3200" b="1" dirty="0">
                <a:solidFill>
                  <a:schemeClr val="tx1"/>
                </a:solidFill>
                <a:latin typeface="Calibri 本文"/>
              </a:rPr>
              <a:t>２</a:t>
            </a:r>
            <a:r>
              <a:rPr lang="en-US" altLang="ja-JP" sz="3200" b="1" dirty="0">
                <a:solidFill>
                  <a:schemeClr val="tx1"/>
                </a:solidFill>
                <a:latin typeface="Calibri 本文"/>
              </a:rPr>
              <a:t>.</a:t>
            </a:r>
            <a:r>
              <a:rPr lang="ja-JP" altLang="en-US" sz="3200" b="1" dirty="0">
                <a:solidFill>
                  <a:schemeClr val="tx1"/>
                </a:solidFill>
                <a:latin typeface="Calibri 本文"/>
              </a:rPr>
              <a:t>クライアントでの学習</a:t>
            </a:r>
            <a:endParaRPr lang="en-US" altLang="ja-JP" sz="3200" b="1" dirty="0">
              <a:solidFill>
                <a:schemeClr val="tx1"/>
              </a:solidFill>
              <a:latin typeface="Calibri 本文"/>
            </a:endParaRPr>
          </a:p>
          <a:p>
            <a:pPr algn="ctr"/>
            <a:r>
              <a:rPr lang="ja-JP" altLang="en-US" sz="3200" b="1" dirty="0">
                <a:solidFill>
                  <a:schemeClr val="tx1"/>
                </a:solidFill>
                <a:latin typeface="Calibri 本文"/>
              </a:rPr>
              <a:t>３</a:t>
            </a:r>
            <a:r>
              <a:rPr lang="en-US" altLang="ja-JP" sz="3200" b="1" dirty="0">
                <a:solidFill>
                  <a:schemeClr val="tx1"/>
                </a:solidFill>
                <a:latin typeface="Calibri 本文"/>
              </a:rPr>
              <a:t>.</a:t>
            </a:r>
            <a:r>
              <a:rPr lang="ja-JP" altLang="en-US" sz="3200" b="1" dirty="0">
                <a:solidFill>
                  <a:schemeClr val="tx1"/>
                </a:solidFill>
                <a:latin typeface="Calibri 本文"/>
              </a:rPr>
              <a:t>サーバーでの集約、基盤更新</a:t>
            </a:r>
            <a:endParaRPr lang="en-US" altLang="ja-JP" sz="3200" b="1" dirty="0">
              <a:solidFill>
                <a:schemeClr val="tx1"/>
              </a:solidFill>
              <a:latin typeface="Calibri 本文"/>
            </a:endParaRPr>
          </a:p>
          <a:p>
            <a:pPr algn="ctr"/>
            <a:r>
              <a:rPr lang="ja-JP" altLang="en-US" sz="3200" b="1" dirty="0">
                <a:solidFill>
                  <a:schemeClr val="tx1"/>
                </a:solidFill>
                <a:latin typeface="Calibri 本文"/>
              </a:rPr>
              <a:t>１</a:t>
            </a:r>
            <a:r>
              <a:rPr lang="en-US" altLang="ja-JP" sz="3200" b="1" dirty="0">
                <a:solidFill>
                  <a:schemeClr val="tx1"/>
                </a:solidFill>
                <a:latin typeface="Calibri 本文"/>
              </a:rPr>
              <a:t>.</a:t>
            </a:r>
            <a:r>
              <a:rPr lang="ja-JP" altLang="en-US" sz="3200" b="1" dirty="0">
                <a:solidFill>
                  <a:schemeClr val="tx1"/>
                </a:solidFill>
                <a:latin typeface="Calibri 本文"/>
              </a:rPr>
              <a:t>再配布・蒸留</a:t>
            </a:r>
            <a:endParaRPr lang="en-US" altLang="ja-JP" sz="3200" b="1" dirty="0">
              <a:solidFill>
                <a:schemeClr val="tx1"/>
              </a:solidFill>
              <a:latin typeface="Calibri 本文"/>
            </a:endParaRPr>
          </a:p>
          <a:p>
            <a:endParaRPr lang="en-US" altLang="ja-JP" sz="3200" b="1" dirty="0">
              <a:solidFill>
                <a:schemeClr val="tx1"/>
              </a:solidFill>
              <a:latin typeface="Calibri 本文"/>
            </a:endParaRPr>
          </a:p>
        </p:txBody>
      </p:sp>
      <p:sp>
        <p:nvSpPr>
          <p:cNvPr id="58" name="矢印: 下 57">
            <a:extLst>
              <a:ext uri="{FF2B5EF4-FFF2-40B4-BE49-F238E27FC236}">
                <a16:creationId xmlns:a16="http://schemas.microsoft.com/office/drawing/2014/main" id="{8EBE6490-8014-3730-E842-378A893BCAD6}"/>
              </a:ext>
            </a:extLst>
          </p:cNvPr>
          <p:cNvSpPr/>
          <p:nvPr/>
        </p:nvSpPr>
        <p:spPr>
          <a:xfrm>
            <a:off x="4263361" y="2635795"/>
            <a:ext cx="1078153" cy="10363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91338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380CF75-BCD4-E593-2369-8F4E63742CA8}"/>
              </a:ext>
            </a:extLst>
          </p:cNvPr>
          <p:cNvSpPr>
            <a:spLocks noGrp="1"/>
          </p:cNvSpPr>
          <p:nvPr>
            <p:ph type="title"/>
          </p:nvPr>
        </p:nvSpPr>
        <p:spPr/>
        <p:txBody>
          <a:bodyPr/>
          <a:lstStyle/>
          <a:p>
            <a:r>
              <a:rPr kumimoji="1" lang="en-US" altLang="ja-JP" dirty="0"/>
              <a:t>2</a:t>
            </a:r>
            <a:r>
              <a:rPr kumimoji="1" lang="ja-JP" altLang="en-US" dirty="0"/>
              <a:t>．学習（</a:t>
            </a:r>
            <a:r>
              <a:rPr kumimoji="1" lang="en-US" altLang="ja-JP" dirty="0"/>
              <a:t>fit</a:t>
            </a:r>
            <a:r>
              <a:rPr kumimoji="1" lang="ja-JP" altLang="en-US" dirty="0"/>
              <a:t>フェーズ）</a:t>
            </a:r>
          </a:p>
        </p:txBody>
      </p:sp>
      <p:sp>
        <p:nvSpPr>
          <p:cNvPr id="4" name="スライド番号プレースホルダー 3">
            <a:extLst>
              <a:ext uri="{FF2B5EF4-FFF2-40B4-BE49-F238E27FC236}">
                <a16:creationId xmlns:a16="http://schemas.microsoft.com/office/drawing/2014/main" id="{77399B84-2A5C-8AC2-42D4-5FBFFA0F196B}"/>
              </a:ext>
            </a:extLst>
          </p:cNvPr>
          <p:cNvSpPr>
            <a:spLocks noGrp="1"/>
          </p:cNvSpPr>
          <p:nvPr>
            <p:ph type="sldNum" sz="quarter" idx="4"/>
          </p:nvPr>
        </p:nvSpPr>
        <p:spPr/>
        <p:txBody>
          <a:bodyPr/>
          <a:lstStyle/>
          <a:p>
            <a:fld id="{C088C981-6885-4100-82A1-DE7074EC4480}" type="slidenum">
              <a:rPr lang="ja-JP" altLang="en-US" smtClean="0"/>
              <a:t>9</a:t>
            </a:fld>
            <a:endParaRPr lang="ja-JP" altLang="en-US"/>
          </a:p>
        </p:txBody>
      </p:sp>
      <p:sp>
        <p:nvSpPr>
          <p:cNvPr id="5" name="四角形: 角を丸くする 4">
            <a:extLst>
              <a:ext uri="{FF2B5EF4-FFF2-40B4-BE49-F238E27FC236}">
                <a16:creationId xmlns:a16="http://schemas.microsoft.com/office/drawing/2014/main" id="{0E680B06-6E14-91D0-64CF-10D47750DEB2}"/>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817189A2-D228-EA54-C712-105E3B2197A0}"/>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FD6511FF-7761-6D93-1A37-258817F33C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8" name="図 7">
            <a:extLst>
              <a:ext uri="{FF2B5EF4-FFF2-40B4-BE49-F238E27FC236}">
                <a16:creationId xmlns:a16="http://schemas.microsoft.com/office/drawing/2014/main" id="{6C9C8EC4-D3B3-FABD-671F-A9BC05C3EF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9" name="図 8">
            <a:extLst>
              <a:ext uri="{FF2B5EF4-FFF2-40B4-BE49-F238E27FC236}">
                <a16:creationId xmlns:a16="http://schemas.microsoft.com/office/drawing/2014/main" id="{CFD59534-BC55-473A-8232-6F36313F93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0" name="図 9">
            <a:extLst>
              <a:ext uri="{FF2B5EF4-FFF2-40B4-BE49-F238E27FC236}">
                <a16:creationId xmlns:a16="http://schemas.microsoft.com/office/drawing/2014/main" id="{79931E93-8A0F-53BE-2494-283DDEEEBE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1" name="図 10">
            <a:extLst>
              <a:ext uri="{FF2B5EF4-FFF2-40B4-BE49-F238E27FC236}">
                <a16:creationId xmlns:a16="http://schemas.microsoft.com/office/drawing/2014/main" id="{32550438-47BF-C8E2-F37F-19652E61A91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2" name="図 11">
            <a:extLst>
              <a:ext uri="{FF2B5EF4-FFF2-40B4-BE49-F238E27FC236}">
                <a16:creationId xmlns:a16="http://schemas.microsoft.com/office/drawing/2014/main" id="{070E7BF0-626A-BFE8-4DE9-622E09AC055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3" name="直線矢印コネクタ 12">
            <a:extLst>
              <a:ext uri="{FF2B5EF4-FFF2-40B4-BE49-F238E27FC236}">
                <a16:creationId xmlns:a16="http://schemas.microsoft.com/office/drawing/2014/main" id="{F4189EEB-4EDA-6544-BD8A-87F06EB518F0}"/>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タイトル 2">
            <a:extLst>
              <a:ext uri="{FF2B5EF4-FFF2-40B4-BE49-F238E27FC236}">
                <a16:creationId xmlns:a16="http://schemas.microsoft.com/office/drawing/2014/main" id="{6E36C3FB-1F02-F402-88BD-21B7E12664DC}"/>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5" name="直線矢印コネクタ 14">
            <a:extLst>
              <a:ext uri="{FF2B5EF4-FFF2-40B4-BE49-F238E27FC236}">
                <a16:creationId xmlns:a16="http://schemas.microsoft.com/office/drawing/2014/main" id="{6CF76A75-7137-EA1A-9B71-2F4D3D4DEA2C}"/>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664556D3-B119-2156-1466-A27A792A3E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7" name="図 16">
            <a:extLst>
              <a:ext uri="{FF2B5EF4-FFF2-40B4-BE49-F238E27FC236}">
                <a16:creationId xmlns:a16="http://schemas.microsoft.com/office/drawing/2014/main" id="{0C727720-4F1F-AC22-8CE3-9D2AEE4815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8" name="図 17">
            <a:extLst>
              <a:ext uri="{FF2B5EF4-FFF2-40B4-BE49-F238E27FC236}">
                <a16:creationId xmlns:a16="http://schemas.microsoft.com/office/drawing/2014/main" id="{DC550B37-4932-4533-451B-7D77A602373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19" name="図 18">
            <a:extLst>
              <a:ext uri="{FF2B5EF4-FFF2-40B4-BE49-F238E27FC236}">
                <a16:creationId xmlns:a16="http://schemas.microsoft.com/office/drawing/2014/main" id="{235B9F80-CF90-3D67-518C-013ADE09BD6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0" name="図 19">
            <a:extLst>
              <a:ext uri="{FF2B5EF4-FFF2-40B4-BE49-F238E27FC236}">
                <a16:creationId xmlns:a16="http://schemas.microsoft.com/office/drawing/2014/main" id="{849317BB-7CA3-9CE8-5310-63F276954851}"/>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1" name="図 20">
            <a:extLst>
              <a:ext uri="{FF2B5EF4-FFF2-40B4-BE49-F238E27FC236}">
                <a16:creationId xmlns:a16="http://schemas.microsoft.com/office/drawing/2014/main" id="{D7A7BCBA-4373-52C7-B683-1CD458CD10E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2" name="図 21">
            <a:extLst>
              <a:ext uri="{FF2B5EF4-FFF2-40B4-BE49-F238E27FC236}">
                <a16:creationId xmlns:a16="http://schemas.microsoft.com/office/drawing/2014/main" id="{CC1614DB-4FBD-D8D7-6B46-63F106526B5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3" name="図 22">
            <a:extLst>
              <a:ext uri="{FF2B5EF4-FFF2-40B4-BE49-F238E27FC236}">
                <a16:creationId xmlns:a16="http://schemas.microsoft.com/office/drawing/2014/main" id="{2E6BE7B5-3C0E-F1E3-F8C0-7E68FA1E6E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4" name="図 23">
            <a:extLst>
              <a:ext uri="{FF2B5EF4-FFF2-40B4-BE49-F238E27FC236}">
                <a16:creationId xmlns:a16="http://schemas.microsoft.com/office/drawing/2014/main" id="{30C16DD2-0FF8-61CA-B9AA-110C2DF85E5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5" name="図 24">
            <a:extLst>
              <a:ext uri="{FF2B5EF4-FFF2-40B4-BE49-F238E27FC236}">
                <a16:creationId xmlns:a16="http://schemas.microsoft.com/office/drawing/2014/main" id="{8112A7D4-3998-6129-676C-2A8898953D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6" name="直線矢印コネクタ 25">
            <a:extLst>
              <a:ext uri="{FF2B5EF4-FFF2-40B4-BE49-F238E27FC236}">
                <a16:creationId xmlns:a16="http://schemas.microsoft.com/office/drawing/2014/main" id="{2DD2B498-CD9E-CF9E-603D-7D377804E603}"/>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E3D6688A-C72F-F9BC-CE7C-3802C213F699}"/>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タイトル 2">
            <a:extLst>
              <a:ext uri="{FF2B5EF4-FFF2-40B4-BE49-F238E27FC236}">
                <a16:creationId xmlns:a16="http://schemas.microsoft.com/office/drawing/2014/main" id="{AB06D6F4-9DAF-8F14-8BC4-F96BFE293F06}"/>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29" name="直線コネクタ 28">
            <a:extLst>
              <a:ext uri="{FF2B5EF4-FFF2-40B4-BE49-F238E27FC236}">
                <a16:creationId xmlns:a16="http://schemas.microsoft.com/office/drawing/2014/main" id="{9E39A3A1-29ED-ECDA-46DB-A4E9A0F9EA83}"/>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タイトル 2">
            <a:extLst>
              <a:ext uri="{FF2B5EF4-FFF2-40B4-BE49-F238E27FC236}">
                <a16:creationId xmlns:a16="http://schemas.microsoft.com/office/drawing/2014/main" id="{80C44A9A-D59D-0106-E02D-9DAB894044CB}"/>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1" name="直線矢印コネクタ 30">
            <a:extLst>
              <a:ext uri="{FF2B5EF4-FFF2-40B4-BE49-F238E27FC236}">
                <a16:creationId xmlns:a16="http://schemas.microsoft.com/office/drawing/2014/main" id="{9CFB05E6-9CD1-51BD-61C9-D4F1D420B471}"/>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タイトル 2">
            <a:extLst>
              <a:ext uri="{FF2B5EF4-FFF2-40B4-BE49-F238E27FC236}">
                <a16:creationId xmlns:a16="http://schemas.microsoft.com/office/drawing/2014/main" id="{0984437D-4C51-38B1-434E-B02FDB9D01E2}"/>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3" name="直線コネクタ 32">
            <a:extLst>
              <a:ext uri="{FF2B5EF4-FFF2-40B4-BE49-F238E27FC236}">
                <a16:creationId xmlns:a16="http://schemas.microsoft.com/office/drawing/2014/main" id="{E932C3C0-E42E-2A52-0759-349496C5120A}"/>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タイトル 2">
            <a:extLst>
              <a:ext uri="{FF2B5EF4-FFF2-40B4-BE49-F238E27FC236}">
                <a16:creationId xmlns:a16="http://schemas.microsoft.com/office/drawing/2014/main" id="{79E1B9FF-8A6B-5370-3F1C-954F7326814C}"/>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5" name="直線コネクタ 34">
            <a:extLst>
              <a:ext uri="{FF2B5EF4-FFF2-40B4-BE49-F238E27FC236}">
                <a16:creationId xmlns:a16="http://schemas.microsoft.com/office/drawing/2014/main" id="{14955930-1123-83B7-5FBF-80C371D513E7}"/>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タイトル 2">
            <a:extLst>
              <a:ext uri="{FF2B5EF4-FFF2-40B4-BE49-F238E27FC236}">
                <a16:creationId xmlns:a16="http://schemas.microsoft.com/office/drawing/2014/main" id="{4A005715-B01E-3024-848B-798706685CFE}"/>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7" name="四角形: 角を丸くする 36">
            <a:extLst>
              <a:ext uri="{FF2B5EF4-FFF2-40B4-BE49-F238E27FC236}">
                <a16:creationId xmlns:a16="http://schemas.microsoft.com/office/drawing/2014/main" id="{F0848323-8748-E2FA-CC2F-EB5C8F413E41}"/>
              </a:ext>
            </a:extLst>
          </p:cNvPr>
          <p:cNvSpPr/>
          <p:nvPr/>
        </p:nvSpPr>
        <p:spPr>
          <a:xfrm>
            <a:off x="1918077" y="877367"/>
            <a:ext cx="4139824"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15256847-F1D7-5C8A-F5C6-7E5F09CDC05F}"/>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台形 38">
            <a:extLst>
              <a:ext uri="{FF2B5EF4-FFF2-40B4-BE49-F238E27FC236}">
                <a16:creationId xmlns:a16="http://schemas.microsoft.com/office/drawing/2014/main" id="{068E3E68-6E3D-E703-B4BB-4D8D0B00D9F4}"/>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0" name="図 39">
            <a:extLst>
              <a:ext uri="{FF2B5EF4-FFF2-40B4-BE49-F238E27FC236}">
                <a16:creationId xmlns:a16="http://schemas.microsoft.com/office/drawing/2014/main" id="{EC1765D5-FD4F-5656-C07E-8B01A7E18C9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1" name="タイトル 2">
            <a:extLst>
              <a:ext uri="{FF2B5EF4-FFF2-40B4-BE49-F238E27FC236}">
                <a16:creationId xmlns:a16="http://schemas.microsoft.com/office/drawing/2014/main" id="{634950AB-0B05-8564-CFFB-6FDC2378A745}"/>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2" name="台形 41">
            <a:extLst>
              <a:ext uri="{FF2B5EF4-FFF2-40B4-BE49-F238E27FC236}">
                <a16:creationId xmlns:a16="http://schemas.microsoft.com/office/drawing/2014/main" id="{CA27B118-425B-6D28-40B3-D15CEAE3232B}"/>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3" name="タイトル 2">
                <a:extLst>
                  <a:ext uri="{FF2B5EF4-FFF2-40B4-BE49-F238E27FC236}">
                    <a16:creationId xmlns:a16="http://schemas.microsoft.com/office/drawing/2014/main" id="{7EB0D735-FA07-C4E2-7927-94F31A3B73D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3" name="タイトル 2">
                <a:extLst>
                  <a:ext uri="{FF2B5EF4-FFF2-40B4-BE49-F238E27FC236}">
                    <a16:creationId xmlns:a16="http://schemas.microsoft.com/office/drawing/2014/main" id="{7EB0D735-FA07-C4E2-7927-94F31A3B73DC}"/>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4" name="グラフィックス 43" descr="車 単色塗りつぶし">
            <a:extLst>
              <a:ext uri="{FF2B5EF4-FFF2-40B4-BE49-F238E27FC236}">
                <a16:creationId xmlns:a16="http://schemas.microsoft.com/office/drawing/2014/main" id="{1AB91973-0673-D7D0-2500-8B4AB8CDE31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5" name="直線コネクタ 44">
            <a:extLst>
              <a:ext uri="{FF2B5EF4-FFF2-40B4-BE49-F238E27FC236}">
                <a16:creationId xmlns:a16="http://schemas.microsoft.com/office/drawing/2014/main" id="{44EA0BE1-EC71-BA9D-719D-4CD59873DBBD}"/>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四角形: 角を丸くする 45">
            <a:extLst>
              <a:ext uri="{FF2B5EF4-FFF2-40B4-BE49-F238E27FC236}">
                <a16:creationId xmlns:a16="http://schemas.microsoft.com/office/drawing/2014/main" id="{F74B1192-CA0B-2425-6C68-00A9B14ECC4C}"/>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台形 46">
            <a:extLst>
              <a:ext uri="{FF2B5EF4-FFF2-40B4-BE49-F238E27FC236}">
                <a16:creationId xmlns:a16="http://schemas.microsoft.com/office/drawing/2014/main" id="{9C070B80-7D20-0480-7113-9F385148BEBC}"/>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8" name="図 47">
            <a:extLst>
              <a:ext uri="{FF2B5EF4-FFF2-40B4-BE49-F238E27FC236}">
                <a16:creationId xmlns:a16="http://schemas.microsoft.com/office/drawing/2014/main" id="{CBF9C925-DE6B-F554-7977-29D5EFB981F9}"/>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49" name="タイトル 2">
            <a:extLst>
              <a:ext uri="{FF2B5EF4-FFF2-40B4-BE49-F238E27FC236}">
                <a16:creationId xmlns:a16="http://schemas.microsoft.com/office/drawing/2014/main" id="{B6E7E39D-91FF-25B6-4BD7-ED6B1E6FE93A}"/>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0" name="台形 49">
            <a:extLst>
              <a:ext uri="{FF2B5EF4-FFF2-40B4-BE49-F238E27FC236}">
                <a16:creationId xmlns:a16="http://schemas.microsoft.com/office/drawing/2014/main" id="{C13A34EC-C139-9F26-4825-3E1C1DC0E658}"/>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1" name="タイトル 2">
                <a:extLst>
                  <a:ext uri="{FF2B5EF4-FFF2-40B4-BE49-F238E27FC236}">
                    <a16:creationId xmlns:a16="http://schemas.microsoft.com/office/drawing/2014/main" id="{95B5BD38-5BFC-9217-C2F1-9F8EB332DA1A}"/>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1" name="タイトル 2">
                <a:extLst>
                  <a:ext uri="{FF2B5EF4-FFF2-40B4-BE49-F238E27FC236}">
                    <a16:creationId xmlns:a16="http://schemas.microsoft.com/office/drawing/2014/main" id="{95B5BD38-5BFC-9217-C2F1-9F8EB332DA1A}"/>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2" name="グラフィックス 51" descr="車 単色塗りつぶし">
            <a:extLst>
              <a:ext uri="{FF2B5EF4-FFF2-40B4-BE49-F238E27FC236}">
                <a16:creationId xmlns:a16="http://schemas.microsoft.com/office/drawing/2014/main" id="{9B691FD8-4BFA-E26D-6F49-D1966C24D41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3" name="直線コネクタ 52">
            <a:extLst>
              <a:ext uri="{FF2B5EF4-FFF2-40B4-BE49-F238E27FC236}">
                <a16:creationId xmlns:a16="http://schemas.microsoft.com/office/drawing/2014/main" id="{39E2820B-3786-0118-07CD-9EE273D007A6}"/>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54" name="図 53">
            <a:extLst>
              <a:ext uri="{FF2B5EF4-FFF2-40B4-BE49-F238E27FC236}">
                <a16:creationId xmlns:a16="http://schemas.microsoft.com/office/drawing/2014/main" id="{DF8C20B8-88AD-675E-1115-B7E9A369CD2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80967" y="1168701"/>
            <a:ext cx="789017" cy="792628"/>
          </a:xfrm>
          <a:prstGeom prst="rect">
            <a:avLst/>
          </a:prstGeom>
        </p:spPr>
      </p:pic>
      <p:sp>
        <p:nvSpPr>
          <p:cNvPr id="55" name="タイトル 2">
            <a:extLst>
              <a:ext uri="{FF2B5EF4-FFF2-40B4-BE49-F238E27FC236}">
                <a16:creationId xmlns:a16="http://schemas.microsoft.com/office/drawing/2014/main" id="{EA74FB6C-DBB5-61CA-F27F-64778041B07A}"/>
              </a:ext>
            </a:extLst>
          </p:cNvPr>
          <p:cNvSpPr txBox="1">
            <a:spLocks/>
          </p:cNvSpPr>
          <p:nvPr/>
        </p:nvSpPr>
        <p:spPr>
          <a:xfrm>
            <a:off x="3264142" y="2119731"/>
            <a:ext cx="140985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400"/>
              <a:t>Qwen-VL-3B</a:t>
            </a:r>
            <a:endParaRPr lang="ja-JP" altLang="en-US" sz="1400"/>
          </a:p>
        </p:txBody>
      </p:sp>
      <p:sp>
        <p:nvSpPr>
          <p:cNvPr id="56" name="正方形/長方形 55">
            <a:extLst>
              <a:ext uri="{FF2B5EF4-FFF2-40B4-BE49-F238E27FC236}">
                <a16:creationId xmlns:a16="http://schemas.microsoft.com/office/drawing/2014/main" id="{88D8199D-B5E5-8843-4EB3-8FC2EECCDE17}"/>
              </a:ext>
            </a:extLst>
          </p:cNvPr>
          <p:cNvSpPr/>
          <p:nvPr/>
        </p:nvSpPr>
        <p:spPr>
          <a:xfrm>
            <a:off x="6884349" y="2831275"/>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a:solidFill>
                  <a:schemeClr val="tx1"/>
                </a:solidFill>
              </a:rPr>
              <a:t>クライアント側</a:t>
            </a:r>
            <a:endParaRPr kumimoji="1" lang="ja-JP" altLang="en-US"/>
          </a:p>
        </p:txBody>
      </p:sp>
      <p:cxnSp>
        <p:nvCxnSpPr>
          <p:cNvPr id="57" name="直線コネクタ 56">
            <a:extLst>
              <a:ext uri="{FF2B5EF4-FFF2-40B4-BE49-F238E27FC236}">
                <a16:creationId xmlns:a16="http://schemas.microsoft.com/office/drawing/2014/main" id="{F83C6876-1ECC-8A12-5D0E-C02D1EEBA0A6}"/>
              </a:ext>
            </a:extLst>
          </p:cNvPr>
          <p:cNvCxnSpPr>
            <a:cxnSpLocks/>
          </p:cNvCxnSpPr>
          <p:nvPr/>
        </p:nvCxnSpPr>
        <p:spPr>
          <a:xfrm flipV="1">
            <a:off x="7505700" y="3350501"/>
            <a:ext cx="238800" cy="5464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CAD8E0BD-0928-F288-0F09-FC8D0A3D98B8}"/>
              </a:ext>
            </a:extLst>
          </p:cNvPr>
          <p:cNvSpPr/>
          <p:nvPr/>
        </p:nvSpPr>
        <p:spPr>
          <a:xfrm>
            <a:off x="0" y="2844412"/>
            <a:ext cx="2131438" cy="54480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ja-JP" altLang="en-US" b="1" dirty="0">
                <a:solidFill>
                  <a:schemeClr val="tx1"/>
                </a:solidFill>
              </a:rPr>
              <a:t>クライアント側</a:t>
            </a:r>
            <a:endParaRPr kumimoji="1" lang="ja-JP" altLang="en-US" dirty="0"/>
          </a:p>
        </p:txBody>
      </p:sp>
      <p:cxnSp>
        <p:nvCxnSpPr>
          <p:cNvPr id="66" name="直線コネクタ 65">
            <a:extLst>
              <a:ext uri="{FF2B5EF4-FFF2-40B4-BE49-F238E27FC236}">
                <a16:creationId xmlns:a16="http://schemas.microsoft.com/office/drawing/2014/main" id="{F156AC6F-6225-9ADD-65B1-346380D1A94E}"/>
              </a:ext>
            </a:extLst>
          </p:cNvPr>
          <p:cNvCxnSpPr>
            <a:cxnSpLocks/>
          </p:cNvCxnSpPr>
          <p:nvPr/>
        </p:nvCxnSpPr>
        <p:spPr>
          <a:xfrm flipH="1" flipV="1">
            <a:off x="860151" y="3363638"/>
            <a:ext cx="424281" cy="532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5EEC37A3-F5AB-9244-0CC1-43549D88D0D8}"/>
                  </a:ext>
                </a:extLst>
              </p:cNvPr>
              <p:cNvSpPr txBox="1"/>
              <p:nvPr/>
            </p:nvSpPr>
            <p:spPr>
              <a:xfrm>
                <a:off x="3136448" y="5951801"/>
                <a:ext cx="2058422" cy="523220"/>
              </a:xfrm>
              <a:prstGeom prst="rect">
                <a:avLst/>
              </a:prstGeom>
              <a:noFill/>
              <a:ln w="28575">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800" smtClean="0">
                          <a:solidFill>
                            <a:schemeClr val="tx1"/>
                          </a:solidFill>
                          <a:latin typeface="Cambria Math" panose="02040503050406030204" pitchFamily="18" charset="0"/>
                        </a:rPr>
                        <m:t>Δ</m:t>
                      </m:r>
                      <m:sSub>
                        <m:sSubPr>
                          <m:ctrlPr>
                            <a:rPr lang="en-US" altLang="ja-JP" sz="2800" b="0" i="1" smtClean="0">
                              <a:solidFill>
                                <a:schemeClr val="tx1"/>
                              </a:solidFill>
                              <a:latin typeface="Cambria Math" panose="02040503050406030204" pitchFamily="18" charset="0"/>
                            </a:rPr>
                          </m:ctrlPr>
                        </m:sSubPr>
                        <m:e>
                          <m:r>
                            <a:rPr lang="en-US" altLang="ja-JP" sz="2800" i="1">
                              <a:solidFill>
                                <a:schemeClr val="tx1"/>
                              </a:solidFill>
                              <a:latin typeface="Cambria Math" panose="02040503050406030204" pitchFamily="18" charset="0"/>
                            </a:rPr>
                            <m:t>𝑊</m:t>
                          </m:r>
                        </m:e>
                        <m:sub>
                          <m:r>
                            <a:rPr lang="en-US" altLang="ja-JP" sz="2800" b="0" i="1" smtClean="0">
                              <a:solidFill>
                                <a:schemeClr val="tx1"/>
                              </a:solidFill>
                              <a:latin typeface="Cambria Math" panose="02040503050406030204" pitchFamily="18" charset="0"/>
                            </a:rPr>
                            <m:t>1</m:t>
                          </m:r>
                        </m:sub>
                      </m:sSub>
                      <m:r>
                        <a:rPr lang="en-US" altLang="ja-JP" sz="2800" b="0" i="1" smtClean="0">
                          <a:solidFill>
                            <a:schemeClr val="tx1"/>
                          </a:solidFill>
                          <a:latin typeface="Cambria Math" panose="02040503050406030204" pitchFamily="18" charset="0"/>
                          <a:ea typeface="Cambria Math" panose="02040503050406030204" pitchFamily="18" charset="0"/>
                        </a:rPr>
                        <m:t>≠</m:t>
                      </m:r>
                      <m:r>
                        <m:rPr>
                          <m:sty m:val="p"/>
                        </m:rPr>
                        <a:rPr lang="en-US" altLang="ja-JP" sz="2800">
                          <a:latin typeface="Cambria Math" panose="02040503050406030204" pitchFamily="18" charset="0"/>
                        </a:rPr>
                        <m:t>Δ</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𝑊</m:t>
                          </m:r>
                        </m:e>
                        <m:sub>
                          <m:r>
                            <a:rPr lang="en-US" altLang="ja-JP" sz="2800" b="0" i="1" smtClean="0">
                              <a:latin typeface="Cambria Math" panose="02040503050406030204" pitchFamily="18" charset="0"/>
                            </a:rPr>
                            <m:t>2</m:t>
                          </m:r>
                        </m:sub>
                      </m:sSub>
                    </m:oMath>
                  </m:oMathPara>
                </a14:m>
                <a:endParaRPr lang="ja-JP" altLang="en-US" sz="2800" dirty="0"/>
              </a:p>
            </p:txBody>
          </p:sp>
        </mc:Choice>
        <mc:Fallback xmlns="">
          <p:sp>
            <p:nvSpPr>
              <p:cNvPr id="58" name="テキスト ボックス 57">
                <a:extLst>
                  <a:ext uri="{FF2B5EF4-FFF2-40B4-BE49-F238E27FC236}">
                    <a16:creationId xmlns:a16="http://schemas.microsoft.com/office/drawing/2014/main" id="{5EEC37A3-F5AB-9244-0CC1-43549D88D0D8}"/>
                  </a:ext>
                </a:extLst>
              </p:cNvPr>
              <p:cNvSpPr txBox="1">
                <a:spLocks noRot="1" noChangeAspect="1" noMove="1" noResize="1" noEditPoints="1" noAdjustHandles="1" noChangeArrowheads="1" noChangeShapeType="1" noTextEdit="1"/>
              </p:cNvSpPr>
              <p:nvPr/>
            </p:nvSpPr>
            <p:spPr>
              <a:xfrm>
                <a:off x="3136448" y="5951801"/>
                <a:ext cx="2058422" cy="523220"/>
              </a:xfrm>
              <a:prstGeom prst="rect">
                <a:avLst/>
              </a:prstGeom>
              <a:blipFill>
                <a:blip r:embed="rId17"/>
                <a:stretch>
                  <a:fillRect/>
                </a:stretch>
              </a:blipFill>
              <a:ln w="28575">
                <a:solidFill>
                  <a:schemeClr val="tx1"/>
                </a:solidFill>
              </a:ln>
            </p:spPr>
            <p:txBody>
              <a:bodyPr/>
              <a:lstStyle/>
              <a:p>
                <a:r>
                  <a:rPr lang="ja-JP" altLang="en-US">
                    <a:noFill/>
                  </a:rPr>
                  <a:t> </a:t>
                </a:r>
              </a:p>
            </p:txBody>
          </p:sp>
        </mc:Fallback>
      </mc:AlternateContent>
      <p:sp>
        <p:nvSpPr>
          <p:cNvPr id="61" name="テキスト ボックス 60">
            <a:extLst>
              <a:ext uri="{FF2B5EF4-FFF2-40B4-BE49-F238E27FC236}">
                <a16:creationId xmlns:a16="http://schemas.microsoft.com/office/drawing/2014/main" id="{968432EC-167F-8290-A275-A1E8FB3C9B7B}"/>
              </a:ext>
            </a:extLst>
          </p:cNvPr>
          <p:cNvSpPr txBox="1"/>
          <p:nvPr/>
        </p:nvSpPr>
        <p:spPr>
          <a:xfrm>
            <a:off x="2550931" y="3169462"/>
            <a:ext cx="3506969" cy="405731"/>
          </a:xfrm>
          <a:prstGeom prst="rect">
            <a:avLst/>
          </a:prstGeom>
          <a:noFill/>
          <a:ln w="28575">
            <a:solidFill>
              <a:schemeClr val="tx1"/>
            </a:solidFill>
          </a:ln>
        </p:spPr>
        <p:txBody>
          <a:bodyPr wrap="square">
            <a:spAutoFit/>
          </a:bodyPr>
          <a:lstStyle/>
          <a:p>
            <a:pPr algn="ctr"/>
            <a:r>
              <a:rPr lang="ja-JP" altLang="en-US" sz="2000" b="1" dirty="0"/>
              <a:t>異なるデータセットを利用</a:t>
            </a:r>
          </a:p>
        </p:txBody>
      </p:sp>
      <p:cxnSp>
        <p:nvCxnSpPr>
          <p:cNvPr id="62" name="直線コネクタ 61">
            <a:extLst>
              <a:ext uri="{FF2B5EF4-FFF2-40B4-BE49-F238E27FC236}">
                <a16:creationId xmlns:a16="http://schemas.microsoft.com/office/drawing/2014/main" id="{87B0F66A-1DA2-6E26-2D54-4B630FCFF716}"/>
              </a:ext>
            </a:extLst>
          </p:cNvPr>
          <p:cNvCxnSpPr>
            <a:cxnSpLocks/>
            <a:stCxn id="46" idx="0"/>
            <a:endCxn id="61" idx="3"/>
          </p:cNvCxnSpPr>
          <p:nvPr/>
        </p:nvCxnSpPr>
        <p:spPr>
          <a:xfrm flipH="1" flipV="1">
            <a:off x="6057900" y="3372328"/>
            <a:ext cx="762724" cy="5223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D61B6223-0EEC-7489-C33B-12DDA524440C}"/>
              </a:ext>
            </a:extLst>
          </p:cNvPr>
          <p:cNvCxnSpPr>
            <a:cxnSpLocks/>
            <a:stCxn id="38" idx="0"/>
            <a:endCxn id="61" idx="1"/>
          </p:cNvCxnSpPr>
          <p:nvPr/>
        </p:nvCxnSpPr>
        <p:spPr>
          <a:xfrm flipV="1">
            <a:off x="1462000" y="3372328"/>
            <a:ext cx="1088931" cy="534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DE1E14BF-3FA3-10BF-24B6-9E2C9DF2E7EB}"/>
              </a:ext>
            </a:extLst>
          </p:cNvPr>
          <p:cNvSpPr txBox="1"/>
          <p:nvPr/>
        </p:nvSpPr>
        <p:spPr>
          <a:xfrm>
            <a:off x="3033756" y="4252714"/>
            <a:ext cx="2312247" cy="400110"/>
          </a:xfrm>
          <a:prstGeom prst="rect">
            <a:avLst/>
          </a:prstGeom>
          <a:noFill/>
          <a:ln w="28575">
            <a:solidFill>
              <a:schemeClr val="tx1"/>
            </a:solidFill>
          </a:ln>
        </p:spPr>
        <p:txBody>
          <a:bodyPr wrap="square">
            <a:spAutoFit/>
          </a:bodyPr>
          <a:lstStyle/>
          <a:p>
            <a:pPr algn="ctr"/>
            <a:r>
              <a:rPr lang="ja-JP" altLang="en-US" sz="2000" b="1" dirty="0"/>
              <a:t>損失</a:t>
            </a:r>
            <a:r>
              <a:rPr lang="en-US" altLang="ja-JP" sz="2000" b="1" dirty="0" err="1"/>
              <a:t>L_task</a:t>
            </a:r>
            <a:endParaRPr lang="ja-JP" altLang="en-US" sz="2000" b="1" dirty="0"/>
          </a:p>
        </p:txBody>
      </p:sp>
    </p:spTree>
    <p:extLst>
      <p:ext uri="{BB962C8B-B14F-4D97-AF65-F5344CB8AC3E}">
        <p14:creationId xmlns:p14="http://schemas.microsoft.com/office/powerpoint/2010/main" val="11858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8A5D-0734-2C00-E3D0-079CF05A47A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1E246DC-3FB3-9DA5-2F27-CB43350AE142}"/>
              </a:ext>
            </a:extLst>
          </p:cNvPr>
          <p:cNvSpPr>
            <a:spLocks noGrp="1"/>
          </p:cNvSpPr>
          <p:nvPr>
            <p:ph type="title"/>
          </p:nvPr>
        </p:nvSpPr>
        <p:spPr/>
        <p:txBody>
          <a:bodyPr>
            <a:normAutofit/>
          </a:bodyPr>
          <a:lstStyle/>
          <a:p>
            <a:r>
              <a:rPr lang="en-US" altLang="ja-JP" dirty="0"/>
              <a:t>3</a:t>
            </a:r>
            <a:r>
              <a:rPr lang="ja-JP" altLang="ja-JP" dirty="0"/>
              <a:t>. サーバーでの集約</a:t>
            </a:r>
            <a:endParaRPr kumimoji="1" lang="ja-JP" altLang="en-US" dirty="0"/>
          </a:p>
        </p:txBody>
      </p:sp>
      <p:sp>
        <p:nvSpPr>
          <p:cNvPr id="4" name="スライド番号プレースホルダー 3">
            <a:extLst>
              <a:ext uri="{FF2B5EF4-FFF2-40B4-BE49-F238E27FC236}">
                <a16:creationId xmlns:a16="http://schemas.microsoft.com/office/drawing/2014/main" id="{75C33C9C-F5E9-1DE8-FA13-371914C570E8}"/>
              </a:ext>
            </a:extLst>
          </p:cNvPr>
          <p:cNvSpPr>
            <a:spLocks noGrp="1"/>
          </p:cNvSpPr>
          <p:nvPr>
            <p:ph type="sldNum" sz="quarter" idx="4"/>
          </p:nvPr>
        </p:nvSpPr>
        <p:spPr/>
        <p:txBody>
          <a:bodyPr/>
          <a:lstStyle/>
          <a:p>
            <a:fld id="{C088C981-6885-4100-82A1-DE7074EC4480}" type="slidenum">
              <a:rPr lang="ja-JP" altLang="en-US" smtClean="0"/>
              <a:t>10</a:t>
            </a:fld>
            <a:endParaRPr lang="ja-JP" altLang="en-US" dirty="0"/>
          </a:p>
        </p:txBody>
      </p:sp>
      <p:sp>
        <p:nvSpPr>
          <p:cNvPr id="5" name="四角形: 角を丸くする 4">
            <a:extLst>
              <a:ext uri="{FF2B5EF4-FFF2-40B4-BE49-F238E27FC236}">
                <a16:creationId xmlns:a16="http://schemas.microsoft.com/office/drawing/2014/main" id="{41050C89-49D4-16FB-A72A-674025229A86}"/>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CAAE4036-2686-3545-AB8B-9CEA69FBA37E}"/>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66BCDA8A-7C84-4927-8C06-BE852F376014}"/>
              </a:ext>
            </a:extLst>
          </p:cNvPr>
          <p:cNvCxnSpPr>
            <a:cxnSpLocks/>
          </p:cNvCxnSpPr>
          <p:nvPr/>
        </p:nvCxnSpPr>
        <p:spPr>
          <a:xfrm flipV="1">
            <a:off x="1960067" y="3001169"/>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A63F6AE5-7BA6-B3E0-5BCD-442F4AC3FB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2078C56D-F9CE-6935-010F-BC1B27D2EA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FBC1AFAA-C718-4CB4-4F16-777C9BF762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49CA236D-8EA3-F8B5-00AC-878181BCD9C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CC74C3ED-5471-B222-3A52-89CC56EFEB4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342F56AB-D9DD-CED0-07C6-564754FAF0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BF9739D2-1F88-ED5D-15C4-A261501FCF11}"/>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6B66BFA3-7149-BC17-FB92-7E13B0B09EEE}"/>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EE0EB802-23A9-CB8D-4AE9-70A2965B3FD3}"/>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82C7E8F9-200D-3FEE-DE2D-77B4A12434E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35AEF7E8-5157-07C2-7164-FBB2106182A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37209EDB-3ADC-A6F5-5326-0562854FFBE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02807130-68A7-7386-7033-0B6C14650AD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84F5B65F-198A-8E64-E176-F1DF7784232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7F10C66B-9CC4-E623-3864-F05A36F0D16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9401B9E2-4F87-97F5-0C91-5387DD6564C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1581E733-5A4B-51BD-6A19-84C4ECCA40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E8CB14DE-7B5F-2D1E-2C15-AC51CCE865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EF511717-BA50-2592-EA30-AB0DAC50678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1BD32FD0-45EA-A25F-9A04-F73AACB1DCFE}"/>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AAF81ABC-61EF-05D2-59E4-04EB4F6832F2}"/>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708489EA-7EBB-BB9D-8806-5195CACE0F10}"/>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CB064AF8-C09B-4D3C-62AD-F042E2AF265A}"/>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C04236DA-0731-21FD-824F-C43B00474578}"/>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FA85C9FC-3F59-0BA8-B856-7F9E7A84BCA8}"/>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F904F447-0453-139C-18F1-32E0AB22E4F7}"/>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4FE2F716-273F-27DE-770D-CC96F31E8822}"/>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0A9063CD-B5CD-4DEF-E73E-84CBAF0DF980}"/>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4010C7F1-B936-D352-8B5D-C65F53FC3251}"/>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3AF3240C-EBA6-BE1F-0536-518926EA6C0C}"/>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A25F4086-3AF2-6102-AB31-18834E950B2D}"/>
              </a:ext>
            </a:extLst>
          </p:cNvPr>
          <p:cNvSpPr/>
          <p:nvPr/>
        </p:nvSpPr>
        <p:spPr>
          <a:xfrm>
            <a:off x="1829570" y="877367"/>
            <a:ext cx="4228331"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32586A6B-A58E-B38A-707E-93900D745510}"/>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1B5DA8C6-FBCE-6D67-69D0-A3753E052E9B}"/>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0AFF1A6D-888A-4F6E-F6B4-D3A5C55CC11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565873E1-342A-B332-A519-577144A216A2}"/>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B8B245F6-16DA-E6A8-7EE6-08182505E2F3}"/>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EFAD7304-4481-0289-68A2-A7F1D8ABD193}"/>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6CC8F4F2-FD7F-5B91-ADF9-7E8DA8853C8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C5E640DE-1BBB-ECBB-0ADD-93DFAE9FECF5}"/>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D895223D-696F-5F25-F1A1-58C1E16A8536}"/>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8DE8D6B1-1E2A-3A43-57DD-262F2395CABC}"/>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2EDF83E9-039B-D450-33A1-CE8294871D7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91BB636C-49FA-4DAF-B239-9125C049BF73}"/>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BF01DC78-B161-149D-AF21-F7CE6F18BD9A}"/>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2A2B9E07-8FF2-0DDD-8059-788DEC7342F8}"/>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5"/>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955623A5-A88B-A45F-1EE7-10871352EAE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06AD6BDB-5B68-A691-FDF4-A4B8286608CD}"/>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6A4B487C-949B-B64E-925B-6093EB81240B}"/>
              </a:ext>
            </a:extLst>
          </p:cNvPr>
          <p:cNvCxnSpPr>
            <a:cxnSpLocks/>
          </p:cNvCxnSpPr>
          <p:nvPr/>
        </p:nvCxnSpPr>
        <p:spPr>
          <a:xfrm rot="16200000" flipV="1">
            <a:off x="6040866" y="2943318"/>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8" name="台形 57">
            <a:extLst>
              <a:ext uri="{FF2B5EF4-FFF2-40B4-BE49-F238E27FC236}">
                <a16:creationId xmlns:a16="http://schemas.microsoft.com/office/drawing/2014/main" id="{4867456F-BB6F-2A4C-C5AF-88AEBFB15628}"/>
              </a:ext>
            </a:extLst>
          </p:cNvPr>
          <p:cNvSpPr/>
          <p:nvPr/>
        </p:nvSpPr>
        <p:spPr>
          <a:xfrm rot="10800000">
            <a:off x="2544639" y="1076520"/>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59" name="台形 58">
            <a:extLst>
              <a:ext uri="{FF2B5EF4-FFF2-40B4-BE49-F238E27FC236}">
                <a16:creationId xmlns:a16="http://schemas.microsoft.com/office/drawing/2014/main" id="{DED1CE4F-0266-48C6-0E9F-D2596762354D}"/>
              </a:ext>
            </a:extLst>
          </p:cNvPr>
          <p:cNvSpPr/>
          <p:nvPr/>
        </p:nvSpPr>
        <p:spPr>
          <a:xfrm>
            <a:off x="2544639" y="1351359"/>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0" name="台形 59">
            <a:extLst>
              <a:ext uri="{FF2B5EF4-FFF2-40B4-BE49-F238E27FC236}">
                <a16:creationId xmlns:a16="http://schemas.microsoft.com/office/drawing/2014/main" id="{216C52C4-5358-D75F-6D23-8852AE8EC32D}"/>
              </a:ext>
            </a:extLst>
          </p:cNvPr>
          <p:cNvSpPr/>
          <p:nvPr/>
        </p:nvSpPr>
        <p:spPr>
          <a:xfrm rot="10800000">
            <a:off x="2535638" y="2242558"/>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1" name="台形 60">
            <a:extLst>
              <a:ext uri="{FF2B5EF4-FFF2-40B4-BE49-F238E27FC236}">
                <a16:creationId xmlns:a16="http://schemas.microsoft.com/office/drawing/2014/main" id="{2F13A156-4277-5EED-83D1-67CEE4706F2F}"/>
              </a:ext>
            </a:extLst>
          </p:cNvPr>
          <p:cNvSpPr/>
          <p:nvPr/>
        </p:nvSpPr>
        <p:spPr>
          <a:xfrm>
            <a:off x="2535638" y="2517397"/>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1F7E9FB0-9E30-A4B9-F029-EFE708730881}"/>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2AAD08B5-EF27-1F26-78FB-F20272FFA477}"/>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6"/>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E057F9EF-603B-F424-0707-3352FB516774}"/>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3</m:t>
                          </m:r>
                        </m:sub>
                      </m:sSub>
                    </m:oMath>
                  </m:oMathPara>
                </a14:m>
                <a:endParaRPr lang="ja-JP" altLang="en-US">
                  <a:solidFill>
                    <a:schemeClr val="tx1"/>
                  </a:solidFill>
                </a:endParaRPr>
              </a:p>
            </p:txBody>
          </p:sp>
        </mc:Choice>
        <mc:Fallback xmlns="">
          <p:sp>
            <p:nvSpPr>
              <p:cNvPr id="63" name="テキスト ボックス 62">
                <a:extLst>
                  <a:ext uri="{FF2B5EF4-FFF2-40B4-BE49-F238E27FC236}">
                    <a16:creationId xmlns:a16="http://schemas.microsoft.com/office/drawing/2014/main" id="{5CD46941-05C9-ABF4-A9BC-17C51463F8BB}"/>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7"/>
                <a:stretch>
                  <a:fillRect/>
                </a:stretch>
              </a:blipFill>
            </p:spPr>
            <p:txBody>
              <a:bodyPr/>
              <a:lstStyle/>
              <a:p>
                <a:r>
                  <a:rPr lang="en-US">
                    <a:noFill/>
                  </a:rPr>
                  <a:t> </a:t>
                </a:r>
              </a:p>
            </p:txBody>
          </p:sp>
        </mc:Fallback>
      </mc:AlternateContent>
      <p:sp>
        <p:nvSpPr>
          <p:cNvPr id="64" name="矢印: 右 63">
            <a:extLst>
              <a:ext uri="{FF2B5EF4-FFF2-40B4-BE49-F238E27FC236}">
                <a16:creationId xmlns:a16="http://schemas.microsoft.com/office/drawing/2014/main" id="{1393B1D8-42AF-9FA9-BAD4-8C4576FB8BDD}"/>
              </a:ext>
            </a:extLst>
          </p:cNvPr>
          <p:cNvSpPr/>
          <p:nvPr/>
        </p:nvSpPr>
        <p:spPr>
          <a:xfrm rot="19283956">
            <a:off x="3111127" y="2187382"/>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99A9EBCF-1F54-47E1-FBC9-09C78D03FFC8}"/>
              </a:ext>
            </a:extLst>
          </p:cNvPr>
          <p:cNvSpPr/>
          <p:nvPr/>
        </p:nvSpPr>
        <p:spPr>
          <a:xfrm rot="2825624">
            <a:off x="3087662" y="1304828"/>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台形 65">
            <a:extLst>
              <a:ext uri="{FF2B5EF4-FFF2-40B4-BE49-F238E27FC236}">
                <a16:creationId xmlns:a16="http://schemas.microsoft.com/office/drawing/2014/main" id="{F72EC203-C5DE-D1D9-6952-89C1200AA59D}"/>
              </a:ext>
            </a:extLst>
          </p:cNvPr>
          <p:cNvSpPr/>
          <p:nvPr/>
        </p:nvSpPr>
        <p:spPr>
          <a:xfrm rot="10800000">
            <a:off x="3846152" y="1628340"/>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7" name="台形 66">
            <a:extLst>
              <a:ext uri="{FF2B5EF4-FFF2-40B4-BE49-F238E27FC236}">
                <a16:creationId xmlns:a16="http://schemas.microsoft.com/office/drawing/2014/main" id="{509606A0-E84B-EE7C-6CDE-98DAD5D19DAE}"/>
              </a:ext>
            </a:extLst>
          </p:cNvPr>
          <p:cNvSpPr/>
          <p:nvPr/>
        </p:nvSpPr>
        <p:spPr>
          <a:xfrm>
            <a:off x="3846152" y="1903179"/>
            <a:ext cx="438043" cy="144331"/>
          </a:xfrm>
          <a:prstGeom prst="trapezoid">
            <a:avLst>
              <a:gd name="adj" fmla="val 8073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sp>
        <p:nvSpPr>
          <p:cNvPr id="68" name="矢印: 右 67">
            <a:extLst>
              <a:ext uri="{FF2B5EF4-FFF2-40B4-BE49-F238E27FC236}">
                <a16:creationId xmlns:a16="http://schemas.microsoft.com/office/drawing/2014/main" id="{48213179-3F40-A15E-95CA-9A63D95B5108}"/>
              </a:ext>
            </a:extLst>
          </p:cNvPr>
          <p:cNvSpPr/>
          <p:nvPr/>
        </p:nvSpPr>
        <p:spPr>
          <a:xfrm>
            <a:off x="4366063" y="1683332"/>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5DC543E7-8D8D-7AF0-DD2F-2058D0433B51}"/>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pic>
        <p:nvPicPr>
          <p:cNvPr id="70" name="図 69">
            <a:extLst>
              <a:ext uri="{FF2B5EF4-FFF2-40B4-BE49-F238E27FC236}">
                <a16:creationId xmlns:a16="http://schemas.microsoft.com/office/drawing/2014/main" id="{E46FE1F3-4AA5-4C73-A59D-2F7FC03F92E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31421" y="1384601"/>
            <a:ext cx="561592" cy="564162"/>
          </a:xfrm>
          <a:prstGeom prst="rect">
            <a:avLst/>
          </a:prstGeom>
        </p:spPr>
      </p:pic>
      <p:sp>
        <p:nvSpPr>
          <p:cNvPr id="71" name="タイトル 2">
            <a:extLst>
              <a:ext uri="{FF2B5EF4-FFF2-40B4-BE49-F238E27FC236}">
                <a16:creationId xmlns:a16="http://schemas.microsoft.com/office/drawing/2014/main" id="{6C93413D-3F78-3E25-790E-7C325CE95221}"/>
              </a:ext>
            </a:extLst>
          </p:cNvPr>
          <p:cNvSpPr txBox="1">
            <a:spLocks/>
          </p:cNvSpPr>
          <p:nvPr/>
        </p:nvSpPr>
        <p:spPr>
          <a:xfrm>
            <a:off x="4761703" y="2017729"/>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4179A8B5-C058-DFE6-4F5E-166EF44EB7A5}"/>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b>
                        <m:sSubPr>
                          <m:ctrlPr>
                            <a:rPr lang="en-US" altLang="ja-JP" b="0" i="1" smtClean="0">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𝑊</m:t>
                          </m:r>
                        </m:e>
                        <m:sub>
                          <m:r>
                            <a:rPr lang="en-US" altLang="ja-JP" b="0" i="1" smtClean="0">
                              <a:solidFill>
                                <a:schemeClr val="tx1"/>
                              </a:solidFill>
                              <a:latin typeface="Cambria Math" panose="02040503050406030204" pitchFamily="18" charset="0"/>
                            </a:rPr>
                            <m:t>1</m:t>
                          </m:r>
                        </m:sub>
                      </m:sSub>
                    </m:oMath>
                  </m:oMathPara>
                </a14:m>
                <a:endParaRPr lang="ja-JP" altLang="en-US">
                  <a:solidFill>
                    <a:schemeClr val="tx1"/>
                  </a:solidFill>
                </a:endParaRPr>
              </a:p>
            </p:txBody>
          </p:sp>
        </mc:Choice>
        <mc:Fallback xmlns="">
          <p:sp>
            <p:nvSpPr>
              <p:cNvPr id="72" name="テキスト ボックス 71">
                <a:extLst>
                  <a:ext uri="{FF2B5EF4-FFF2-40B4-BE49-F238E27FC236}">
                    <a16:creationId xmlns:a16="http://schemas.microsoft.com/office/drawing/2014/main" id="{B4FDD9E7-CD1C-0875-38D8-F780965B59CE}"/>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0AF79DF6-CD1F-943A-D8CC-0746FF32AF00}"/>
                  </a:ext>
                </a:extLst>
              </p:cNvPr>
              <p:cNvSpPr txBox="1"/>
              <p:nvPr/>
            </p:nvSpPr>
            <p:spPr>
              <a:xfrm>
                <a:off x="5514462" y="3244334"/>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smtClean="0">
                          <a:solidFill>
                            <a:schemeClr val="tx1"/>
                          </a:solidFill>
                          <a:latin typeface="Cambria Math" panose="02040503050406030204" pitchFamily="18" charset="0"/>
                        </a:rPr>
                        <m:t>Δ</m:t>
                      </m:r>
                      <m:sSub>
                        <m:sSubPr>
                          <m:ctrlPr>
                            <a:rPr lang="en-US" altLang="ja-JP" sz="2400" b="0" i="1" smtClean="0">
                              <a:solidFill>
                                <a:schemeClr val="tx1"/>
                              </a:solidFill>
                              <a:latin typeface="Cambria Math" panose="02040503050406030204" pitchFamily="18" charset="0"/>
                            </a:rPr>
                          </m:ctrlPr>
                        </m:sSubPr>
                        <m:e>
                          <m:r>
                            <a:rPr lang="en-US" altLang="ja-JP" sz="2400" i="1">
                              <a:solidFill>
                                <a:schemeClr val="tx1"/>
                              </a:solidFill>
                              <a:latin typeface="Cambria Math" panose="02040503050406030204" pitchFamily="18" charset="0"/>
                            </a:rPr>
                            <m:t>𝑊</m:t>
                          </m:r>
                        </m:e>
                        <m:sub>
                          <m:r>
                            <a:rPr lang="en-US" altLang="ja-JP" sz="2400" b="0" i="1" smtClean="0">
                              <a:solidFill>
                                <a:schemeClr val="tx1"/>
                              </a:solidFill>
                              <a:latin typeface="Cambria Math" panose="02040503050406030204" pitchFamily="18" charset="0"/>
                            </a:rPr>
                            <m:t>2</m:t>
                          </m:r>
                        </m:sub>
                      </m:sSub>
                    </m:oMath>
                  </m:oMathPara>
                </a14:m>
                <a:endParaRPr lang="ja-JP" altLang="en-US" sz="2400">
                  <a:solidFill>
                    <a:schemeClr val="tx1"/>
                  </a:solidFill>
                </a:endParaRPr>
              </a:p>
            </p:txBody>
          </p:sp>
        </mc:Choice>
        <mc:Fallback xmlns="">
          <p:sp>
            <p:nvSpPr>
              <p:cNvPr id="73" name="テキスト ボックス 72">
                <a:extLst>
                  <a:ext uri="{FF2B5EF4-FFF2-40B4-BE49-F238E27FC236}">
                    <a16:creationId xmlns:a16="http://schemas.microsoft.com/office/drawing/2014/main" id="{9DC4632C-CABA-0BCF-F812-69A68B365EAB}"/>
                  </a:ext>
                </a:extLst>
              </p:cNvPr>
              <p:cNvSpPr txBox="1">
                <a:spLocks noRot="1" noChangeAspect="1" noMove="1" noResize="1" noEditPoints="1" noAdjustHandles="1" noChangeArrowheads="1" noChangeShapeType="1" noTextEdit="1"/>
              </p:cNvSpPr>
              <p:nvPr/>
            </p:nvSpPr>
            <p:spPr>
              <a:xfrm>
                <a:off x="5514462" y="3244334"/>
                <a:ext cx="838729" cy="461665"/>
              </a:xfrm>
              <a:prstGeom prst="rect">
                <a:avLst/>
              </a:prstGeom>
              <a:blipFill>
                <a:blip r:embed="rId19"/>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テキスト ボックス 73">
                <a:extLst>
                  <a:ext uri="{FF2B5EF4-FFF2-40B4-BE49-F238E27FC236}">
                    <a16:creationId xmlns:a16="http://schemas.microsoft.com/office/drawing/2014/main" id="{9D6140AE-9988-7D33-366C-663ECE1AF6E4}"/>
                  </a:ext>
                </a:extLst>
              </p:cNvPr>
              <p:cNvSpPr txBox="1"/>
              <p:nvPr/>
            </p:nvSpPr>
            <p:spPr>
              <a:xfrm>
                <a:off x="3693215" y="1221286"/>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mtClean="0">
                          <a:solidFill>
                            <a:schemeClr val="tx1"/>
                          </a:solidFill>
                          <a:latin typeface="Cambria Math" panose="02040503050406030204" pitchFamily="18" charset="0"/>
                        </a:rPr>
                        <m:t>Δ</m:t>
                      </m:r>
                      <m:sSup>
                        <m:sSupPr>
                          <m:ctrlPr>
                            <a:rPr lang="en-US" altLang="ja-JP" b="0" i="1" smtClean="0">
                              <a:solidFill>
                                <a:schemeClr val="tx1"/>
                              </a:solidFill>
                              <a:latin typeface="Cambria Math" panose="02040503050406030204" pitchFamily="18" charset="0"/>
                            </a:rPr>
                          </m:ctrlPr>
                        </m:sSupPr>
                        <m:e>
                          <m:r>
                            <a:rPr lang="en-US" altLang="ja-JP" b="0" i="1" smtClean="0">
                              <a:solidFill>
                                <a:schemeClr val="tx1"/>
                              </a:solidFill>
                              <a:latin typeface="Cambria Math" panose="02040503050406030204" pitchFamily="18" charset="0"/>
                            </a:rPr>
                            <m:t>𝑊</m:t>
                          </m:r>
                        </m:e>
                        <m:sup>
                          <m:r>
                            <a:rPr lang="en-US" altLang="ja-JP" b="0" i="1" smtClean="0">
                              <a:solidFill>
                                <a:schemeClr val="tx1"/>
                              </a:solidFill>
                              <a:latin typeface="Cambria Math" panose="02040503050406030204" pitchFamily="18" charset="0"/>
                            </a:rPr>
                            <m:t>′</m:t>
                          </m:r>
                        </m:sup>
                      </m:sSup>
                    </m:oMath>
                  </m:oMathPara>
                </a14:m>
                <a:endParaRPr lang="ja-JP" altLang="en-US" i="1">
                  <a:solidFill>
                    <a:schemeClr val="tx1"/>
                  </a:solidFill>
                </a:endParaRPr>
              </a:p>
            </p:txBody>
          </p:sp>
        </mc:Choice>
        <mc:Fallback xmlns="">
          <p:sp>
            <p:nvSpPr>
              <p:cNvPr id="74" name="テキスト ボックス 73">
                <a:extLst>
                  <a:ext uri="{FF2B5EF4-FFF2-40B4-BE49-F238E27FC236}">
                    <a16:creationId xmlns:a16="http://schemas.microsoft.com/office/drawing/2014/main" id="{F035ACC3-54AE-9EBB-E285-E9F2B06E27F0}"/>
                  </a:ext>
                </a:extLst>
              </p:cNvPr>
              <p:cNvSpPr txBox="1">
                <a:spLocks noRot="1" noChangeAspect="1" noMove="1" noResize="1" noEditPoints="1" noAdjustHandles="1" noChangeArrowheads="1" noChangeShapeType="1" noTextEdit="1"/>
              </p:cNvSpPr>
              <p:nvPr/>
            </p:nvSpPr>
            <p:spPr>
              <a:xfrm>
                <a:off x="3693215" y="1221286"/>
                <a:ext cx="838729" cy="369332"/>
              </a:xfrm>
              <a:prstGeom prst="rect">
                <a:avLst/>
              </a:prstGeom>
              <a:blipFill>
                <a:blip r:embed="rId20"/>
                <a:stretch>
                  <a:fillRect/>
                </a:stretch>
              </a:blipFill>
            </p:spPr>
            <p:txBody>
              <a:bodyPr/>
              <a:lstStyle/>
              <a:p>
                <a:r>
                  <a:rPr lang="en-US">
                    <a:noFill/>
                  </a:rPr>
                  <a:t> </a:t>
                </a:r>
              </a:p>
            </p:txBody>
          </p:sp>
        </mc:Fallback>
      </mc:AlternateContent>
      <p:cxnSp>
        <p:nvCxnSpPr>
          <p:cNvPr id="76" name="直線コネクタ 75">
            <a:extLst>
              <a:ext uri="{FF2B5EF4-FFF2-40B4-BE49-F238E27FC236}">
                <a16:creationId xmlns:a16="http://schemas.microsoft.com/office/drawing/2014/main" id="{23CBD381-15F6-C41F-1373-0FFC18BDEC6A}"/>
              </a:ext>
            </a:extLst>
          </p:cNvPr>
          <p:cNvCxnSpPr>
            <a:cxnSpLocks/>
            <a:stCxn id="69" idx="3"/>
          </p:cNvCxnSpPr>
          <p:nvPr/>
        </p:nvCxnSpPr>
        <p:spPr>
          <a:xfrm flipV="1">
            <a:off x="4382299" y="2467387"/>
            <a:ext cx="1752911" cy="729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5A0D1BE9-655D-0CF8-BAEF-144C69DAE697}"/>
              </a:ext>
            </a:extLst>
          </p:cNvPr>
          <p:cNvSpPr/>
          <p:nvPr/>
        </p:nvSpPr>
        <p:spPr>
          <a:xfrm>
            <a:off x="6139768" y="980675"/>
            <a:ext cx="3004232" cy="175432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en-US" altLang="ja-JP" b="1" err="1">
                <a:solidFill>
                  <a:schemeClr val="tx1"/>
                </a:solidFill>
              </a:rPr>
              <a:t>FedAvg</a:t>
            </a:r>
            <a:r>
              <a:rPr kumimoji="1" lang="en-US" altLang="ja-JP" b="1">
                <a:solidFill>
                  <a:schemeClr val="tx1"/>
                </a:solidFill>
              </a:rPr>
              <a:t> </a:t>
            </a:r>
            <a:r>
              <a:rPr kumimoji="1" lang="en-US" altLang="ja-JP">
                <a:solidFill>
                  <a:schemeClr val="tx1"/>
                </a:solidFill>
              </a:rPr>
              <a:t>: </a:t>
            </a:r>
            <a:r>
              <a:rPr kumimoji="1" lang="ja-JP" altLang="en-US">
                <a:solidFill>
                  <a:schemeClr val="tx1"/>
                </a:solidFill>
              </a:rPr>
              <a:t>各クライアントの更新をデータ数で加重平均</a:t>
            </a:r>
            <a:endParaRPr kumimoji="1" lang="en-US" altLang="ja-JP">
              <a:solidFill>
                <a:schemeClr val="tx1"/>
              </a:solidFill>
            </a:endParaRPr>
          </a:p>
          <a:p>
            <a:pPr algn="ctr"/>
            <a:r>
              <a:rPr lang="en-US" altLang="ja-JP" b="1" err="1">
                <a:solidFill>
                  <a:schemeClr val="tx1"/>
                </a:solidFill>
              </a:rPr>
              <a:t>fedProx</a:t>
            </a:r>
            <a:r>
              <a:rPr lang="en-US" altLang="ja-JP" b="1">
                <a:solidFill>
                  <a:schemeClr val="tx1"/>
                </a:solidFill>
              </a:rPr>
              <a:t> </a:t>
            </a:r>
            <a:r>
              <a:rPr lang="en-US" altLang="ja-JP">
                <a:solidFill>
                  <a:schemeClr val="tx1"/>
                </a:solidFill>
              </a:rPr>
              <a:t>: </a:t>
            </a:r>
            <a:r>
              <a:rPr lang="ja-JP" altLang="en-US">
                <a:solidFill>
                  <a:schemeClr val="tx1"/>
                </a:solidFill>
              </a:rPr>
              <a:t>データ不均一性（</a:t>
            </a:r>
            <a:r>
              <a:rPr lang="en-US" altLang="ja-JP">
                <a:solidFill>
                  <a:schemeClr val="tx1"/>
                </a:solidFill>
              </a:rPr>
              <a:t>Non-IID</a:t>
            </a:r>
            <a:r>
              <a:rPr lang="ja-JP" altLang="en-US">
                <a:solidFill>
                  <a:schemeClr val="tx1"/>
                </a:solidFill>
              </a:rPr>
              <a:t>）や遅延クライアントへの耐性を高めた手法。</a:t>
            </a:r>
            <a:endParaRPr kumimoji="1" lang="ja-JP" altLang="en-US">
              <a:solidFill>
                <a:schemeClr val="tx1"/>
              </a:solidFill>
            </a:endParaRPr>
          </a:p>
        </p:txBody>
      </p:sp>
    </p:spTree>
    <p:extLst>
      <p:ext uri="{BB962C8B-B14F-4D97-AF65-F5344CB8AC3E}">
        <p14:creationId xmlns:p14="http://schemas.microsoft.com/office/powerpoint/2010/main" val="326377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1A9A7-3289-0B21-A404-C33C15C7C94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DABC9E52-D2B8-23D7-463B-416D6DEA6501}"/>
              </a:ext>
            </a:extLst>
          </p:cNvPr>
          <p:cNvSpPr>
            <a:spLocks noGrp="1"/>
          </p:cNvSpPr>
          <p:nvPr>
            <p:ph type="title"/>
          </p:nvPr>
        </p:nvSpPr>
        <p:spPr/>
        <p:txBody>
          <a:bodyPr>
            <a:normAutofit/>
          </a:bodyPr>
          <a:lstStyle/>
          <a:p>
            <a:r>
              <a:rPr lang="en-US" altLang="ja-JP" dirty="0"/>
              <a:t>3</a:t>
            </a:r>
            <a:r>
              <a:rPr lang="ja-JP" altLang="ja-JP" dirty="0"/>
              <a:t>. サーバーでの集約</a:t>
            </a:r>
            <a:endParaRPr kumimoji="1" lang="ja-JP" altLang="en-US" dirty="0"/>
          </a:p>
        </p:txBody>
      </p:sp>
      <p:sp>
        <p:nvSpPr>
          <p:cNvPr id="4" name="スライド番号プレースホルダー 3">
            <a:extLst>
              <a:ext uri="{FF2B5EF4-FFF2-40B4-BE49-F238E27FC236}">
                <a16:creationId xmlns:a16="http://schemas.microsoft.com/office/drawing/2014/main" id="{2A11898B-E008-F8DA-F500-E8533A1C7779}"/>
              </a:ext>
            </a:extLst>
          </p:cNvPr>
          <p:cNvSpPr>
            <a:spLocks noGrp="1"/>
          </p:cNvSpPr>
          <p:nvPr>
            <p:ph type="sldNum" sz="quarter" idx="4"/>
          </p:nvPr>
        </p:nvSpPr>
        <p:spPr/>
        <p:txBody>
          <a:bodyPr/>
          <a:lstStyle/>
          <a:p>
            <a:fld id="{C088C981-6885-4100-82A1-DE7074EC4480}" type="slidenum">
              <a:rPr lang="ja-JP" altLang="en-US" smtClean="0"/>
              <a:t>11</a:t>
            </a:fld>
            <a:endParaRPr lang="ja-JP" altLang="en-US" dirty="0"/>
          </a:p>
        </p:txBody>
      </p:sp>
      <p:sp>
        <p:nvSpPr>
          <p:cNvPr id="5" name="四角形: 角を丸くする 4">
            <a:extLst>
              <a:ext uri="{FF2B5EF4-FFF2-40B4-BE49-F238E27FC236}">
                <a16:creationId xmlns:a16="http://schemas.microsoft.com/office/drawing/2014/main" id="{73979F88-534A-D187-C164-C5EF27B48CB9}"/>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4E8EA684-DA67-771C-A6AB-CEC61C5D75B7}"/>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DF0DDAA6-5D3F-89DD-B707-BA85A10D7C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50BF79E1-9CFF-83B2-C73D-AD0C07F81C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D9370998-9A4D-5D29-CE3C-BA7D2C0A88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74292F8B-7817-D82E-3D2F-5A687780AC8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FC2ED708-0982-7FD4-6C34-751CB3551B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B0691AEF-9986-1031-8D19-E6B61E4EFAC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386B3E5C-B98B-E86C-707B-B210F05A159C}"/>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96B2F400-4BFE-23E2-A020-2433A5E173C7}"/>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11A407DB-7D41-183E-BC38-38000CD73788}"/>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B136BF8C-0497-D6B3-C94A-D1F0AFC2DA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1FC3D5D5-6544-A7C5-D854-FB0196E474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401FA446-790A-B86A-0884-D1CAB3B063D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C7E429E0-8055-6800-604E-5E4E645867D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B057AF90-37FD-8EA4-BD4E-86CB916CE43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AD144793-56EC-8598-C9B3-0971ED196AE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843E3755-4EA6-065B-64EA-A0534DBC74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564F08E3-86E4-FA6A-6FB0-4DD4CDBA4E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A5D08151-0563-011B-D36B-13A56E9EA4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7D60D5FB-BCB4-1B1A-4986-2BCFA818198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7121580B-88C7-4ACA-2275-CC38BFA6A80E}"/>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168D234B-6CE1-9355-2379-AB27E5E0C61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96309C84-D625-3BCA-4A1F-58DA26635682}"/>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CDBB0241-69D4-E4AF-C432-7E24452A57DC}"/>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C3E11B2A-6B74-B690-1429-B440BAAA91A9}"/>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E1B55187-1968-58CF-908D-C25C952D8F3A}"/>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3B8DBF90-13F9-AA7F-EE3E-D6EDF01EEEB2}"/>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DE6BD609-AF86-B7F6-655A-99505AC98BE2}"/>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53A6AA68-4327-173B-B1F7-B71594938969}"/>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38E39864-9231-38F4-1806-C9582C37F594}"/>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6CB52FB2-FDED-5D52-77DD-DDAF94AB9CFB}"/>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DDD593BA-C10A-932D-A2DA-E164E32598E3}"/>
              </a:ext>
            </a:extLst>
          </p:cNvPr>
          <p:cNvSpPr/>
          <p:nvPr/>
        </p:nvSpPr>
        <p:spPr>
          <a:xfrm>
            <a:off x="1829570" y="877367"/>
            <a:ext cx="4228331"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20D5596C-5344-9664-0EF3-B1E145BCB148}"/>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D9A39065-3BFB-F2B6-2222-BF8A2F78EA5E}"/>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F6E27656-9A5D-583B-BE29-6700C7A0944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D1EDCAA6-71D8-D046-45CC-7494E9211267}"/>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15B19BE6-911E-F8FA-D815-768E024284A0}"/>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F03070E7-0E12-DEBD-5CE6-C67C05C7D01C}"/>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C6812F44-FBC5-ADE6-7373-8D6CE025521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21BB6295-7417-DC15-0E9F-EF74EA8611B9}"/>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B5545F84-EC5B-4E7B-D9D5-A8E8572EA8D9}"/>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C2142054-B9D2-640A-8006-F3A1F47BDA09}"/>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6E5FBC4D-A263-22CC-CF6A-AA3A6AC5FB73}"/>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1D21EB17-54E8-755D-53D6-E3BB84CD2781}"/>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08BA5879-BF5B-9CD3-03AF-8CDAF2E5487D}"/>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14C47190-A4B7-B41D-E54F-9F18E2689D5B}"/>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2303333B-A1A2-033D-74A1-7570B9E7833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100DE4B5-44E6-A85E-28C4-B730852F0ADC}"/>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4" name="矢印: 右 63">
            <a:extLst>
              <a:ext uri="{FF2B5EF4-FFF2-40B4-BE49-F238E27FC236}">
                <a16:creationId xmlns:a16="http://schemas.microsoft.com/office/drawing/2014/main" id="{BA40493C-159B-4158-805E-8F43E79512F0}"/>
              </a:ext>
            </a:extLst>
          </p:cNvPr>
          <p:cNvSpPr/>
          <p:nvPr/>
        </p:nvSpPr>
        <p:spPr>
          <a:xfrm rot="19283956">
            <a:off x="3111127" y="2187382"/>
            <a:ext cx="634415" cy="298438"/>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C5E2F388-E99F-E2C1-3BD8-8D7902093D8F}"/>
              </a:ext>
            </a:extLst>
          </p:cNvPr>
          <p:cNvSpPr/>
          <p:nvPr/>
        </p:nvSpPr>
        <p:spPr>
          <a:xfrm rot="2825624">
            <a:off x="3087662" y="1304828"/>
            <a:ext cx="634415" cy="298438"/>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A4FA4FA2-01F2-8F2D-F620-B75B3FE33A79}"/>
              </a:ext>
            </a:extLst>
          </p:cNvPr>
          <p:cNvSpPr/>
          <p:nvPr/>
        </p:nvSpPr>
        <p:spPr>
          <a:xfrm>
            <a:off x="4366063" y="1683332"/>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68F7BAE8-6F72-0485-3F69-FDA385C5AE0F}"/>
              </a:ext>
            </a:extLst>
          </p:cNvPr>
          <p:cNvSpPr/>
          <p:nvPr/>
        </p:nvSpPr>
        <p:spPr>
          <a:xfrm>
            <a:off x="3677311" y="2387119"/>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71" name="タイトル 2">
            <a:extLst>
              <a:ext uri="{FF2B5EF4-FFF2-40B4-BE49-F238E27FC236}">
                <a16:creationId xmlns:a16="http://schemas.microsoft.com/office/drawing/2014/main" id="{7CED7D18-B81F-E3AA-6826-4A0D623E081C}"/>
              </a:ext>
            </a:extLst>
          </p:cNvPr>
          <p:cNvSpPr txBox="1">
            <a:spLocks/>
          </p:cNvSpPr>
          <p:nvPr/>
        </p:nvSpPr>
        <p:spPr>
          <a:xfrm>
            <a:off x="4761703" y="2017729"/>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5" name="テキスト ボックス 54">
            <a:extLst>
              <a:ext uri="{FF2B5EF4-FFF2-40B4-BE49-F238E27FC236}">
                <a16:creationId xmlns:a16="http://schemas.microsoft.com/office/drawing/2014/main" id="{ECD02788-F408-C40D-A290-158C589D9C87}"/>
              </a:ext>
            </a:extLst>
          </p:cNvPr>
          <p:cNvSpPr txBox="1"/>
          <p:nvPr/>
        </p:nvSpPr>
        <p:spPr>
          <a:xfrm>
            <a:off x="3293161" y="4205265"/>
            <a:ext cx="1738260" cy="707886"/>
          </a:xfrm>
          <a:prstGeom prst="rect">
            <a:avLst/>
          </a:prstGeom>
          <a:noFill/>
          <a:ln w="28575">
            <a:solidFill>
              <a:schemeClr val="tx1"/>
            </a:solidFill>
          </a:ln>
        </p:spPr>
        <p:txBody>
          <a:bodyPr wrap="square">
            <a:spAutoFit/>
          </a:bodyPr>
          <a:lstStyle/>
          <a:p>
            <a:pPr algn="ctr"/>
            <a:r>
              <a:rPr lang="ja-JP" altLang="en-US" sz="2000" b="1" dirty="0">
                <a:solidFill>
                  <a:srgbClr val="FF0000"/>
                </a:solidFill>
              </a:rPr>
              <a:t>公開</a:t>
            </a:r>
            <a:endParaRPr lang="en-US" altLang="ja-JP" sz="2000" b="1" dirty="0">
              <a:solidFill>
                <a:srgbClr val="FF0000"/>
              </a:solidFill>
            </a:endParaRPr>
          </a:p>
          <a:p>
            <a:pPr algn="ctr"/>
            <a:r>
              <a:rPr lang="ja-JP" altLang="en-US" sz="2000" b="1" dirty="0">
                <a:solidFill>
                  <a:srgbClr val="FF0000"/>
                </a:solidFill>
              </a:rPr>
              <a:t>データセット</a:t>
            </a:r>
          </a:p>
        </p:txBody>
      </p:sp>
      <p:cxnSp>
        <p:nvCxnSpPr>
          <p:cNvPr id="57" name="直線コネクタ 56">
            <a:extLst>
              <a:ext uri="{FF2B5EF4-FFF2-40B4-BE49-F238E27FC236}">
                <a16:creationId xmlns:a16="http://schemas.microsoft.com/office/drawing/2014/main" id="{92C7FB48-D2AD-A262-2222-DB53ACC1B2E1}"/>
              </a:ext>
            </a:extLst>
          </p:cNvPr>
          <p:cNvCxnSpPr>
            <a:cxnSpLocks/>
            <a:stCxn id="39" idx="3"/>
            <a:endCxn id="55" idx="1"/>
          </p:cNvCxnSpPr>
          <p:nvPr/>
        </p:nvCxnSpPr>
        <p:spPr>
          <a:xfrm flipV="1">
            <a:off x="2846845" y="4559208"/>
            <a:ext cx="446316" cy="11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419D0BEA-F2A5-3D1C-B562-076691E2489B}"/>
              </a:ext>
            </a:extLst>
          </p:cNvPr>
          <p:cNvCxnSpPr>
            <a:cxnSpLocks/>
            <a:stCxn id="47" idx="1"/>
            <a:endCxn id="55" idx="3"/>
          </p:cNvCxnSpPr>
          <p:nvPr/>
        </p:nvCxnSpPr>
        <p:spPr>
          <a:xfrm flipH="1" flipV="1">
            <a:off x="5031421" y="4559208"/>
            <a:ext cx="4043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43208391-03B3-0CA9-05A4-172C816D4429}"/>
              </a:ext>
            </a:extLst>
          </p:cNvPr>
          <p:cNvSpPr txBox="1"/>
          <p:nvPr/>
        </p:nvSpPr>
        <p:spPr>
          <a:xfrm>
            <a:off x="3281752" y="5727526"/>
            <a:ext cx="1738260" cy="400110"/>
          </a:xfrm>
          <a:prstGeom prst="rect">
            <a:avLst/>
          </a:prstGeom>
          <a:noFill/>
          <a:ln w="28575">
            <a:solidFill>
              <a:schemeClr val="tx1"/>
            </a:solidFill>
          </a:ln>
        </p:spPr>
        <p:txBody>
          <a:bodyPr wrap="square">
            <a:spAutoFit/>
          </a:bodyPr>
          <a:lstStyle/>
          <a:p>
            <a:pPr algn="ctr"/>
            <a:r>
              <a:rPr lang="en-US" altLang="ja-JP" sz="2000" b="1" dirty="0">
                <a:solidFill>
                  <a:srgbClr val="FF0000"/>
                </a:solidFill>
              </a:rPr>
              <a:t>Logits</a:t>
            </a:r>
            <a:r>
              <a:rPr lang="ja-JP" altLang="en-US" sz="2000" b="1" dirty="0">
                <a:solidFill>
                  <a:srgbClr val="FF0000"/>
                </a:solidFill>
              </a:rPr>
              <a:t>を記録</a:t>
            </a:r>
          </a:p>
        </p:txBody>
      </p:sp>
      <p:sp>
        <p:nvSpPr>
          <p:cNvPr id="82" name="矢印: 右 81">
            <a:extLst>
              <a:ext uri="{FF2B5EF4-FFF2-40B4-BE49-F238E27FC236}">
                <a16:creationId xmlns:a16="http://schemas.microsoft.com/office/drawing/2014/main" id="{5BE0A656-BAF4-52B3-7384-D078E54BF12C}"/>
              </a:ext>
            </a:extLst>
          </p:cNvPr>
          <p:cNvSpPr/>
          <p:nvPr/>
        </p:nvSpPr>
        <p:spPr>
          <a:xfrm rot="5400000">
            <a:off x="3913753" y="5185912"/>
            <a:ext cx="449660" cy="249555"/>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pic>
        <p:nvPicPr>
          <p:cNvPr id="7" name="図 6">
            <a:extLst>
              <a:ext uri="{FF2B5EF4-FFF2-40B4-BE49-F238E27FC236}">
                <a16:creationId xmlns:a16="http://schemas.microsoft.com/office/drawing/2014/main" id="{5D288469-B6E2-A7CF-0715-E214F2EE345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992610" y="1381706"/>
            <a:ext cx="561592" cy="564162"/>
          </a:xfrm>
          <a:prstGeom prst="rect">
            <a:avLst/>
          </a:prstGeom>
        </p:spPr>
      </p:pic>
    </p:spTree>
    <p:extLst>
      <p:ext uri="{BB962C8B-B14F-4D97-AF65-F5344CB8AC3E}">
        <p14:creationId xmlns:p14="http://schemas.microsoft.com/office/powerpoint/2010/main" val="303229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A8EE627-450F-0A5B-2061-C3BCA2B39B40}"/>
              </a:ext>
            </a:extLst>
          </p:cNvPr>
          <p:cNvSpPr>
            <a:spLocks noGrp="1"/>
          </p:cNvSpPr>
          <p:nvPr>
            <p:ph type="title"/>
          </p:nvPr>
        </p:nvSpPr>
        <p:spPr/>
        <p:txBody>
          <a:bodyPr>
            <a:normAutofit/>
          </a:bodyPr>
          <a:lstStyle/>
          <a:p>
            <a:r>
              <a:rPr lang="en-US" altLang="ja-JP" dirty="0"/>
              <a:t>3</a:t>
            </a:r>
            <a:r>
              <a:rPr lang="ja-JP" altLang="ja-JP" dirty="0"/>
              <a:t>. サーバーでの集約</a:t>
            </a:r>
            <a:r>
              <a:rPr lang="ja-JP" altLang="en-US" dirty="0"/>
              <a:t>、基盤更新</a:t>
            </a:r>
            <a:endParaRPr kumimoji="1" lang="ja-JP" altLang="en-US" dirty="0"/>
          </a:p>
        </p:txBody>
      </p:sp>
      <p:sp>
        <p:nvSpPr>
          <p:cNvPr id="4" name="スライド番号プレースホルダー 3">
            <a:extLst>
              <a:ext uri="{FF2B5EF4-FFF2-40B4-BE49-F238E27FC236}">
                <a16:creationId xmlns:a16="http://schemas.microsoft.com/office/drawing/2014/main" id="{174F8571-27DB-1AF7-8ABC-E45002485323}"/>
              </a:ext>
            </a:extLst>
          </p:cNvPr>
          <p:cNvSpPr>
            <a:spLocks noGrp="1"/>
          </p:cNvSpPr>
          <p:nvPr>
            <p:ph type="sldNum" sz="quarter" idx="4"/>
          </p:nvPr>
        </p:nvSpPr>
        <p:spPr/>
        <p:txBody>
          <a:bodyPr/>
          <a:lstStyle/>
          <a:p>
            <a:fld id="{C088C981-6885-4100-82A1-DE7074EC4480}" type="slidenum">
              <a:rPr lang="ja-JP" altLang="en-US" smtClean="0"/>
              <a:t>12</a:t>
            </a:fld>
            <a:endParaRPr lang="ja-JP" altLang="en-US" dirty="0"/>
          </a:p>
        </p:txBody>
      </p:sp>
      <p:sp>
        <p:nvSpPr>
          <p:cNvPr id="5" name="四角形: 角を丸くする 4">
            <a:extLst>
              <a:ext uri="{FF2B5EF4-FFF2-40B4-BE49-F238E27FC236}">
                <a16:creationId xmlns:a16="http://schemas.microsoft.com/office/drawing/2014/main" id="{C271571C-E57A-03B4-4A7B-A9D8E6BEF741}"/>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F536CFC1-7022-179E-13D4-446AC1CC50CD}"/>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FAB7EB7F-6F1A-34CE-A5D8-69B5ABC0A834}"/>
              </a:ext>
            </a:extLst>
          </p:cNvPr>
          <p:cNvCxnSpPr>
            <a:cxnSpLocks/>
          </p:cNvCxnSpPr>
          <p:nvPr/>
        </p:nvCxnSpPr>
        <p:spPr>
          <a:xfrm flipV="1">
            <a:off x="1960067" y="3001169"/>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55EA95D9-2A3A-C093-012A-F5FD0F0D15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E76DE2E9-00BE-8291-1007-9F25F4E820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7CA94CA5-0894-0537-28C2-42CBD955135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67B0DF73-7D5D-46C2-EA75-08114FB28E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A17881DB-E1B0-8E62-CE42-D960B172EE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C443EF13-C2D1-B24B-8E11-6927B4AB2A4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CD41BED8-D0DC-816F-7B4B-25E144A48B47}"/>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7E4572A6-13D9-271E-E5E1-804EE48ABC7E}"/>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B3716129-9A51-8D03-5298-5AB0FF9A18D5}"/>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822CA505-5A98-EBB5-E7A5-A4E7FE5576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4CDD4EA7-DF65-28EA-16EE-89AF35A7E2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0F20A713-D45A-4A72-653A-857AB2323E3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A18EFC16-69AC-6B8A-EAAE-AAEADC0E098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09E8CC19-371F-7F0D-A934-098293C8114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170DE38D-5E7F-B105-C0BC-D1CE19B619B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0925F64F-B81C-A7B5-D5AD-9282BEC416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FBC20C1E-B978-5C56-C472-B42BD5FE98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1ADB5FFC-432A-E625-1318-E57182F5DA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742D81CE-3359-EB3B-33A9-E9F57CFA56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00E33037-3889-D0F5-4C40-73EAB7C7B9CF}"/>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04D456B9-2E89-CB81-A939-BB34CB22DE68}"/>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6DC1B98D-B71E-F621-194D-D03AC10092EA}"/>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E3FBB393-48E6-13B4-481F-E31CD516D958}"/>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1D0824B1-A292-7EC9-1C85-F334AD32B65E}"/>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F72228CC-004F-14AD-206A-BD0E3E91A5F0}"/>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9FC73672-3C33-958B-F36F-B11CA947789C}"/>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B81D50C3-4A7B-3F1C-FCDC-F08C3F899186}"/>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87873327-BFD9-E9FD-71DF-38915A897650}"/>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E6BBBB90-3D5A-2656-66FA-302966D45730}"/>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5395EABC-5C95-61CC-666B-0FA2FB992601}"/>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3D4A17F1-CE79-F535-C0EF-327B7A77F580}"/>
              </a:ext>
            </a:extLst>
          </p:cNvPr>
          <p:cNvSpPr/>
          <p:nvPr/>
        </p:nvSpPr>
        <p:spPr>
          <a:xfrm>
            <a:off x="1829569" y="877367"/>
            <a:ext cx="639643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D5BA5ABA-D573-2AF4-36A6-12055F1E18F7}"/>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A4F0CE69-8318-EFFF-45C8-32BBA8A20347}"/>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5F4CD28C-3F99-2BD9-8B39-FFE2EED6F66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B22C9BE7-19D6-46BA-A90E-B212AC8C2393}"/>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0E430E83-6C16-0560-C8F1-C8F5446E82FE}"/>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12896521-61E1-1713-8263-35E3466630EA}"/>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1DE718B5-2E0D-B45C-6D15-C280D2EB9A6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83B78CDA-82B8-2F33-F720-06EC7A5532F2}"/>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E8C3584B-95AE-977C-AEE7-CD951906A03A}"/>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954E6FAE-B101-978E-2179-DC99FAF6DBA6}"/>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381F0A2E-6A66-14EE-329D-6F3A9EF2270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E9904CFA-1494-66BA-5F7A-C20C15904D0C}"/>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D70F167D-B5FE-8175-A283-54270356B7B7}"/>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8475B556-54D0-8C3C-1547-A3C45028C176}"/>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5"/>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44407548-F9B7-8676-E8FE-296EC1A90CC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9B07D9A5-75E3-1A43-3A2E-40B48D68FB92}"/>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0830AE75-B8C7-6EB6-83E3-2D7B31E89217}"/>
              </a:ext>
            </a:extLst>
          </p:cNvPr>
          <p:cNvCxnSpPr>
            <a:cxnSpLocks/>
          </p:cNvCxnSpPr>
          <p:nvPr/>
        </p:nvCxnSpPr>
        <p:spPr>
          <a:xfrm rot="16200000" flipV="1">
            <a:off x="6040866" y="2943318"/>
            <a:ext cx="629361" cy="7515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2AAD08B5-EF27-1F26-78FB-F20272FFA477}"/>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b="0" i="0" smtClean="0">
                          <a:solidFill>
                            <a:schemeClr val="tx1"/>
                          </a:solidFill>
                          <a:latin typeface="Cambria Math" panose="02040503050406030204" pitchFamily="18" charset="0"/>
                        </a:rPr>
                        <m:t>logit</m:t>
                      </m:r>
                      <m:sSub>
                        <m:sSubPr>
                          <m:ctrlPr>
                            <a:rPr lang="en-US" altLang="ja-JP" sz="2400" b="0" i="1" smtClean="0">
                              <a:solidFill>
                                <a:schemeClr val="tx1"/>
                              </a:solidFill>
                              <a:latin typeface="Cambria Math" panose="02040503050406030204" pitchFamily="18" charset="0"/>
                            </a:rPr>
                          </m:ctrlPr>
                        </m:sSubPr>
                        <m:e>
                          <m:r>
                            <m:rPr>
                              <m:sty m:val="p"/>
                            </m:rPr>
                            <a:rPr lang="en-US" altLang="ja-JP" sz="2400" b="0" i="0" smtClean="0">
                              <a:solidFill>
                                <a:schemeClr val="tx1"/>
                              </a:solidFill>
                              <a:latin typeface="Cambria Math" panose="02040503050406030204" pitchFamily="18" charset="0"/>
                            </a:rPr>
                            <m:t>s</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2AAD08B5-EF27-1F26-78FB-F20272FFA477}"/>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6"/>
                <a:stretch>
                  <a:fillRect l="-6522" r="-19565" b="-1710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5CD46941-05C9-ABF4-A9BC-17C51463F8BB}"/>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s</m:t>
                          </m:r>
                        </m:e>
                        <m:sub>
                          <m:r>
                            <a:rPr lang="en-US" altLang="ja-JP">
                              <a:latin typeface="Cambria Math" panose="02040503050406030204" pitchFamily="18" charset="0"/>
                            </a:rPr>
                            <m:t>2</m:t>
                          </m:r>
                        </m:sub>
                      </m:sSub>
                    </m:oMath>
                  </m:oMathPara>
                </a14:m>
                <a:endParaRPr lang="ja-JP" altLang="en-US" dirty="0"/>
              </a:p>
            </p:txBody>
          </p:sp>
        </mc:Choice>
        <mc:Fallback xmlns="">
          <p:sp>
            <p:nvSpPr>
              <p:cNvPr id="63" name="テキスト ボックス 62">
                <a:extLst>
                  <a:ext uri="{FF2B5EF4-FFF2-40B4-BE49-F238E27FC236}">
                    <a16:creationId xmlns:a16="http://schemas.microsoft.com/office/drawing/2014/main" id="{5CD46941-05C9-ABF4-A9BC-17C51463F8BB}"/>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7"/>
                <a:stretch>
                  <a:fillRect l="-1449" b="-13333"/>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4C72090C-3D56-0676-0B4F-A53D78148EA9}"/>
              </a:ext>
            </a:extLst>
          </p:cNvPr>
          <p:cNvSpPr/>
          <p:nvPr/>
        </p:nvSpPr>
        <p:spPr>
          <a:xfrm rot="19283956">
            <a:off x="2591778" y="2187796"/>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E2FB5E8C-5DF6-B81C-9336-8071F3F845DE}"/>
              </a:ext>
            </a:extLst>
          </p:cNvPr>
          <p:cNvSpPr/>
          <p:nvPr/>
        </p:nvSpPr>
        <p:spPr>
          <a:xfrm rot="2825624">
            <a:off x="2568313" y="1305242"/>
            <a:ext cx="634415" cy="298438"/>
          </a:xfrm>
          <a:prstGeom prst="rightArrow">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5A1E45C2-92F2-3132-9482-BAB24716F38F}"/>
              </a:ext>
            </a:extLst>
          </p:cNvPr>
          <p:cNvSpPr/>
          <p:nvPr/>
        </p:nvSpPr>
        <p:spPr>
          <a:xfrm>
            <a:off x="4020662" y="1764174"/>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61E07DF2-A583-156A-FF86-274C20838B49}"/>
              </a:ext>
            </a:extLst>
          </p:cNvPr>
          <p:cNvSpPr/>
          <p:nvPr/>
        </p:nvSpPr>
        <p:spPr>
          <a:xfrm>
            <a:off x="3234585" y="1764174"/>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71" name="タイトル 2">
            <a:extLst>
              <a:ext uri="{FF2B5EF4-FFF2-40B4-BE49-F238E27FC236}">
                <a16:creationId xmlns:a16="http://schemas.microsoft.com/office/drawing/2014/main" id="{88AAAEA5-AEDC-BFBE-E194-DB73931EAEB5}"/>
              </a:ext>
            </a:extLst>
          </p:cNvPr>
          <p:cNvSpPr txBox="1">
            <a:spLocks/>
          </p:cNvSpPr>
          <p:nvPr/>
        </p:nvSpPr>
        <p:spPr>
          <a:xfrm>
            <a:off x="7137914" y="2078991"/>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dirty="0"/>
              <a:t>Qwen-VL-3B</a:t>
            </a:r>
            <a:endParaRPr lang="ja-JP" altLang="en-US" sz="1200" dirty="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B4FDD9E7-CD1C-0875-38D8-F780965B59CE}"/>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i="0">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i="0">
                              <a:latin typeface="Cambria Math" panose="02040503050406030204" pitchFamily="18" charset="0"/>
                            </a:rPr>
                            <m:t>s</m:t>
                          </m:r>
                        </m:e>
                        <m:sub>
                          <m:r>
                            <a:rPr lang="en-US" altLang="ja-JP" i="0">
                              <a:latin typeface="Cambria Math" panose="02040503050406030204" pitchFamily="18" charset="0"/>
                            </a:rPr>
                            <m:t>1</m:t>
                          </m:r>
                        </m:sub>
                      </m:sSub>
                    </m:oMath>
                  </m:oMathPara>
                </a14:m>
                <a:endParaRPr lang="ja-JP" altLang="en-US" dirty="0"/>
              </a:p>
            </p:txBody>
          </p:sp>
        </mc:Choice>
        <mc:Fallback xmlns="">
          <p:sp>
            <p:nvSpPr>
              <p:cNvPr id="72" name="テキスト ボックス 71">
                <a:extLst>
                  <a:ext uri="{FF2B5EF4-FFF2-40B4-BE49-F238E27FC236}">
                    <a16:creationId xmlns:a16="http://schemas.microsoft.com/office/drawing/2014/main" id="{B4FDD9E7-CD1C-0875-38D8-F780965B59CE}"/>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8"/>
                <a:stretch>
                  <a:fillRect l="-725" b="-131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9DC4632C-CABA-0BCF-F812-69A68B365EAB}"/>
                  </a:ext>
                </a:extLst>
              </p:cNvPr>
              <p:cNvSpPr txBox="1"/>
              <p:nvPr/>
            </p:nvSpPr>
            <p:spPr>
              <a:xfrm>
                <a:off x="6706318" y="3214339"/>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i="0" smtClean="0">
                          <a:latin typeface="Cambria Math" panose="02040503050406030204" pitchFamily="18" charset="0"/>
                        </a:rPr>
                        <m:t>logit</m:t>
                      </m:r>
                      <m:sSub>
                        <m:sSubPr>
                          <m:ctrlPr>
                            <a:rPr lang="en-US" altLang="ja-JP" sz="2400" b="0" i="1" smtClean="0">
                              <a:latin typeface="Cambria Math" panose="02040503050406030204" pitchFamily="18" charset="0"/>
                            </a:rPr>
                          </m:ctrlPr>
                        </m:sSubPr>
                        <m:e>
                          <m:r>
                            <m:rPr>
                              <m:sty m:val="p"/>
                            </m:rPr>
                            <a:rPr lang="en-US" altLang="ja-JP" sz="2400" b="0" i="0" smtClean="0">
                              <a:latin typeface="Cambria Math" panose="02040503050406030204" pitchFamily="18" charset="0"/>
                            </a:rPr>
                            <m:t>s</m:t>
                          </m:r>
                        </m:e>
                        <m:sub>
                          <m:r>
                            <a:rPr lang="en-US" altLang="ja-JP" sz="2400" b="0" i="0" smtClean="0">
                              <a:latin typeface="Cambria Math" panose="02040503050406030204" pitchFamily="18" charset="0"/>
                            </a:rPr>
                            <m:t>2</m:t>
                          </m:r>
                        </m:sub>
                      </m:sSub>
                    </m:oMath>
                  </m:oMathPara>
                </a14:m>
                <a:endParaRPr lang="ja-JP" altLang="en-US" sz="2400" dirty="0"/>
              </a:p>
            </p:txBody>
          </p:sp>
        </mc:Choice>
        <mc:Fallback xmlns="">
          <p:sp>
            <p:nvSpPr>
              <p:cNvPr id="73" name="テキスト ボックス 72">
                <a:extLst>
                  <a:ext uri="{FF2B5EF4-FFF2-40B4-BE49-F238E27FC236}">
                    <a16:creationId xmlns:a16="http://schemas.microsoft.com/office/drawing/2014/main" id="{9DC4632C-CABA-0BCF-F812-69A68B365EAB}"/>
                  </a:ext>
                </a:extLst>
              </p:cNvPr>
              <p:cNvSpPr txBox="1">
                <a:spLocks noRot="1" noChangeAspect="1" noMove="1" noResize="1" noEditPoints="1" noAdjustHandles="1" noChangeArrowheads="1" noChangeShapeType="1" noTextEdit="1"/>
              </p:cNvSpPr>
              <p:nvPr/>
            </p:nvSpPr>
            <p:spPr>
              <a:xfrm>
                <a:off x="6706318" y="3214339"/>
                <a:ext cx="838729" cy="461665"/>
              </a:xfrm>
              <a:prstGeom prst="rect">
                <a:avLst/>
              </a:prstGeom>
              <a:blipFill>
                <a:blip r:embed="rId19"/>
                <a:stretch>
                  <a:fillRect l="-5797" r="-20290" b="-17105"/>
                </a:stretch>
              </a:blipFill>
            </p:spPr>
            <p:txBody>
              <a:bodyPr/>
              <a:lstStyle/>
              <a:p>
                <a:r>
                  <a:rPr lang="ja-JP" altLang="en-US">
                    <a:noFill/>
                  </a:rPr>
                  <a:t> </a:t>
                </a:r>
              </a:p>
            </p:txBody>
          </p:sp>
        </mc:Fallback>
      </mc:AlternateContent>
      <p:sp>
        <p:nvSpPr>
          <p:cNvPr id="55" name="矢印: 右 54">
            <a:extLst>
              <a:ext uri="{FF2B5EF4-FFF2-40B4-BE49-F238E27FC236}">
                <a16:creationId xmlns:a16="http://schemas.microsoft.com/office/drawing/2014/main" id="{B159DE16-963D-3275-2249-05B0C1E397E2}"/>
              </a:ext>
            </a:extLst>
          </p:cNvPr>
          <p:cNvSpPr/>
          <p:nvPr/>
        </p:nvSpPr>
        <p:spPr>
          <a:xfrm>
            <a:off x="6748622" y="1833381"/>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吹き出し: 角を丸めた四角形 76">
            <a:extLst>
              <a:ext uri="{FF2B5EF4-FFF2-40B4-BE49-F238E27FC236}">
                <a16:creationId xmlns:a16="http://schemas.microsoft.com/office/drawing/2014/main" id="{7BD2A820-DCE9-D34F-A644-70CD226EE379}"/>
              </a:ext>
            </a:extLst>
          </p:cNvPr>
          <p:cNvSpPr/>
          <p:nvPr/>
        </p:nvSpPr>
        <p:spPr>
          <a:xfrm>
            <a:off x="4521311" y="1639683"/>
            <a:ext cx="1372707"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altLang="ja-JP" dirty="0" err="1">
                <a:solidFill>
                  <a:schemeClr val="tx1"/>
                </a:solidFill>
              </a:rPr>
              <a:t>Lpred</a:t>
            </a:r>
            <a:r>
              <a:rPr lang="en-US" altLang="ja-JP" dirty="0">
                <a:solidFill>
                  <a:schemeClr val="tx1"/>
                </a:solidFill>
              </a:rPr>
              <a:t> </a:t>
            </a:r>
            <a:r>
              <a:rPr lang="ja-JP" altLang="en-US" dirty="0">
                <a:solidFill>
                  <a:schemeClr val="tx1"/>
                </a:solidFill>
              </a:rPr>
              <a:t>による</a:t>
            </a:r>
            <a:endParaRPr lang="en-US" altLang="ja-JP" dirty="0">
              <a:solidFill>
                <a:schemeClr val="tx1"/>
              </a:solidFill>
            </a:endParaRPr>
          </a:p>
          <a:p>
            <a:pPr algn="ctr"/>
            <a:r>
              <a:rPr lang="ja-JP" altLang="en-US" dirty="0">
                <a:solidFill>
                  <a:schemeClr val="tx1"/>
                </a:solidFill>
              </a:rPr>
              <a:t>基盤更新</a:t>
            </a:r>
            <a:endParaRPr lang="en-US" altLang="ja-JP" dirty="0">
              <a:solidFill>
                <a:schemeClr val="tx1"/>
              </a:solidFill>
            </a:endParaRPr>
          </a:p>
        </p:txBody>
      </p:sp>
      <p:pic>
        <p:nvPicPr>
          <p:cNvPr id="57" name="図 56">
            <a:extLst>
              <a:ext uri="{FF2B5EF4-FFF2-40B4-BE49-F238E27FC236}">
                <a16:creationId xmlns:a16="http://schemas.microsoft.com/office/drawing/2014/main" id="{0996F7F6-6040-2588-97C7-E7CD2EE1C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18692" y="1400531"/>
            <a:ext cx="561592" cy="564162"/>
          </a:xfrm>
          <a:prstGeom prst="rect">
            <a:avLst/>
          </a:prstGeom>
        </p:spPr>
      </p:pic>
    </p:spTree>
    <p:extLst>
      <p:ext uri="{BB962C8B-B14F-4D97-AF65-F5344CB8AC3E}">
        <p14:creationId xmlns:p14="http://schemas.microsoft.com/office/powerpoint/2010/main" val="3628393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05D9A9B-DB9A-903B-7660-0752199F95F7}"/>
              </a:ext>
            </a:extLst>
          </p:cNvPr>
          <p:cNvSpPr>
            <a:spLocks noGrp="1"/>
          </p:cNvSpPr>
          <p:nvPr>
            <p:ph type="title"/>
          </p:nvPr>
        </p:nvSpPr>
        <p:spPr/>
        <p:txBody>
          <a:bodyPr/>
          <a:lstStyle/>
          <a:p>
            <a:r>
              <a:rPr kumimoji="1" lang="ja-JP" altLang="en-US" dirty="0"/>
              <a:t>集約と基盤更新の詳細</a:t>
            </a:r>
          </a:p>
        </p:txBody>
      </p:sp>
      <p:sp>
        <p:nvSpPr>
          <p:cNvPr id="4" name="スライド番号プレースホルダー 3">
            <a:extLst>
              <a:ext uri="{FF2B5EF4-FFF2-40B4-BE49-F238E27FC236}">
                <a16:creationId xmlns:a16="http://schemas.microsoft.com/office/drawing/2014/main" id="{2E56B74A-D37E-AC8C-5106-CBF69E6F0B8B}"/>
              </a:ext>
            </a:extLst>
          </p:cNvPr>
          <p:cNvSpPr>
            <a:spLocks noGrp="1"/>
          </p:cNvSpPr>
          <p:nvPr>
            <p:ph type="sldNum" sz="quarter" idx="4"/>
          </p:nvPr>
        </p:nvSpPr>
        <p:spPr/>
        <p:txBody>
          <a:bodyPr/>
          <a:lstStyle/>
          <a:p>
            <a:fld id="{C088C981-6885-4100-82A1-DE7074EC4480}" type="slidenum">
              <a:rPr lang="ja-JP" altLang="en-US" smtClean="0"/>
              <a:t>13</a:t>
            </a:fld>
            <a:endParaRPr lang="ja-JP" altLang="en-US"/>
          </a:p>
        </p:txBody>
      </p:sp>
      <p:sp>
        <p:nvSpPr>
          <p:cNvPr id="6" name="四角形: 角を丸くする 5">
            <a:extLst>
              <a:ext uri="{FF2B5EF4-FFF2-40B4-BE49-F238E27FC236}">
                <a16:creationId xmlns:a16="http://schemas.microsoft.com/office/drawing/2014/main" id="{5800E5C2-98DA-CEC0-BAFE-D9ADE7176BEB}"/>
              </a:ext>
            </a:extLst>
          </p:cNvPr>
          <p:cNvSpPr/>
          <p:nvPr/>
        </p:nvSpPr>
        <p:spPr>
          <a:xfrm>
            <a:off x="81280" y="1337324"/>
            <a:ext cx="4419600" cy="5001360"/>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400" dirty="0">
              <a:solidFill>
                <a:srgbClr val="536D47"/>
              </a:solidFill>
            </a:endParaRPr>
          </a:p>
          <a:p>
            <a:pPr algn="ctr"/>
            <a:endParaRPr lang="en-US" altLang="ja-JP" sz="2400" dirty="0">
              <a:solidFill>
                <a:srgbClr val="536D47"/>
              </a:solidFill>
            </a:endParaRPr>
          </a:p>
          <a:p>
            <a:pPr algn="ctr"/>
            <a:r>
              <a:rPr kumimoji="1" lang="ja-JP" altLang="en-US" sz="2400" b="1" dirty="0">
                <a:solidFill>
                  <a:schemeClr val="accent1">
                    <a:lumMod val="50000"/>
                  </a:schemeClr>
                </a:solidFill>
              </a:rPr>
              <a:t>複数クライアントの </a:t>
            </a:r>
            <a:r>
              <a:rPr kumimoji="1" lang="en-US" altLang="ja-JP" sz="2400" b="1" dirty="0">
                <a:solidFill>
                  <a:schemeClr val="accent1">
                    <a:lumMod val="50000"/>
                  </a:schemeClr>
                </a:solidFill>
              </a:rPr>
              <a:t>logits </a:t>
            </a:r>
            <a:r>
              <a:rPr kumimoji="1" lang="ja-JP" altLang="en-US" sz="2400" b="1" dirty="0">
                <a:solidFill>
                  <a:schemeClr val="accent1">
                    <a:lumMod val="50000"/>
                  </a:schemeClr>
                </a:solidFill>
              </a:rPr>
              <a:t>をどう集約するか</a:t>
            </a:r>
          </a:p>
          <a:p>
            <a:pPr algn="ctr"/>
            <a:endParaRPr kumimoji="1" lang="en-US" altLang="ja-JP" sz="2400" dirty="0">
              <a:solidFill>
                <a:schemeClr val="accent1">
                  <a:lumMod val="50000"/>
                </a:schemeClr>
              </a:solidFill>
            </a:endParaRPr>
          </a:p>
          <a:p>
            <a:pPr algn="ctr"/>
            <a:endParaRPr kumimoji="1" lang="en-US" altLang="ja-JP" sz="1200" dirty="0">
              <a:solidFill>
                <a:srgbClr val="536D47"/>
              </a:solidFill>
            </a:endParaRPr>
          </a:p>
          <a:p>
            <a:pPr marL="285750" indent="-285750" algn="ctr">
              <a:buFont typeface="Arial" panose="020B0604020202020204" pitchFamily="34" charset="0"/>
              <a:buChar char="•"/>
            </a:pPr>
            <a:r>
              <a:rPr kumimoji="1" lang="ja-JP" altLang="en-US" sz="2000" dirty="0">
                <a:solidFill>
                  <a:schemeClr val="tx1">
                    <a:lumMod val="85000"/>
                    <a:lumOff val="15000"/>
                  </a:schemeClr>
                </a:solidFill>
              </a:rPr>
              <a:t>基本条件</a:t>
            </a:r>
            <a:r>
              <a:rPr kumimoji="1" lang="en-US" altLang="ja-JP" sz="2000" dirty="0">
                <a:solidFill>
                  <a:schemeClr val="tx1">
                    <a:lumMod val="85000"/>
                    <a:lumOff val="15000"/>
                  </a:schemeClr>
                </a:solidFill>
              </a:rPr>
              <a:t>: </a:t>
            </a:r>
            <a:r>
              <a:rPr lang="ja-JP" altLang="en-US" sz="2000" dirty="0">
                <a:solidFill>
                  <a:schemeClr val="tx1">
                    <a:lumMod val="85000"/>
                    <a:lumOff val="15000"/>
                  </a:schemeClr>
                </a:solidFill>
              </a:rPr>
              <a:t>映像</a:t>
            </a:r>
            <a:r>
              <a:rPr lang="en-US" altLang="ja-JP" sz="2000" dirty="0">
                <a:solidFill>
                  <a:schemeClr val="tx1">
                    <a:lumMod val="85000"/>
                    <a:lumOff val="15000"/>
                  </a:schemeClr>
                </a:solidFill>
              </a:rPr>
              <a:t>1</a:t>
            </a:r>
            <a:r>
              <a:rPr lang="ja-JP" altLang="en-US" sz="2000" dirty="0">
                <a:solidFill>
                  <a:schemeClr val="tx1">
                    <a:lumMod val="85000"/>
                    <a:lumOff val="15000"/>
                  </a:schemeClr>
                </a:solidFill>
              </a:rPr>
              <a:t>件</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ごとに </a:t>
            </a:r>
            <a:r>
              <a:rPr kumimoji="1" lang="en-US" altLang="ja-JP" sz="2000" dirty="0" err="1">
                <a:solidFill>
                  <a:schemeClr val="tx1">
                    <a:lumMod val="85000"/>
                    <a:lumOff val="15000"/>
                  </a:schemeClr>
                </a:solidFill>
              </a:rPr>
              <a:t>softmax</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確率を「サンプル数重み付き平均」</a:t>
            </a:r>
            <a:endParaRPr kumimoji="1" lang="en-US" altLang="ja-JP" sz="2000" dirty="0">
              <a:solidFill>
                <a:schemeClr val="tx1">
                  <a:lumMod val="85000"/>
                  <a:lumOff val="15000"/>
                </a:schemeClr>
              </a:solidFill>
            </a:endParaRPr>
          </a:p>
          <a:p>
            <a:pPr marL="285750" indent="-285750" algn="ctr">
              <a:buFont typeface="Arial" panose="020B0604020202020204" pitchFamily="34" charset="0"/>
              <a:buChar char="•"/>
            </a:pPr>
            <a:r>
              <a:rPr kumimoji="1" lang="ja-JP" altLang="en-US" sz="2000" dirty="0">
                <a:solidFill>
                  <a:schemeClr val="tx1">
                    <a:lumMod val="85000"/>
                    <a:lumOff val="15000"/>
                  </a:schemeClr>
                </a:solidFill>
              </a:rPr>
              <a:t>集約結果 </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集約 </a:t>
            </a:r>
            <a:r>
              <a:rPr kumimoji="1" lang="en-US" altLang="ja-JP" sz="2000" dirty="0">
                <a:solidFill>
                  <a:schemeClr val="tx1">
                    <a:lumMod val="85000"/>
                    <a:lumOff val="15000"/>
                  </a:schemeClr>
                </a:solidFill>
              </a:rPr>
              <a:t>logits</a:t>
            </a:r>
            <a:r>
              <a:rPr kumimoji="1" lang="ja-JP" altLang="en-US" sz="2000" dirty="0">
                <a:solidFill>
                  <a:schemeClr val="tx1">
                    <a:lumMod val="85000"/>
                    <a:lumOff val="15000"/>
                  </a:schemeClr>
                </a:solidFill>
              </a:rPr>
              <a:t>（以降の </a:t>
            </a:r>
            <a:r>
              <a:rPr kumimoji="1" lang="en-US" altLang="ja-JP" sz="2000" dirty="0">
                <a:solidFill>
                  <a:schemeClr val="tx1">
                    <a:lumMod val="85000"/>
                    <a:lumOff val="15000"/>
                  </a:schemeClr>
                </a:solidFill>
              </a:rPr>
              <a:t>teacher</a:t>
            </a:r>
            <a:r>
              <a:rPr kumimoji="1" lang="ja-JP" altLang="en-US" sz="2000" dirty="0">
                <a:solidFill>
                  <a:schemeClr val="tx1">
                    <a:lumMod val="85000"/>
                    <a:lumOff val="15000"/>
                  </a:schemeClr>
                </a:solidFill>
              </a:rPr>
              <a:t>）</a:t>
            </a:r>
          </a:p>
          <a:p>
            <a:pPr algn="ctr"/>
            <a:endParaRPr kumimoji="1" lang="ja-JP" altLang="en-US" dirty="0">
              <a:solidFill>
                <a:srgbClr val="536D47"/>
              </a:solidFill>
            </a:endParaRPr>
          </a:p>
        </p:txBody>
      </p:sp>
      <mc:AlternateContent xmlns:mc="http://schemas.openxmlformats.org/markup-compatibility/2006" xmlns:a14="http://schemas.microsoft.com/office/drawing/2010/main">
        <mc:Choice Requires="a14">
          <p:sp>
            <p:nvSpPr>
              <p:cNvPr id="10" name="四角形: 角を丸くする 9">
                <a:extLst>
                  <a:ext uri="{FF2B5EF4-FFF2-40B4-BE49-F238E27FC236}">
                    <a16:creationId xmlns:a16="http://schemas.microsoft.com/office/drawing/2014/main" id="{7B425131-FD07-08A9-9E65-B72C279D4323}"/>
                  </a:ext>
                </a:extLst>
              </p:cNvPr>
              <p:cNvSpPr/>
              <p:nvPr/>
            </p:nvSpPr>
            <p:spPr>
              <a:xfrm>
                <a:off x="4643120" y="1337325"/>
                <a:ext cx="4419600" cy="5001360"/>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2400" b="1" dirty="0">
                    <a:solidFill>
                      <a:schemeClr val="accent1">
                        <a:lumMod val="50000"/>
                      </a:schemeClr>
                    </a:solidFill>
                  </a:rPr>
                  <a:t>集約 </a:t>
                </a:r>
                <a:r>
                  <a:rPr kumimoji="1" lang="en-US" altLang="ja-JP" sz="2400" b="1" dirty="0">
                    <a:solidFill>
                      <a:schemeClr val="accent1">
                        <a:lumMod val="50000"/>
                      </a:schemeClr>
                    </a:solidFill>
                  </a:rPr>
                  <a:t>logits </a:t>
                </a:r>
                <a:r>
                  <a:rPr kumimoji="1" lang="ja-JP" altLang="en-US" sz="2400" b="1" dirty="0">
                    <a:solidFill>
                      <a:schemeClr val="accent1">
                        <a:lumMod val="50000"/>
                      </a:schemeClr>
                    </a:solidFill>
                  </a:rPr>
                  <a:t>で</a:t>
                </a:r>
                <a:endParaRPr kumimoji="1" lang="en-US" altLang="ja-JP" sz="2400" b="1" dirty="0">
                  <a:solidFill>
                    <a:schemeClr val="accent1">
                      <a:lumMod val="50000"/>
                    </a:schemeClr>
                  </a:solidFill>
                </a:endParaRPr>
              </a:p>
              <a:p>
                <a:pPr algn="ctr"/>
                <a:r>
                  <a:rPr kumimoji="1" lang="ja-JP" altLang="en-US" sz="2400" b="1" dirty="0">
                    <a:solidFill>
                      <a:schemeClr val="accent1">
                        <a:lumMod val="50000"/>
                      </a:schemeClr>
                    </a:solidFill>
                  </a:rPr>
                  <a:t>基盤 </a:t>
                </a:r>
                <a:r>
                  <a:rPr kumimoji="1" lang="en-US" altLang="ja-JP" sz="2400" b="1" dirty="0" err="1">
                    <a:solidFill>
                      <a:schemeClr val="accent1">
                        <a:lumMod val="50000"/>
                      </a:schemeClr>
                    </a:solidFill>
                  </a:rPr>
                  <a:t>LoRA</a:t>
                </a:r>
                <a:r>
                  <a:rPr kumimoji="1" lang="en-US" altLang="ja-JP" sz="2400" b="1" dirty="0">
                    <a:solidFill>
                      <a:schemeClr val="accent1">
                        <a:lumMod val="50000"/>
                      </a:schemeClr>
                    </a:solidFill>
                  </a:rPr>
                  <a:t> </a:t>
                </a:r>
                <a:r>
                  <a:rPr kumimoji="1" lang="ja-JP" altLang="en-US" sz="2400" b="1" dirty="0">
                    <a:solidFill>
                      <a:schemeClr val="accent1">
                        <a:lumMod val="50000"/>
                      </a:schemeClr>
                    </a:solidFill>
                  </a:rPr>
                  <a:t>をどう更新するか</a:t>
                </a:r>
              </a:p>
              <a:p>
                <a:pPr algn="ctr"/>
                <a:endParaRPr lang="en-US" altLang="ja-JP" sz="1200" dirty="0">
                  <a:solidFill>
                    <a:srgbClr val="536D47"/>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teacher: </a:t>
                </a:r>
                <a:r>
                  <a:rPr kumimoji="1" lang="ja-JP" altLang="en-US" sz="2000" dirty="0">
                    <a:solidFill>
                      <a:schemeClr val="tx1">
                        <a:lumMod val="85000"/>
                        <a:lumOff val="15000"/>
                      </a:schemeClr>
                    </a:solidFill>
                  </a:rPr>
                  <a:t>集約 </a:t>
                </a:r>
                <a:r>
                  <a:rPr kumimoji="1" lang="en-US" altLang="ja-JP" sz="2000" dirty="0">
                    <a:solidFill>
                      <a:schemeClr val="tx1">
                        <a:lumMod val="85000"/>
                        <a:lumOff val="15000"/>
                      </a:schemeClr>
                    </a:solidFill>
                  </a:rPr>
                  <a:t>logits</a:t>
                </a:r>
                <a:r>
                  <a:rPr kumimoji="1" lang="ja-JP" altLang="en-US" sz="2000" dirty="0">
                    <a:solidFill>
                      <a:schemeClr val="tx1">
                        <a:lumMod val="85000"/>
                        <a:lumOff val="15000"/>
                      </a:schemeClr>
                    </a:solidFill>
                  </a:rPr>
                  <a:t>（固定）    </a:t>
                </a:r>
                <a:endParaRPr kumimoji="1"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student / </a:t>
                </a:r>
                <a:r>
                  <a:rPr kumimoji="1" lang="ja-JP" altLang="en-US" sz="2000" dirty="0">
                    <a:solidFill>
                      <a:schemeClr val="tx1">
                        <a:lumMod val="85000"/>
                        <a:lumOff val="15000"/>
                      </a:schemeClr>
                    </a:solidFill>
                  </a:rPr>
                  <a:t>更新対象</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クラウド上の基盤 </a:t>
                </a:r>
                <a:r>
                  <a:rPr kumimoji="1" lang="en-US" altLang="ja-JP" sz="2000" dirty="0" err="1">
                    <a:solidFill>
                      <a:schemeClr val="tx1">
                        <a:lumMod val="85000"/>
                        <a:lumOff val="15000"/>
                      </a:schemeClr>
                    </a:solidFill>
                  </a:rPr>
                  <a:t>LoRA</a:t>
                </a:r>
                <a:r>
                  <a:rPr kumimoji="1" lang="en-US" altLang="ja-JP" sz="2000" dirty="0">
                    <a:solidFill>
                      <a:schemeClr val="tx1">
                        <a:lumMod val="85000"/>
                        <a:lumOff val="15000"/>
                      </a:schemeClr>
                    </a:solidFill>
                  </a:rPr>
                  <a:t>    </a:t>
                </a:r>
                <a:endParaRPr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ja-JP" altLang="en-US" sz="2000" dirty="0">
                    <a:solidFill>
                      <a:schemeClr val="tx1">
                        <a:lumMod val="85000"/>
                        <a:lumOff val="15000"/>
                      </a:schemeClr>
                    </a:solidFill>
                  </a:rPr>
                  <a:t>損失</a:t>
                </a:r>
                <a:r>
                  <a:rPr kumimoji="1" lang="en-US" altLang="ja-JP" sz="2000" dirty="0">
                    <a:solidFill>
                      <a:schemeClr val="tx1">
                        <a:lumMod val="85000"/>
                        <a:lumOff val="15000"/>
                      </a:schemeClr>
                    </a:solidFill>
                  </a:rPr>
                  <a:t>: </a:t>
                </a:r>
                <a14:m>
                  <m:oMath xmlns:m="http://schemas.openxmlformats.org/officeDocument/2006/math">
                    <m:sSub>
                      <m:sSubPr>
                        <m:ctrlPr>
                          <a:rPr lang="ja-JP" altLang="en-US" i="1" smtClean="0">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𝐿</m:t>
                        </m:r>
                      </m:e>
                      <m:sub>
                        <m:r>
                          <a:rPr lang="ja-JP" altLang="en-US"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en-US" i="1">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𝑤</m:t>
                        </m:r>
                      </m:e>
                      <m:sub>
                        <m:r>
                          <a:rPr lang="ja-JP" altLang="en-US" i="1">
                            <a:solidFill>
                              <a:schemeClr val="tx1"/>
                            </a:solidFill>
                            <a:latin typeface="Cambria Math" panose="02040503050406030204" pitchFamily="18" charset="0"/>
                          </a:rPr>
                          <m:t>𝑝𝑟𝑒𝑑</m:t>
                        </m:r>
                      </m:sub>
                    </m:sSub>
                    <m:r>
                      <a:rPr lang="ja-JP" altLang="en-US" i="1">
                        <a:solidFill>
                          <a:schemeClr val="tx1"/>
                        </a:solidFill>
                        <a:latin typeface="Cambria Math" panose="02040503050406030204" pitchFamily="18" charset="0"/>
                      </a:rPr>
                      <m:t>⋅</m:t>
                    </m:r>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𝑇</m:t>
                        </m:r>
                      </m:e>
                      <m:sup>
                        <m:r>
                          <a:rPr lang="en-US" altLang="ja-JP" i="1">
                            <a:solidFill>
                              <a:schemeClr val="tx1"/>
                            </a:solidFill>
                            <a:latin typeface="Cambria Math" panose="02040503050406030204" pitchFamily="18" charset="0"/>
                          </a:rPr>
                          <m:t>2</m:t>
                        </m:r>
                      </m:sup>
                    </m:sSup>
                    <m:r>
                      <a:rPr lang="ja-JP" altLang="en-US" i="1">
                        <a:solidFill>
                          <a:schemeClr val="tx1"/>
                        </a:solidFill>
                        <a:latin typeface="Cambria Math" panose="02040503050406030204" pitchFamily="18" charset="0"/>
                      </a:rPr>
                      <m:t>⋅</m:t>
                    </m:r>
                    <m:sSub>
                      <m:sSubPr>
                        <m:ctrlPr>
                          <a:rPr lang="ja-JP" altLang="en-US" i="1">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𝐷</m:t>
                        </m:r>
                      </m:e>
                      <m:sub>
                        <m:r>
                          <a:rPr lang="ja-JP" altLang="en-US" i="1">
                            <a:solidFill>
                              <a:schemeClr val="tx1"/>
                            </a:solidFill>
                            <a:latin typeface="Cambria Math" panose="02040503050406030204" pitchFamily="18" charset="0"/>
                          </a:rPr>
                          <m:t>𝐾𝐿</m:t>
                        </m:r>
                      </m:sub>
                    </m:sSub>
                    <m:d>
                      <m:dPr>
                        <m:ctrlPr>
                          <a:rPr lang="ja-JP" altLang="en-US" i="1">
                            <a:solidFill>
                              <a:schemeClr val="tx1"/>
                            </a:solidFill>
                            <a:latin typeface="Cambria Math" panose="02040503050406030204" pitchFamily="18" charset="0"/>
                          </a:rPr>
                        </m:ctrlPr>
                      </m:dPr>
                      <m:e>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𝑝</m:t>
                            </m:r>
                          </m:e>
                          <m:sup>
                            <m:r>
                              <a:rPr lang="ja-JP" altLang="en-US" i="1">
                                <a:solidFill>
                                  <a:schemeClr val="tx1"/>
                                </a:solidFill>
                                <a:latin typeface="Cambria Math" panose="02040503050406030204" pitchFamily="18" charset="0"/>
                              </a:rPr>
                              <m:t>𝑇</m:t>
                            </m:r>
                          </m:sup>
                        </m:sSup>
                        <m:r>
                          <a:rPr lang="en-US" altLang="ja-JP" i="1">
                            <a:solidFill>
                              <a:schemeClr val="tx1"/>
                            </a:solidFill>
                            <a:latin typeface="Cambria Math" panose="02040503050406030204" pitchFamily="18" charset="0"/>
                          </a:rPr>
                          <m:t>‖</m:t>
                        </m:r>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𝑝</m:t>
                            </m:r>
                          </m:e>
                          <m:sup>
                            <m:r>
                              <a:rPr lang="ja-JP" altLang="en-US" i="1">
                                <a:solidFill>
                                  <a:schemeClr val="tx1"/>
                                </a:solidFill>
                                <a:latin typeface="Cambria Math" panose="02040503050406030204" pitchFamily="18" charset="0"/>
                              </a:rPr>
                              <m:t>𝑆</m:t>
                            </m:r>
                          </m:sup>
                        </m:sSup>
                      </m:e>
                    </m:d>
                  </m:oMath>
                </a14:m>
                <a:r>
                  <a:rPr kumimoji="1" lang="ja-JP" altLang="en-US" sz="2000" dirty="0">
                    <a:solidFill>
                      <a:schemeClr val="tx1">
                        <a:lumMod val="85000"/>
                        <a:lumOff val="15000"/>
                      </a:schemeClr>
                    </a:solidFill>
                  </a:rPr>
                  <a:t>（</a:t>
                </a:r>
                <a14:m>
                  <m:oMath xmlns:m="http://schemas.openxmlformats.org/officeDocument/2006/math">
                    <m:r>
                      <a:rPr lang="ja-JP" altLang="en-US" sz="2000" i="1">
                        <a:solidFill>
                          <a:schemeClr val="tx1"/>
                        </a:solidFill>
                        <a:latin typeface="Cambria Math" panose="02040503050406030204" pitchFamily="18" charset="0"/>
                      </a:rPr>
                      <m:t>𝑇</m:t>
                    </m:r>
                    <m:r>
                      <m:rPr>
                        <m:nor/>
                      </m:rPr>
                      <a:rPr lang="en-US" altLang="ja-JP" sz="2000" dirty="0">
                        <a:solidFill>
                          <a:schemeClr val="tx1">
                            <a:lumMod val="85000"/>
                            <a:lumOff val="15000"/>
                          </a:schemeClr>
                        </a:solidFill>
                      </a:rPr>
                      <m:t>=2.0</m:t>
                    </m:r>
                  </m:oMath>
                </a14:m>
                <a:r>
                  <a:rPr kumimoji="1" lang="en-US" altLang="ja-JP" sz="2000" dirty="0">
                    <a:solidFill>
                      <a:schemeClr val="tx1">
                        <a:lumMod val="85000"/>
                        <a:lumOff val="15000"/>
                      </a:schemeClr>
                    </a:solidFill>
                  </a:rPr>
                  <a:t>, </a:t>
                </a:r>
                <a14:m>
                  <m:oMath xmlns:m="http://schemas.openxmlformats.org/officeDocument/2006/math">
                    <m:sSub>
                      <m:sSubPr>
                        <m:ctrlPr>
                          <a:rPr lang="ja-JP" altLang="en-US" sz="2000" i="1">
                            <a:solidFill>
                              <a:schemeClr val="tx1"/>
                            </a:solidFill>
                            <a:latin typeface="Cambria Math" panose="02040503050406030204" pitchFamily="18" charset="0"/>
                          </a:rPr>
                        </m:ctrlPr>
                      </m:sSubPr>
                      <m:e>
                        <m:r>
                          <a:rPr lang="ja-JP" altLang="en-US" sz="2000" i="1">
                            <a:solidFill>
                              <a:schemeClr val="tx1"/>
                            </a:solidFill>
                            <a:latin typeface="Cambria Math" panose="02040503050406030204" pitchFamily="18" charset="0"/>
                          </a:rPr>
                          <m:t>𝑤</m:t>
                        </m:r>
                      </m:e>
                      <m:sub>
                        <m:r>
                          <a:rPr lang="ja-JP" altLang="en-US" sz="2000" i="1">
                            <a:solidFill>
                              <a:schemeClr val="tx1"/>
                            </a:solidFill>
                            <a:latin typeface="Cambria Math" panose="02040503050406030204" pitchFamily="18" charset="0"/>
                          </a:rPr>
                          <m:t>𝑝𝑟𝑒𝑑</m:t>
                        </m:r>
                      </m:sub>
                    </m:sSub>
                    <m:r>
                      <m:rPr>
                        <m:nor/>
                      </m:rPr>
                      <a:rPr lang="en-US" altLang="ja-JP" sz="2000" dirty="0">
                        <a:solidFill>
                          <a:schemeClr val="tx1">
                            <a:lumMod val="85000"/>
                            <a:lumOff val="15000"/>
                          </a:schemeClr>
                        </a:solidFill>
                      </a:rPr>
                      <m:t>= 0.5</m:t>
                    </m:r>
                  </m:oMath>
                </a14:m>
                <a:r>
                  <a:rPr kumimoji="1" lang="ja-JP" altLang="en-US" sz="2000" dirty="0">
                    <a:solidFill>
                      <a:schemeClr val="tx1">
                        <a:lumMod val="85000"/>
                        <a:lumOff val="15000"/>
                      </a:schemeClr>
                    </a:solidFill>
                  </a:rPr>
                  <a:t>）    </a:t>
                </a:r>
                <a:endParaRPr kumimoji="1"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optimizer:</a:t>
                </a:r>
              </a:p>
              <a:p>
                <a:pPr marL="742950" lvl="1" indent="-285750">
                  <a:buFont typeface="Arial" panose="020B0604020202020204" pitchFamily="34" charset="0"/>
                  <a:buChar char="•"/>
                </a:pPr>
                <a:r>
                  <a:rPr kumimoji="1" lang="en-US" altLang="ja-JP" sz="2000" dirty="0">
                    <a:solidFill>
                      <a:schemeClr val="tx1">
                        <a:lumMod val="85000"/>
                        <a:lumOff val="15000"/>
                      </a:schemeClr>
                    </a:solidFill>
                  </a:rPr>
                  <a:t>① </a:t>
                </a:r>
                <a:r>
                  <a:rPr kumimoji="1" lang="ja-JP" altLang="en-US" sz="2000" dirty="0">
                    <a:solidFill>
                      <a:schemeClr val="tx1">
                        <a:lumMod val="85000"/>
                        <a:lumOff val="15000"/>
                      </a:schemeClr>
                    </a:solidFill>
                  </a:rPr>
                  <a:t>基本 </a:t>
                </a:r>
                <a:r>
                  <a:rPr kumimoji="1" lang="en-US" altLang="ja-JP" sz="2000" dirty="0">
                    <a:solidFill>
                      <a:schemeClr val="tx1">
                        <a:lumMod val="85000"/>
                        <a:lumOff val="15000"/>
                      </a:schemeClr>
                    </a:solidFill>
                  </a:rPr>
                  <a:t>… </a:t>
                </a:r>
                <a:r>
                  <a:rPr kumimoji="1" lang="en-US" altLang="ja-JP" sz="2000" dirty="0" err="1">
                    <a:solidFill>
                      <a:schemeClr val="tx1">
                        <a:lumMod val="85000"/>
                        <a:lumOff val="15000"/>
                      </a:schemeClr>
                    </a:solidFill>
                  </a:rPr>
                  <a:t>AdamW</a:t>
                </a:r>
                <a:r>
                  <a:rPr kumimoji="1" lang="en-US" altLang="ja-JP" sz="2000" dirty="0">
                    <a:solidFill>
                      <a:schemeClr val="tx1">
                        <a:lumMod val="85000"/>
                        <a:lumOff val="15000"/>
                      </a:schemeClr>
                    </a:solidFill>
                  </a:rPr>
                  <a:t>        </a:t>
                </a:r>
              </a:p>
              <a:p>
                <a:pPr marL="742950" lvl="1" indent="-285750">
                  <a:buFont typeface="Arial" panose="020B0604020202020204" pitchFamily="34" charset="0"/>
                  <a:buChar char="•"/>
                </a:pPr>
                <a:r>
                  <a:rPr kumimoji="1" lang="en-US" altLang="ja-JP" sz="2000" dirty="0">
                    <a:solidFill>
                      <a:schemeClr val="tx1">
                        <a:lumMod val="85000"/>
                        <a:lumOff val="15000"/>
                      </a:schemeClr>
                    </a:solidFill>
                  </a:rPr>
                  <a:t>② </a:t>
                </a:r>
                <a:r>
                  <a:rPr kumimoji="1" lang="ja-JP" altLang="en-US" sz="2000" dirty="0">
                    <a:solidFill>
                      <a:schemeClr val="tx1">
                        <a:lumMod val="85000"/>
                        <a:lumOff val="15000"/>
                      </a:schemeClr>
                    </a:solidFill>
                  </a:rPr>
                  <a:t>拡張 </a:t>
                </a:r>
                <a:r>
                  <a:rPr kumimoji="1" lang="en-US" altLang="ja-JP" sz="2000" dirty="0">
                    <a:solidFill>
                      <a:schemeClr val="tx1">
                        <a:lumMod val="85000"/>
                        <a:lumOff val="15000"/>
                      </a:schemeClr>
                    </a:solidFill>
                  </a:rPr>
                  <a:t>… </a:t>
                </a:r>
                <a:r>
                  <a:rPr kumimoji="1" lang="en-US" altLang="ja-JP" sz="2000" dirty="0" err="1">
                    <a:solidFill>
                      <a:schemeClr val="tx1">
                        <a:lumMod val="85000"/>
                        <a:lumOff val="15000"/>
                      </a:schemeClr>
                    </a:solidFill>
                  </a:rPr>
                  <a:t>FedAdam</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型（</a:t>
                </a:r>
                <a:r>
                  <a:rPr kumimoji="1" lang="el-GR" altLang="ja-JP" sz="2000" dirty="0">
                    <a:solidFill>
                      <a:schemeClr val="tx1">
                        <a:lumMod val="85000"/>
                        <a:lumOff val="15000"/>
                      </a:schemeClr>
                    </a:solidFill>
                  </a:rPr>
                  <a:t>β1=0.9, β2=0.99, τ=1</a:t>
                </a:r>
                <a:r>
                  <a:rPr kumimoji="1" lang="en-US" altLang="ja-JP" sz="2000" dirty="0">
                    <a:solidFill>
                      <a:schemeClr val="tx1">
                        <a:lumMod val="85000"/>
                        <a:lumOff val="15000"/>
                      </a:schemeClr>
                    </a:solidFill>
                  </a:rPr>
                  <a:t>e-3</a:t>
                </a:r>
                <a:r>
                  <a:rPr kumimoji="1" lang="ja-JP" altLang="en-US" sz="2000" dirty="0">
                    <a:solidFill>
                      <a:schemeClr val="tx1">
                        <a:lumMod val="85000"/>
                        <a:lumOff val="15000"/>
                      </a:schemeClr>
                    </a:solidFill>
                  </a:rPr>
                  <a:t>）← ①と同じ </a:t>
                </a:r>
                <a14:m>
                  <m:oMath xmlns:m="http://schemas.openxmlformats.org/officeDocument/2006/math">
                    <m:sSub>
                      <m:sSubPr>
                        <m:ctrlPr>
                          <a:rPr lang="ja-JP" altLang="en-US" sz="2000" i="1">
                            <a:solidFill>
                              <a:schemeClr val="tx1"/>
                            </a:solidFill>
                            <a:latin typeface="Cambria Math" panose="02040503050406030204" pitchFamily="18" charset="0"/>
                          </a:rPr>
                        </m:ctrlPr>
                      </m:sSubPr>
                      <m:e>
                        <m:r>
                          <a:rPr lang="ja-JP" altLang="en-US" sz="2000" i="1">
                            <a:solidFill>
                              <a:schemeClr val="tx1"/>
                            </a:solidFill>
                            <a:latin typeface="Cambria Math" panose="02040503050406030204" pitchFamily="18" charset="0"/>
                          </a:rPr>
                          <m:t>𝐿</m:t>
                        </m:r>
                      </m:e>
                      <m:sub>
                        <m:r>
                          <a:rPr lang="ja-JP" altLang="en-US" sz="2000" i="1">
                            <a:solidFill>
                              <a:schemeClr val="tx1"/>
                            </a:solidFill>
                            <a:latin typeface="Cambria Math" panose="02040503050406030204" pitchFamily="18" charset="0"/>
                          </a:rPr>
                          <m:t>𝑝𝑟𝑒𝑑</m:t>
                        </m:r>
                      </m:sub>
                    </m:sSub>
                  </m:oMath>
                </a14:m>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情報</a:t>
                </a:r>
                <a:endParaRPr kumimoji="1" lang="ja-JP" altLang="en-US" sz="2000" dirty="0">
                  <a:solidFill>
                    <a:srgbClr val="536D47"/>
                  </a:solidFill>
                </a:endParaRPr>
              </a:p>
            </p:txBody>
          </p:sp>
        </mc:Choice>
        <mc:Fallback xmlns="">
          <p:sp>
            <p:nvSpPr>
              <p:cNvPr id="10" name="四角形: 角を丸くする 9">
                <a:extLst>
                  <a:ext uri="{FF2B5EF4-FFF2-40B4-BE49-F238E27FC236}">
                    <a16:creationId xmlns:a16="http://schemas.microsoft.com/office/drawing/2014/main" id="{7B425131-FD07-08A9-9E65-B72C279D4323}"/>
                  </a:ext>
                </a:extLst>
              </p:cNvPr>
              <p:cNvSpPr>
                <a:spLocks noRot="1" noChangeAspect="1" noMove="1" noResize="1" noEditPoints="1" noAdjustHandles="1" noChangeArrowheads="1" noChangeShapeType="1" noTextEdit="1"/>
              </p:cNvSpPr>
              <p:nvPr/>
            </p:nvSpPr>
            <p:spPr>
              <a:xfrm>
                <a:off x="4643120" y="1337325"/>
                <a:ext cx="4419600" cy="5001360"/>
              </a:xfrm>
              <a:prstGeom prst="roundRect">
                <a:avLst/>
              </a:prstGeom>
              <a:blipFill>
                <a:blip r:embed="rId3"/>
                <a:stretch>
                  <a:fillRect/>
                </a:stretch>
              </a:blipFill>
              <a:ln>
                <a:solidFill>
                  <a:schemeClr val="accent1">
                    <a:lumMod val="50000"/>
                  </a:schemeClr>
                </a:solidFill>
              </a:ln>
            </p:spPr>
            <p:txBody>
              <a:bodyPr/>
              <a:lstStyle/>
              <a:p>
                <a:r>
                  <a:rPr lang="ja-JP" altLang="en-US">
                    <a:noFill/>
                  </a:rPr>
                  <a:t> </a:t>
                </a:r>
              </a:p>
            </p:txBody>
          </p:sp>
        </mc:Fallback>
      </mc:AlternateContent>
    </p:spTree>
    <p:extLst>
      <p:ext uri="{BB962C8B-B14F-4D97-AF65-F5344CB8AC3E}">
        <p14:creationId xmlns:p14="http://schemas.microsoft.com/office/powerpoint/2010/main" val="658242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4BD89-2F07-19D2-ACB2-6DBB3444B2F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59675EB-053B-53CF-A47C-747DB90DE949}"/>
              </a:ext>
            </a:extLst>
          </p:cNvPr>
          <p:cNvSpPr>
            <a:spLocks noGrp="1"/>
          </p:cNvSpPr>
          <p:nvPr>
            <p:ph type="title"/>
          </p:nvPr>
        </p:nvSpPr>
        <p:spPr/>
        <p:txBody>
          <a:bodyPr>
            <a:normAutofit/>
          </a:bodyPr>
          <a:lstStyle/>
          <a:p>
            <a:r>
              <a:rPr lang="en-US" altLang="ja-JP" dirty="0"/>
              <a:t>3</a:t>
            </a:r>
            <a:r>
              <a:rPr lang="ja-JP" altLang="ja-JP" dirty="0"/>
              <a:t>. サーバーでの集約</a:t>
            </a:r>
            <a:endParaRPr kumimoji="1" lang="ja-JP" altLang="en-US" dirty="0"/>
          </a:p>
        </p:txBody>
      </p:sp>
      <p:sp>
        <p:nvSpPr>
          <p:cNvPr id="4" name="スライド番号プレースホルダー 3">
            <a:extLst>
              <a:ext uri="{FF2B5EF4-FFF2-40B4-BE49-F238E27FC236}">
                <a16:creationId xmlns:a16="http://schemas.microsoft.com/office/drawing/2014/main" id="{171D713A-73BF-4B5E-A515-16A7391FB79F}"/>
              </a:ext>
            </a:extLst>
          </p:cNvPr>
          <p:cNvSpPr>
            <a:spLocks noGrp="1"/>
          </p:cNvSpPr>
          <p:nvPr>
            <p:ph type="sldNum" sz="quarter" idx="4"/>
          </p:nvPr>
        </p:nvSpPr>
        <p:spPr/>
        <p:txBody>
          <a:bodyPr/>
          <a:lstStyle/>
          <a:p>
            <a:fld id="{C088C981-6885-4100-82A1-DE7074EC4480}" type="slidenum">
              <a:rPr lang="ja-JP" altLang="en-US" smtClean="0"/>
              <a:t>14</a:t>
            </a:fld>
            <a:endParaRPr lang="ja-JP" altLang="en-US" dirty="0"/>
          </a:p>
        </p:txBody>
      </p:sp>
      <p:sp>
        <p:nvSpPr>
          <p:cNvPr id="5" name="四角形: 角を丸くする 4">
            <a:extLst>
              <a:ext uri="{FF2B5EF4-FFF2-40B4-BE49-F238E27FC236}">
                <a16:creationId xmlns:a16="http://schemas.microsoft.com/office/drawing/2014/main" id="{DB4003B7-32D9-98AB-B8CE-F54706E9B233}"/>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E6EA3887-987D-756D-E535-D7A01A172F78}"/>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218C36EE-71D3-10C3-1CE3-78981D466E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071EE069-EF78-B13F-2077-C6F00045C9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33DA56A5-2F2A-81D8-A07A-DFFC3CEB50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EFE25F34-16D0-09A9-9B01-6D50ECC05B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B8E753D8-BDFC-439E-ED85-CE9EC6102CB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DB471A3C-E2C1-6AC5-6D45-E95AD8368A8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B4EC73A7-E858-39E8-E381-18FDBADFE226}"/>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29129B1B-4DC5-0ADF-8103-0AB4D99E21E5}"/>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A6EBA7A1-9AAB-CDCB-24D5-C809BDC80CD9}"/>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AF32924D-AEA8-1EA7-1324-66778F1EC1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86A00636-079B-A68C-C1CF-D49BC1473F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C2A1F276-7CE5-0934-E2CA-65294ACE31F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6B0E50F6-8E91-C58C-61E3-2326A20A791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4D528A63-A6BC-DB2B-22EE-D3828DF75CE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CB6FFD21-051B-A775-229F-194FC11A993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630D62E2-2976-922E-794E-3828F64BA69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7C0893B4-4C79-87A2-E296-A0B6391B9C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361BCCCB-93FE-523E-D986-F5388A0C36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FD8AE61E-AF98-9040-8F37-7EF9D280CB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0770CE31-F21D-FF3A-696D-2B173CBFAEDE}"/>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59A27F5E-741C-9861-601F-D1EB5E33ACCC}"/>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7D52E2F3-FA83-2276-EA52-4CC90A61072A}"/>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8F6E2B38-1A0E-97A9-9B31-C2394074BD3C}"/>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EF95D742-B5D5-2C73-E7A6-C6CAEA559453}"/>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3D35827A-7A2F-10E8-9556-808751FC5867}"/>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BCD36C30-B3ED-1BC4-B7BF-732492360167}"/>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D8337428-0ADD-EE10-EA6B-86303B0D7490}"/>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1F33A958-F71A-DC06-65D2-AF9B17C0328D}"/>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C337E875-B770-7770-6E9C-89AD6B6501DB}"/>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0FBF5AE1-0EF9-65AC-4AE3-E8155F240F7A}"/>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62804291-FE4C-D2BC-8A0E-68AB11F23F77}"/>
              </a:ext>
            </a:extLst>
          </p:cNvPr>
          <p:cNvSpPr/>
          <p:nvPr/>
        </p:nvSpPr>
        <p:spPr>
          <a:xfrm>
            <a:off x="1829570" y="877367"/>
            <a:ext cx="4605240"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C4AB4051-EEE0-894B-18EC-F70BCB9F0A8D}"/>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406F4A20-C489-99D6-1090-FA65F1ECC5F5}"/>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BE91F7E3-186C-EBE9-D29B-4B9FF4449C0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C0995176-2066-7743-64EB-75B1E21CAF72}"/>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A8356435-E49D-119B-7268-9095D53B02DF}"/>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F66D2009-9398-B6A1-C0AC-8364689999BD}"/>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6F28B5CA-A25F-1CA3-E7CE-FF3133AC215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0867A800-8A88-2D20-ED40-6B6C85406E50}"/>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BA9820E0-1173-6F4B-D2D6-ACAA53BA18D9}"/>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1E9D72B9-8210-1377-1272-DA346A25D39A}"/>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774F41F9-66B8-024F-023D-AC31F5F7162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9338D4F5-6A4B-FF1E-D5CC-BFF55FA91FF2}"/>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FDBE5D01-78C2-4922-4D53-76CB53061C61}"/>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CC390855-7566-0256-F7E7-2F409F9C8ED0}"/>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5"/>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319C6525-8F69-F4D2-CF8F-51B839C88E1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E1F42773-957E-741B-C2B1-958057B56486}"/>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4" name="矢印: 右 63">
            <a:extLst>
              <a:ext uri="{FF2B5EF4-FFF2-40B4-BE49-F238E27FC236}">
                <a16:creationId xmlns:a16="http://schemas.microsoft.com/office/drawing/2014/main" id="{78A6DB39-8A9B-2310-332E-7C3822F9FE69}"/>
              </a:ext>
            </a:extLst>
          </p:cNvPr>
          <p:cNvSpPr/>
          <p:nvPr/>
        </p:nvSpPr>
        <p:spPr>
          <a:xfrm rot="20096879">
            <a:off x="3015502" y="2190180"/>
            <a:ext cx="634415" cy="298438"/>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817302FB-2E1E-CF64-BFBE-4507CFB2C2B8}"/>
              </a:ext>
            </a:extLst>
          </p:cNvPr>
          <p:cNvSpPr/>
          <p:nvPr/>
        </p:nvSpPr>
        <p:spPr>
          <a:xfrm rot="1959815">
            <a:off x="3012527" y="1369428"/>
            <a:ext cx="634415" cy="298438"/>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54FBB0A0-7A81-ADD5-A866-E7CA0821943B}"/>
              </a:ext>
            </a:extLst>
          </p:cNvPr>
          <p:cNvSpPr/>
          <p:nvPr/>
        </p:nvSpPr>
        <p:spPr>
          <a:xfrm>
            <a:off x="4670919" y="1759016"/>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22163C88-ABF2-CCE9-B1AA-4C14269CA2CA}"/>
              </a:ext>
            </a:extLst>
          </p:cNvPr>
          <p:cNvSpPr/>
          <p:nvPr/>
        </p:nvSpPr>
        <p:spPr>
          <a:xfrm>
            <a:off x="3677310" y="1742366"/>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71" name="タイトル 2">
            <a:extLst>
              <a:ext uri="{FF2B5EF4-FFF2-40B4-BE49-F238E27FC236}">
                <a16:creationId xmlns:a16="http://schemas.microsoft.com/office/drawing/2014/main" id="{CC0BA2D3-628B-EDD7-701A-31F8C1A0CF70}"/>
              </a:ext>
            </a:extLst>
          </p:cNvPr>
          <p:cNvSpPr txBox="1">
            <a:spLocks/>
          </p:cNvSpPr>
          <p:nvPr/>
        </p:nvSpPr>
        <p:spPr>
          <a:xfrm>
            <a:off x="5066559" y="209341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5" name="テキスト ボックス 54">
            <a:extLst>
              <a:ext uri="{FF2B5EF4-FFF2-40B4-BE49-F238E27FC236}">
                <a16:creationId xmlns:a16="http://schemas.microsoft.com/office/drawing/2014/main" id="{996112DF-2639-FA64-535F-A6ABBAC583F3}"/>
              </a:ext>
            </a:extLst>
          </p:cNvPr>
          <p:cNvSpPr txBox="1"/>
          <p:nvPr/>
        </p:nvSpPr>
        <p:spPr>
          <a:xfrm>
            <a:off x="3293161" y="4205265"/>
            <a:ext cx="1738260" cy="707886"/>
          </a:xfrm>
          <a:prstGeom prst="rect">
            <a:avLst/>
          </a:prstGeom>
          <a:noFill/>
          <a:ln w="28575">
            <a:solidFill>
              <a:schemeClr val="tx1"/>
            </a:solidFill>
          </a:ln>
        </p:spPr>
        <p:txBody>
          <a:bodyPr wrap="square">
            <a:spAutoFit/>
          </a:bodyPr>
          <a:lstStyle/>
          <a:p>
            <a:pPr algn="ctr"/>
            <a:r>
              <a:rPr lang="ja-JP" altLang="en-US" sz="2000" b="1" dirty="0">
                <a:solidFill>
                  <a:srgbClr val="FF0000"/>
                </a:solidFill>
              </a:rPr>
              <a:t>公開</a:t>
            </a:r>
            <a:endParaRPr lang="en-US" altLang="ja-JP" sz="2000" b="1" dirty="0">
              <a:solidFill>
                <a:srgbClr val="FF0000"/>
              </a:solidFill>
            </a:endParaRPr>
          </a:p>
          <a:p>
            <a:pPr algn="ctr"/>
            <a:r>
              <a:rPr lang="ja-JP" altLang="en-US" sz="2000" b="1" dirty="0">
                <a:solidFill>
                  <a:srgbClr val="FF0000"/>
                </a:solidFill>
              </a:rPr>
              <a:t>データセット</a:t>
            </a:r>
          </a:p>
        </p:txBody>
      </p:sp>
      <p:cxnSp>
        <p:nvCxnSpPr>
          <p:cNvPr id="60" name="直線コネクタ 59">
            <a:extLst>
              <a:ext uri="{FF2B5EF4-FFF2-40B4-BE49-F238E27FC236}">
                <a16:creationId xmlns:a16="http://schemas.microsoft.com/office/drawing/2014/main" id="{35176062-7CB1-6ECE-9DD8-4F03FD51AEFB}"/>
              </a:ext>
            </a:extLst>
          </p:cNvPr>
          <p:cNvCxnSpPr>
            <a:cxnSpLocks/>
            <a:stCxn id="38" idx="2"/>
            <a:endCxn id="55" idx="0"/>
          </p:cNvCxnSpPr>
          <p:nvPr/>
        </p:nvCxnSpPr>
        <p:spPr>
          <a:xfrm>
            <a:off x="4132190" y="2857735"/>
            <a:ext cx="30101" cy="1347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A1CC40C5-3B3E-4F77-06F2-3FAD97DC4DD1}"/>
                  </a:ext>
                </a:extLst>
              </p:cNvPr>
              <p:cNvSpPr txBox="1"/>
              <p:nvPr/>
            </p:nvSpPr>
            <p:spPr>
              <a:xfrm>
                <a:off x="1965876" y="2272205"/>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s</m:t>
                          </m:r>
                        </m:e>
                        <m:sub>
                          <m:r>
                            <a:rPr lang="en-US" altLang="ja-JP">
                              <a:latin typeface="Cambria Math" panose="02040503050406030204" pitchFamily="18" charset="0"/>
                            </a:rPr>
                            <m:t>2</m:t>
                          </m:r>
                        </m:sub>
                      </m:sSub>
                    </m:oMath>
                  </m:oMathPara>
                </a14:m>
                <a:endParaRPr lang="ja-JP" altLang="en-US" dirty="0"/>
              </a:p>
            </p:txBody>
          </p:sp>
        </mc:Choice>
        <mc:Fallback xmlns="">
          <p:sp>
            <p:nvSpPr>
              <p:cNvPr id="59" name="テキスト ボックス 58">
                <a:extLst>
                  <a:ext uri="{FF2B5EF4-FFF2-40B4-BE49-F238E27FC236}">
                    <a16:creationId xmlns:a16="http://schemas.microsoft.com/office/drawing/2014/main" id="{A1CC40C5-3B3E-4F77-06F2-3FAD97DC4DD1}"/>
                  </a:ext>
                </a:extLst>
              </p:cNvPr>
              <p:cNvSpPr txBox="1">
                <a:spLocks noRot="1" noChangeAspect="1" noMove="1" noResize="1" noEditPoints="1" noAdjustHandles="1" noChangeArrowheads="1" noChangeShapeType="1" noTextEdit="1"/>
              </p:cNvSpPr>
              <p:nvPr/>
            </p:nvSpPr>
            <p:spPr>
              <a:xfrm>
                <a:off x="1965876" y="2272205"/>
                <a:ext cx="838729" cy="369332"/>
              </a:xfrm>
              <a:prstGeom prst="rect">
                <a:avLst/>
              </a:prstGeom>
              <a:blipFill>
                <a:blip r:embed="rId16"/>
                <a:stretch>
                  <a:fillRect l="-1449"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D90056A8-F010-FF6C-D7E2-66043E782978}"/>
                  </a:ext>
                </a:extLst>
              </p:cNvPr>
              <p:cNvSpPr txBox="1"/>
              <p:nvPr/>
            </p:nvSpPr>
            <p:spPr>
              <a:xfrm>
                <a:off x="1965875" y="107682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i="0">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i="0">
                              <a:latin typeface="Cambria Math" panose="02040503050406030204" pitchFamily="18" charset="0"/>
                            </a:rPr>
                            <m:t>s</m:t>
                          </m:r>
                        </m:e>
                        <m:sub>
                          <m:r>
                            <a:rPr lang="en-US" altLang="ja-JP" i="0">
                              <a:latin typeface="Cambria Math" panose="02040503050406030204" pitchFamily="18" charset="0"/>
                            </a:rPr>
                            <m:t>1</m:t>
                          </m:r>
                        </m:sub>
                      </m:sSub>
                    </m:oMath>
                  </m:oMathPara>
                </a14:m>
                <a:endParaRPr lang="ja-JP" altLang="en-US" dirty="0"/>
              </a:p>
            </p:txBody>
          </p:sp>
        </mc:Choice>
        <mc:Fallback xmlns="">
          <p:sp>
            <p:nvSpPr>
              <p:cNvPr id="62" name="テキスト ボックス 61">
                <a:extLst>
                  <a:ext uri="{FF2B5EF4-FFF2-40B4-BE49-F238E27FC236}">
                    <a16:creationId xmlns:a16="http://schemas.microsoft.com/office/drawing/2014/main" id="{D90056A8-F010-FF6C-D7E2-66043E782978}"/>
                  </a:ext>
                </a:extLst>
              </p:cNvPr>
              <p:cNvSpPr txBox="1">
                <a:spLocks noRot="1" noChangeAspect="1" noMove="1" noResize="1" noEditPoints="1" noAdjustHandles="1" noChangeArrowheads="1" noChangeShapeType="1" noTextEdit="1"/>
              </p:cNvSpPr>
              <p:nvPr/>
            </p:nvSpPr>
            <p:spPr>
              <a:xfrm>
                <a:off x="1965875" y="1076823"/>
                <a:ext cx="838729" cy="369332"/>
              </a:xfrm>
              <a:prstGeom prst="rect">
                <a:avLst/>
              </a:prstGeom>
              <a:blipFill>
                <a:blip r:embed="rId17"/>
                <a:stretch>
                  <a:fillRect l="-725" b="-13333"/>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22BEEB0A-561C-3733-7AA3-F8DB3B51B05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303899" y="1446155"/>
            <a:ext cx="561592" cy="564162"/>
          </a:xfrm>
          <a:prstGeom prst="rect">
            <a:avLst/>
          </a:prstGeom>
        </p:spPr>
      </p:pic>
    </p:spTree>
    <p:extLst>
      <p:ext uri="{BB962C8B-B14F-4D97-AF65-F5344CB8AC3E}">
        <p14:creationId xmlns:p14="http://schemas.microsoft.com/office/powerpoint/2010/main" val="1657042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6C0C0-AD22-4CD9-9B96-E51E39AEFFD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939B145-E79B-0D8E-0533-16B91776922F}"/>
              </a:ext>
            </a:extLst>
          </p:cNvPr>
          <p:cNvSpPr>
            <a:spLocks noGrp="1"/>
          </p:cNvSpPr>
          <p:nvPr>
            <p:ph type="title"/>
          </p:nvPr>
        </p:nvSpPr>
        <p:spPr/>
        <p:txBody>
          <a:bodyPr>
            <a:normAutofit fontScale="90000"/>
          </a:bodyPr>
          <a:lstStyle/>
          <a:p>
            <a:r>
              <a:rPr lang="en-US" altLang="ja-JP" dirty="0"/>
              <a:t>4.</a:t>
            </a:r>
            <a:r>
              <a:rPr lang="ja-JP" altLang="ja-JP" dirty="0"/>
              <a:t>次ラウンドへのループ</a:t>
            </a:r>
            <a:r>
              <a:rPr lang="en-US" altLang="ja-JP" dirty="0"/>
              <a:t>(</a:t>
            </a:r>
            <a:r>
              <a:rPr lang="ja-JP" altLang="en-US" dirty="0"/>
              <a:t>再配布・</a:t>
            </a:r>
            <a:r>
              <a:rPr lang="ja-JP" altLang="en-US" dirty="0">
                <a:solidFill>
                  <a:srgbClr val="FF0000"/>
                </a:solidFill>
              </a:rPr>
              <a:t>蒸留工程</a:t>
            </a:r>
            <a:r>
              <a:rPr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16DE23EA-C334-BA3D-80C2-B746541DD0AF}"/>
              </a:ext>
            </a:extLst>
          </p:cNvPr>
          <p:cNvSpPr>
            <a:spLocks noGrp="1"/>
          </p:cNvSpPr>
          <p:nvPr>
            <p:ph type="sldNum" sz="quarter" idx="4"/>
          </p:nvPr>
        </p:nvSpPr>
        <p:spPr/>
        <p:txBody>
          <a:bodyPr/>
          <a:lstStyle/>
          <a:p>
            <a:fld id="{C088C981-6885-4100-82A1-DE7074EC4480}" type="slidenum">
              <a:rPr lang="ja-JP" altLang="en-US" smtClean="0"/>
              <a:t>15</a:t>
            </a:fld>
            <a:endParaRPr lang="ja-JP" altLang="en-US" dirty="0"/>
          </a:p>
        </p:txBody>
      </p:sp>
      <p:sp>
        <p:nvSpPr>
          <p:cNvPr id="5" name="四角形: 角を丸くする 4">
            <a:extLst>
              <a:ext uri="{FF2B5EF4-FFF2-40B4-BE49-F238E27FC236}">
                <a16:creationId xmlns:a16="http://schemas.microsoft.com/office/drawing/2014/main" id="{7CFC7329-E32C-460E-AB0E-E7686044FCC2}"/>
              </a:ext>
            </a:extLst>
          </p:cNvPr>
          <p:cNvSpPr/>
          <p:nvPr/>
        </p:nvSpPr>
        <p:spPr>
          <a:xfrm>
            <a:off x="5389254" y="4664984"/>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BCDD001D-1B2B-4364-9DD1-353511B94008}"/>
              </a:ext>
            </a:extLst>
          </p:cNvPr>
          <p:cNvSpPr/>
          <p:nvPr/>
        </p:nvSpPr>
        <p:spPr>
          <a:xfrm>
            <a:off x="7913" y="4673362"/>
            <a:ext cx="2880000" cy="2196446"/>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BAC81C3D-DCFD-120E-32CC-798D5105306D}"/>
              </a:ext>
            </a:extLst>
          </p:cNvPr>
          <p:cNvCxnSpPr>
            <a:cxnSpLocks/>
          </p:cNvCxnSpPr>
          <p:nvPr/>
        </p:nvCxnSpPr>
        <p:spPr>
          <a:xfrm flipH="1">
            <a:off x="1903241" y="3004413"/>
            <a:ext cx="657026"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図 7">
            <a:extLst>
              <a:ext uri="{FF2B5EF4-FFF2-40B4-BE49-F238E27FC236}">
                <a16:creationId xmlns:a16="http://schemas.microsoft.com/office/drawing/2014/main" id="{81C4469B-9F76-15B0-91DB-F00041D712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56" y="5364047"/>
            <a:ext cx="962543" cy="547830"/>
          </a:xfrm>
          <a:prstGeom prst="rect">
            <a:avLst/>
          </a:prstGeom>
        </p:spPr>
      </p:pic>
      <p:pic>
        <p:nvPicPr>
          <p:cNvPr id="9" name="図 8">
            <a:extLst>
              <a:ext uri="{FF2B5EF4-FFF2-40B4-BE49-F238E27FC236}">
                <a16:creationId xmlns:a16="http://schemas.microsoft.com/office/drawing/2014/main" id="{4CE41FDD-EA9A-4633-F848-2297F42C27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2054" y="5444821"/>
            <a:ext cx="754311" cy="568402"/>
          </a:xfrm>
          <a:prstGeom prst="rect">
            <a:avLst/>
          </a:prstGeom>
          <a:ln>
            <a:solidFill>
              <a:schemeClr val="tx1"/>
            </a:solidFill>
          </a:ln>
        </p:spPr>
      </p:pic>
      <p:pic>
        <p:nvPicPr>
          <p:cNvPr id="10" name="図 9">
            <a:extLst>
              <a:ext uri="{FF2B5EF4-FFF2-40B4-BE49-F238E27FC236}">
                <a16:creationId xmlns:a16="http://schemas.microsoft.com/office/drawing/2014/main" id="{E2C04A2D-79A1-23DA-95D5-AE00828EF6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9570" y="5354057"/>
            <a:ext cx="975035" cy="547829"/>
          </a:xfrm>
          <a:prstGeom prst="rect">
            <a:avLst/>
          </a:prstGeom>
        </p:spPr>
      </p:pic>
      <p:pic>
        <p:nvPicPr>
          <p:cNvPr id="11" name="図 10">
            <a:extLst>
              <a:ext uri="{FF2B5EF4-FFF2-40B4-BE49-F238E27FC236}">
                <a16:creationId xmlns:a16="http://schemas.microsoft.com/office/drawing/2014/main" id="{8940427F-4F3F-9101-EA08-CD96DF52EEE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7858" y="5438312"/>
            <a:ext cx="140465" cy="588382"/>
          </a:xfrm>
          <a:prstGeom prst="rect">
            <a:avLst/>
          </a:prstGeom>
        </p:spPr>
      </p:pic>
      <p:pic>
        <p:nvPicPr>
          <p:cNvPr id="12" name="図 11">
            <a:extLst>
              <a:ext uri="{FF2B5EF4-FFF2-40B4-BE49-F238E27FC236}">
                <a16:creationId xmlns:a16="http://schemas.microsoft.com/office/drawing/2014/main" id="{14A7E1B2-008F-B8F8-9993-CFB741DA349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8531" y="5434831"/>
            <a:ext cx="140465" cy="588382"/>
          </a:xfrm>
          <a:prstGeom prst="rect">
            <a:avLst/>
          </a:prstGeom>
        </p:spPr>
      </p:pic>
      <p:pic>
        <p:nvPicPr>
          <p:cNvPr id="13" name="図 12">
            <a:extLst>
              <a:ext uri="{FF2B5EF4-FFF2-40B4-BE49-F238E27FC236}">
                <a16:creationId xmlns:a16="http://schemas.microsoft.com/office/drawing/2014/main" id="{174CC20B-8100-6F19-1E3F-C7D2658EBBB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03241" y="5441656"/>
            <a:ext cx="809782" cy="581557"/>
          </a:xfrm>
          <a:prstGeom prst="rect">
            <a:avLst/>
          </a:prstGeom>
          <a:ln>
            <a:solidFill>
              <a:schemeClr val="tx1"/>
            </a:solidFill>
          </a:ln>
        </p:spPr>
      </p:pic>
      <p:cxnSp>
        <p:nvCxnSpPr>
          <p:cNvPr id="14" name="直線矢印コネクタ 13">
            <a:extLst>
              <a:ext uri="{FF2B5EF4-FFF2-40B4-BE49-F238E27FC236}">
                <a16:creationId xmlns:a16="http://schemas.microsoft.com/office/drawing/2014/main" id="{0C8E6740-D20E-203A-2781-AD50C17E806D}"/>
              </a:ext>
            </a:extLst>
          </p:cNvPr>
          <p:cNvCxnSpPr>
            <a:cxnSpLocks/>
          </p:cNvCxnSpPr>
          <p:nvPr/>
        </p:nvCxnSpPr>
        <p:spPr>
          <a:xfrm>
            <a:off x="232321" y="6489116"/>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タイトル 2">
            <a:extLst>
              <a:ext uri="{FF2B5EF4-FFF2-40B4-BE49-F238E27FC236}">
                <a16:creationId xmlns:a16="http://schemas.microsoft.com/office/drawing/2014/main" id="{A6A6EB23-9027-0B56-CE64-F81B662E30DB}"/>
              </a:ext>
            </a:extLst>
          </p:cNvPr>
          <p:cNvSpPr txBox="1">
            <a:spLocks/>
          </p:cNvSpPr>
          <p:nvPr/>
        </p:nvSpPr>
        <p:spPr>
          <a:xfrm>
            <a:off x="840393" y="6489116"/>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16" name="直線矢印コネクタ 15">
            <a:extLst>
              <a:ext uri="{FF2B5EF4-FFF2-40B4-BE49-F238E27FC236}">
                <a16:creationId xmlns:a16="http://schemas.microsoft.com/office/drawing/2014/main" id="{22CDA6EE-CCED-2238-8A08-E14B4ACE2FBD}"/>
              </a:ext>
            </a:extLst>
          </p:cNvPr>
          <p:cNvCxnSpPr>
            <a:cxnSpLocks/>
          </p:cNvCxnSpPr>
          <p:nvPr/>
        </p:nvCxnSpPr>
        <p:spPr>
          <a:xfrm>
            <a:off x="1267222" y="5731226"/>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図 16">
            <a:extLst>
              <a:ext uri="{FF2B5EF4-FFF2-40B4-BE49-F238E27FC236}">
                <a16:creationId xmlns:a16="http://schemas.microsoft.com/office/drawing/2014/main" id="{867F255C-E25C-91C4-65E3-87E6DA5D72F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pic>
        <p:nvPicPr>
          <p:cNvPr id="18" name="図 17">
            <a:extLst>
              <a:ext uri="{FF2B5EF4-FFF2-40B4-BE49-F238E27FC236}">
                <a16:creationId xmlns:a16="http://schemas.microsoft.com/office/drawing/2014/main" id="{9025E0BB-4C94-CA77-7159-1127CAB712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1777611" y="5438243"/>
            <a:ext cx="140465" cy="588382"/>
          </a:xfrm>
          <a:prstGeom prst="rect">
            <a:avLst/>
          </a:prstGeom>
        </p:spPr>
      </p:pic>
      <p:pic>
        <p:nvPicPr>
          <p:cNvPr id="19" name="図 18">
            <a:extLst>
              <a:ext uri="{FF2B5EF4-FFF2-40B4-BE49-F238E27FC236}">
                <a16:creationId xmlns:a16="http://schemas.microsoft.com/office/drawing/2014/main" id="{73B76F76-0556-C248-69DD-75F260B0725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02268" y="5364930"/>
            <a:ext cx="1059626" cy="528578"/>
          </a:xfrm>
          <a:prstGeom prst="rect">
            <a:avLst/>
          </a:prstGeom>
        </p:spPr>
      </p:pic>
      <p:pic>
        <p:nvPicPr>
          <p:cNvPr id="20" name="図 19">
            <a:extLst>
              <a:ext uri="{FF2B5EF4-FFF2-40B4-BE49-F238E27FC236}">
                <a16:creationId xmlns:a16="http://schemas.microsoft.com/office/drawing/2014/main" id="{DC1B232D-8C4D-DD77-57A0-C1BC16F0856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67147" y="5382096"/>
            <a:ext cx="967909" cy="517831"/>
          </a:xfrm>
          <a:prstGeom prst="rect">
            <a:avLst/>
          </a:prstGeom>
        </p:spPr>
      </p:pic>
      <p:pic>
        <p:nvPicPr>
          <p:cNvPr id="21" name="図 20">
            <a:extLst>
              <a:ext uri="{FF2B5EF4-FFF2-40B4-BE49-F238E27FC236}">
                <a16:creationId xmlns:a16="http://schemas.microsoft.com/office/drawing/2014/main" id="{8291AA55-80D6-9B8E-4251-9CB2945F24C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90967" y="5428755"/>
            <a:ext cx="895859" cy="568800"/>
          </a:xfrm>
          <a:prstGeom prst="rect">
            <a:avLst/>
          </a:prstGeom>
          <a:ln>
            <a:solidFill>
              <a:schemeClr val="tx1"/>
            </a:solidFill>
          </a:ln>
        </p:spPr>
      </p:pic>
      <p:pic>
        <p:nvPicPr>
          <p:cNvPr id="22" name="図 21">
            <a:extLst>
              <a:ext uri="{FF2B5EF4-FFF2-40B4-BE49-F238E27FC236}">
                <a16:creationId xmlns:a16="http://schemas.microsoft.com/office/drawing/2014/main" id="{65EC111F-A27E-3277-2877-B55970E2F0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245775" y="5446035"/>
            <a:ext cx="814709" cy="568800"/>
          </a:xfrm>
          <a:prstGeom prst="rect">
            <a:avLst/>
          </a:prstGeom>
          <a:ln>
            <a:solidFill>
              <a:schemeClr val="tx1"/>
            </a:solidFill>
          </a:ln>
        </p:spPr>
      </p:pic>
      <p:pic>
        <p:nvPicPr>
          <p:cNvPr id="23" name="図 22">
            <a:extLst>
              <a:ext uri="{FF2B5EF4-FFF2-40B4-BE49-F238E27FC236}">
                <a16:creationId xmlns:a16="http://schemas.microsoft.com/office/drawing/2014/main" id="{34494BB4-638D-6443-C07B-670F8B86187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91662" y="5419932"/>
            <a:ext cx="140465" cy="588382"/>
          </a:xfrm>
          <a:prstGeom prst="rect">
            <a:avLst/>
          </a:prstGeom>
        </p:spPr>
      </p:pic>
      <p:pic>
        <p:nvPicPr>
          <p:cNvPr id="24" name="図 23">
            <a:extLst>
              <a:ext uri="{FF2B5EF4-FFF2-40B4-BE49-F238E27FC236}">
                <a16:creationId xmlns:a16="http://schemas.microsoft.com/office/drawing/2014/main" id="{8194B696-ABF1-4B67-9911-2BF7882CBB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5444230" y="5413582"/>
            <a:ext cx="140465" cy="588382"/>
          </a:xfrm>
          <a:prstGeom prst="rect">
            <a:avLst/>
          </a:prstGeom>
        </p:spPr>
      </p:pic>
      <p:pic>
        <p:nvPicPr>
          <p:cNvPr id="25" name="図 24">
            <a:extLst>
              <a:ext uri="{FF2B5EF4-FFF2-40B4-BE49-F238E27FC236}">
                <a16:creationId xmlns:a16="http://schemas.microsoft.com/office/drawing/2014/main" id="{639A2A15-C610-FF0F-6687-6B70573153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067287" y="5433362"/>
            <a:ext cx="140465" cy="588382"/>
          </a:xfrm>
          <a:prstGeom prst="rect">
            <a:avLst/>
          </a:prstGeom>
        </p:spPr>
      </p:pic>
      <p:pic>
        <p:nvPicPr>
          <p:cNvPr id="26" name="図 25">
            <a:extLst>
              <a:ext uri="{FF2B5EF4-FFF2-40B4-BE49-F238E27FC236}">
                <a16:creationId xmlns:a16="http://schemas.microsoft.com/office/drawing/2014/main" id="{82DD6004-10B5-DFA8-AEC6-B90DB41D47F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7098507" y="5433335"/>
            <a:ext cx="140465" cy="588382"/>
          </a:xfrm>
          <a:prstGeom prst="rect">
            <a:avLst/>
          </a:prstGeom>
        </p:spPr>
      </p:pic>
      <p:cxnSp>
        <p:nvCxnSpPr>
          <p:cNvPr id="27" name="直線矢印コネクタ 26">
            <a:extLst>
              <a:ext uri="{FF2B5EF4-FFF2-40B4-BE49-F238E27FC236}">
                <a16:creationId xmlns:a16="http://schemas.microsoft.com/office/drawing/2014/main" id="{A609A901-6AEE-0157-C4B1-D2115D99B5EA}"/>
              </a:ext>
            </a:extLst>
          </p:cNvPr>
          <p:cNvCxnSpPr>
            <a:cxnSpLocks/>
          </p:cNvCxnSpPr>
          <p:nvPr/>
        </p:nvCxnSpPr>
        <p:spPr>
          <a:xfrm>
            <a:off x="6670227" y="5739074"/>
            <a:ext cx="400032"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40A1F097-24DD-4F48-89BC-40942CC639E4}"/>
              </a:ext>
            </a:extLst>
          </p:cNvPr>
          <p:cNvCxnSpPr/>
          <p:nvPr/>
        </p:nvCxnSpPr>
        <p:spPr>
          <a:xfrm>
            <a:off x="558427"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タイトル 2">
            <a:extLst>
              <a:ext uri="{FF2B5EF4-FFF2-40B4-BE49-F238E27FC236}">
                <a16:creationId xmlns:a16="http://schemas.microsoft.com/office/drawing/2014/main" id="{7592F1E9-E125-B8FF-ABE1-CA320A0DA15D}"/>
              </a:ext>
            </a:extLst>
          </p:cNvPr>
          <p:cNvSpPr txBox="1">
            <a:spLocks/>
          </p:cNvSpPr>
          <p:nvPr/>
        </p:nvSpPr>
        <p:spPr>
          <a:xfrm>
            <a:off x="12892" y="6025363"/>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0" name="直線コネクタ 29">
            <a:extLst>
              <a:ext uri="{FF2B5EF4-FFF2-40B4-BE49-F238E27FC236}">
                <a16:creationId xmlns:a16="http://schemas.microsoft.com/office/drawing/2014/main" id="{4565DA45-16FC-D2C1-177B-93995294AEE8}"/>
              </a:ext>
            </a:extLst>
          </p:cNvPr>
          <p:cNvCxnSpPr/>
          <p:nvPr/>
        </p:nvCxnSpPr>
        <p:spPr>
          <a:xfrm>
            <a:off x="2308132" y="6354618"/>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タイトル 2">
            <a:extLst>
              <a:ext uri="{FF2B5EF4-FFF2-40B4-BE49-F238E27FC236}">
                <a16:creationId xmlns:a16="http://schemas.microsoft.com/office/drawing/2014/main" id="{107E4385-40AB-4E95-6385-6FCB59EF8627}"/>
              </a:ext>
            </a:extLst>
          </p:cNvPr>
          <p:cNvSpPr txBox="1">
            <a:spLocks/>
          </p:cNvSpPr>
          <p:nvPr/>
        </p:nvSpPr>
        <p:spPr>
          <a:xfrm>
            <a:off x="1720140" y="6000978"/>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夜間（タスク</a:t>
            </a:r>
            <a:r>
              <a:rPr lang="en-US" altLang="ja-JP" sz="1200"/>
              <a:t>3</a:t>
            </a:r>
            <a:r>
              <a:rPr lang="ja-JP" altLang="en-US" sz="1200"/>
              <a:t>）</a:t>
            </a:r>
          </a:p>
        </p:txBody>
      </p:sp>
      <p:cxnSp>
        <p:nvCxnSpPr>
          <p:cNvPr id="32" name="直線矢印コネクタ 31">
            <a:extLst>
              <a:ext uri="{FF2B5EF4-FFF2-40B4-BE49-F238E27FC236}">
                <a16:creationId xmlns:a16="http://schemas.microsoft.com/office/drawing/2014/main" id="{4BF5C6C6-CAC4-07C6-752B-DFBD8CA0A1A3}"/>
              </a:ext>
            </a:extLst>
          </p:cNvPr>
          <p:cNvCxnSpPr>
            <a:cxnSpLocks/>
          </p:cNvCxnSpPr>
          <p:nvPr/>
        </p:nvCxnSpPr>
        <p:spPr>
          <a:xfrm>
            <a:off x="5668689" y="6489210"/>
            <a:ext cx="24153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タイトル 2">
            <a:extLst>
              <a:ext uri="{FF2B5EF4-FFF2-40B4-BE49-F238E27FC236}">
                <a16:creationId xmlns:a16="http://schemas.microsoft.com/office/drawing/2014/main" id="{0E1BAC98-A9C5-D6C0-277B-3DEC6C28F233}"/>
              </a:ext>
            </a:extLst>
          </p:cNvPr>
          <p:cNvSpPr txBox="1">
            <a:spLocks/>
          </p:cNvSpPr>
          <p:nvPr/>
        </p:nvSpPr>
        <p:spPr>
          <a:xfrm>
            <a:off x="6276761" y="6489210"/>
            <a:ext cx="11217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r>
              <a:rPr lang="ja-JP" altLang="en-US" sz="1800"/>
              <a:t>継続学習</a:t>
            </a:r>
          </a:p>
        </p:txBody>
      </p:sp>
      <p:cxnSp>
        <p:nvCxnSpPr>
          <p:cNvPr id="34" name="直線コネクタ 33">
            <a:extLst>
              <a:ext uri="{FF2B5EF4-FFF2-40B4-BE49-F238E27FC236}">
                <a16:creationId xmlns:a16="http://schemas.microsoft.com/office/drawing/2014/main" id="{9C8334E5-6F50-BEF6-93F3-43079AA4F438}"/>
              </a:ext>
            </a:extLst>
          </p:cNvPr>
          <p:cNvCxnSpPr/>
          <p:nvPr/>
        </p:nvCxnSpPr>
        <p:spPr>
          <a:xfrm>
            <a:off x="5994795"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タイトル 2">
            <a:extLst>
              <a:ext uri="{FF2B5EF4-FFF2-40B4-BE49-F238E27FC236}">
                <a16:creationId xmlns:a16="http://schemas.microsoft.com/office/drawing/2014/main" id="{AF745AB3-8388-3FC1-3C5A-8BBD78E15D99}"/>
              </a:ext>
            </a:extLst>
          </p:cNvPr>
          <p:cNvSpPr txBox="1">
            <a:spLocks/>
          </p:cNvSpPr>
          <p:nvPr/>
        </p:nvSpPr>
        <p:spPr>
          <a:xfrm>
            <a:off x="5449260" y="6025457"/>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朝方（タスク１）</a:t>
            </a:r>
          </a:p>
        </p:txBody>
      </p:sp>
      <p:cxnSp>
        <p:nvCxnSpPr>
          <p:cNvPr id="36" name="直線コネクタ 35">
            <a:extLst>
              <a:ext uri="{FF2B5EF4-FFF2-40B4-BE49-F238E27FC236}">
                <a16:creationId xmlns:a16="http://schemas.microsoft.com/office/drawing/2014/main" id="{336A0FD5-B8C3-5D43-29D4-761D636E0AA4}"/>
              </a:ext>
            </a:extLst>
          </p:cNvPr>
          <p:cNvCxnSpPr/>
          <p:nvPr/>
        </p:nvCxnSpPr>
        <p:spPr>
          <a:xfrm>
            <a:off x="7744500" y="6354712"/>
            <a:ext cx="0" cy="134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タイトル 2">
            <a:extLst>
              <a:ext uri="{FF2B5EF4-FFF2-40B4-BE49-F238E27FC236}">
                <a16:creationId xmlns:a16="http://schemas.microsoft.com/office/drawing/2014/main" id="{F3CC1EF6-20A0-58F7-6B84-E0A993F3E1E1}"/>
              </a:ext>
            </a:extLst>
          </p:cNvPr>
          <p:cNvSpPr txBox="1">
            <a:spLocks/>
          </p:cNvSpPr>
          <p:nvPr/>
        </p:nvSpPr>
        <p:spPr>
          <a:xfrm>
            <a:off x="7156508" y="6001072"/>
            <a:ext cx="1162657"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ja-JP" altLang="en-US" sz="1200"/>
              <a:t>夕方（タスク</a:t>
            </a:r>
            <a:r>
              <a:rPr lang="en-US" altLang="ja-JP" sz="1200"/>
              <a:t>2</a:t>
            </a:r>
            <a:r>
              <a:rPr lang="ja-JP" altLang="en-US" sz="1200"/>
              <a:t>）</a:t>
            </a:r>
          </a:p>
        </p:txBody>
      </p:sp>
      <p:sp>
        <p:nvSpPr>
          <p:cNvPr id="38" name="四角形: 角を丸くする 37">
            <a:extLst>
              <a:ext uri="{FF2B5EF4-FFF2-40B4-BE49-F238E27FC236}">
                <a16:creationId xmlns:a16="http://schemas.microsoft.com/office/drawing/2014/main" id="{F0036B7D-2B49-76E6-2B17-3E2B0A0ED571}"/>
              </a:ext>
            </a:extLst>
          </p:cNvPr>
          <p:cNvSpPr/>
          <p:nvPr/>
        </p:nvSpPr>
        <p:spPr>
          <a:xfrm>
            <a:off x="1829569" y="877367"/>
            <a:ext cx="6396433" cy="1980368"/>
          </a:xfrm>
          <a:prstGeom prst="roundRect">
            <a:avLst>
              <a:gd name="adj" fmla="val 2356"/>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5D3FF39F-A872-E4DA-14A8-6B8525B00C1D}"/>
              </a:ext>
            </a:extLst>
          </p:cNvPr>
          <p:cNvSpPr/>
          <p:nvPr/>
        </p:nvSpPr>
        <p:spPr>
          <a:xfrm>
            <a:off x="77155" y="3906599"/>
            <a:ext cx="2769690" cy="1328971"/>
          </a:xfrm>
          <a:prstGeom prst="round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台形 39">
            <a:extLst>
              <a:ext uri="{FF2B5EF4-FFF2-40B4-BE49-F238E27FC236}">
                <a16:creationId xmlns:a16="http://schemas.microsoft.com/office/drawing/2014/main" id="{EB5BE8F5-EEAD-906D-E8DB-4548D4A21B0A}"/>
              </a:ext>
            </a:extLst>
          </p:cNvPr>
          <p:cNvSpPr/>
          <p:nvPr/>
        </p:nvSpPr>
        <p:spPr>
          <a:xfrm rot="10800000">
            <a:off x="1284432" y="4104912"/>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1" name="図 40">
            <a:extLst>
              <a:ext uri="{FF2B5EF4-FFF2-40B4-BE49-F238E27FC236}">
                <a16:creationId xmlns:a16="http://schemas.microsoft.com/office/drawing/2014/main" id="{EA747B88-520B-8418-04C9-A035793EACD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77631" y="4025845"/>
            <a:ext cx="561592" cy="564162"/>
          </a:xfrm>
          <a:prstGeom prst="rect">
            <a:avLst/>
          </a:prstGeom>
        </p:spPr>
      </p:pic>
      <p:sp>
        <p:nvSpPr>
          <p:cNvPr id="42" name="タイトル 2">
            <a:extLst>
              <a:ext uri="{FF2B5EF4-FFF2-40B4-BE49-F238E27FC236}">
                <a16:creationId xmlns:a16="http://schemas.microsoft.com/office/drawing/2014/main" id="{4282297C-2F4D-5155-43D9-605BFF626033}"/>
              </a:ext>
            </a:extLst>
          </p:cNvPr>
          <p:cNvSpPr txBox="1">
            <a:spLocks/>
          </p:cNvSpPr>
          <p:nvPr/>
        </p:nvSpPr>
        <p:spPr>
          <a:xfrm>
            <a:off x="7913" y="4658973"/>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43" name="台形 42">
            <a:extLst>
              <a:ext uri="{FF2B5EF4-FFF2-40B4-BE49-F238E27FC236}">
                <a16:creationId xmlns:a16="http://schemas.microsoft.com/office/drawing/2014/main" id="{B0485855-FC18-9DD0-72EB-200F6B7D4DA4}"/>
              </a:ext>
            </a:extLst>
          </p:cNvPr>
          <p:cNvSpPr/>
          <p:nvPr/>
        </p:nvSpPr>
        <p:spPr>
          <a:xfrm>
            <a:off x="1284432" y="4379751"/>
            <a:ext cx="438043" cy="144331"/>
          </a:xfrm>
          <a:prstGeom prst="trapezoid">
            <a:avLst>
              <a:gd name="adj" fmla="val 80730"/>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44" name="タイトル 2">
                <a:extLst>
                  <a:ext uri="{FF2B5EF4-FFF2-40B4-BE49-F238E27FC236}">
                    <a16:creationId xmlns:a16="http://schemas.microsoft.com/office/drawing/2014/main" id="{CE7BC692-166B-C0E2-2505-5041695B834A}"/>
                  </a:ext>
                </a:extLst>
              </p:cNvPr>
              <p:cNvSpPr txBox="1">
                <a:spLocks/>
              </p:cNvSpPr>
              <p:nvPr/>
            </p:nvSpPr>
            <p:spPr>
              <a:xfrm>
                <a:off x="985032" y="4604396"/>
                <a:ext cx="975035"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1</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44" name="タイトル 2">
                <a:extLst>
                  <a:ext uri="{FF2B5EF4-FFF2-40B4-BE49-F238E27FC236}">
                    <a16:creationId xmlns:a16="http://schemas.microsoft.com/office/drawing/2014/main" id="{12896521-61E1-1713-8263-35E3466630EA}"/>
                  </a:ext>
                </a:extLst>
              </p:cNvPr>
              <p:cNvSpPr txBox="1">
                <a:spLocks noRot="1" noChangeAspect="1" noMove="1" noResize="1" noEditPoints="1" noAdjustHandles="1" noChangeArrowheads="1" noChangeShapeType="1" noTextEdit="1"/>
              </p:cNvSpPr>
              <p:nvPr/>
            </p:nvSpPr>
            <p:spPr>
              <a:xfrm>
                <a:off x="985032" y="4604396"/>
                <a:ext cx="975035" cy="654671"/>
              </a:xfrm>
              <a:prstGeom prst="rect">
                <a:avLst/>
              </a:prstGeom>
              <a:blipFill>
                <a:blip r:embed="rId13"/>
                <a:stretch>
                  <a:fillRect l="-625"/>
                </a:stretch>
              </a:blipFill>
            </p:spPr>
            <p:txBody>
              <a:bodyPr/>
              <a:lstStyle/>
              <a:p>
                <a:r>
                  <a:rPr lang="en-US">
                    <a:noFill/>
                  </a:rPr>
                  <a:t> </a:t>
                </a:r>
              </a:p>
            </p:txBody>
          </p:sp>
        </mc:Fallback>
      </mc:AlternateContent>
      <p:pic>
        <p:nvPicPr>
          <p:cNvPr id="45" name="グラフィックス 44" descr="車 単色塗りつぶし">
            <a:extLst>
              <a:ext uri="{FF2B5EF4-FFF2-40B4-BE49-F238E27FC236}">
                <a16:creationId xmlns:a16="http://schemas.microsoft.com/office/drawing/2014/main" id="{D3624103-3EDA-AA31-8AEF-D1DF9833C65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952979" y="4116186"/>
            <a:ext cx="914400" cy="914400"/>
          </a:xfrm>
          <a:prstGeom prst="rect">
            <a:avLst/>
          </a:prstGeom>
        </p:spPr>
      </p:pic>
      <p:cxnSp>
        <p:nvCxnSpPr>
          <p:cNvPr id="46" name="直線コネクタ 45">
            <a:extLst>
              <a:ext uri="{FF2B5EF4-FFF2-40B4-BE49-F238E27FC236}">
                <a16:creationId xmlns:a16="http://schemas.microsoft.com/office/drawing/2014/main" id="{F401F20A-219F-F053-84C6-C19297D609EA}"/>
              </a:ext>
            </a:extLst>
          </p:cNvPr>
          <p:cNvCxnSpPr>
            <a:cxnSpLocks/>
          </p:cNvCxnSpPr>
          <p:nvPr/>
        </p:nvCxnSpPr>
        <p:spPr>
          <a:xfrm>
            <a:off x="1904468" y="4030409"/>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7" name="四角形: 角を丸くする 46">
            <a:extLst>
              <a:ext uri="{FF2B5EF4-FFF2-40B4-BE49-F238E27FC236}">
                <a16:creationId xmlns:a16="http://schemas.microsoft.com/office/drawing/2014/main" id="{64AA2DAA-DD20-E87C-3C4D-F4B6495768C7}"/>
              </a:ext>
            </a:extLst>
          </p:cNvPr>
          <p:cNvSpPr/>
          <p:nvPr/>
        </p:nvSpPr>
        <p:spPr>
          <a:xfrm>
            <a:off x="5435779" y="3894723"/>
            <a:ext cx="2769690" cy="1328971"/>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台形 47">
            <a:extLst>
              <a:ext uri="{FF2B5EF4-FFF2-40B4-BE49-F238E27FC236}">
                <a16:creationId xmlns:a16="http://schemas.microsoft.com/office/drawing/2014/main" id="{5A6F0243-44B8-C6F8-255C-A04CD129F0F6}"/>
              </a:ext>
            </a:extLst>
          </p:cNvPr>
          <p:cNvSpPr/>
          <p:nvPr/>
        </p:nvSpPr>
        <p:spPr>
          <a:xfrm rot="10800000">
            <a:off x="6643056" y="4093036"/>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p:pic>
        <p:nvPicPr>
          <p:cNvPr id="49" name="図 48">
            <a:extLst>
              <a:ext uri="{FF2B5EF4-FFF2-40B4-BE49-F238E27FC236}">
                <a16:creationId xmlns:a16="http://schemas.microsoft.com/office/drawing/2014/main" id="{223BB1F3-9E39-0D0E-CD39-3A9B5716B832}"/>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636255" y="4013969"/>
            <a:ext cx="561592" cy="564162"/>
          </a:xfrm>
          <a:prstGeom prst="rect">
            <a:avLst/>
          </a:prstGeom>
        </p:spPr>
      </p:pic>
      <p:sp>
        <p:nvSpPr>
          <p:cNvPr id="50" name="タイトル 2">
            <a:extLst>
              <a:ext uri="{FF2B5EF4-FFF2-40B4-BE49-F238E27FC236}">
                <a16:creationId xmlns:a16="http://schemas.microsoft.com/office/drawing/2014/main" id="{9B86773E-72B2-051B-F27F-7E2B9F6D4B03}"/>
              </a:ext>
            </a:extLst>
          </p:cNvPr>
          <p:cNvSpPr txBox="1">
            <a:spLocks/>
          </p:cNvSpPr>
          <p:nvPr/>
        </p:nvSpPr>
        <p:spPr>
          <a:xfrm>
            <a:off x="5366537" y="4647097"/>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a:t>Qwen-VL-3B</a:t>
            </a:r>
            <a:endParaRPr lang="ja-JP" altLang="en-US" sz="1200"/>
          </a:p>
        </p:txBody>
      </p:sp>
      <p:sp>
        <p:nvSpPr>
          <p:cNvPr id="51" name="台形 50">
            <a:extLst>
              <a:ext uri="{FF2B5EF4-FFF2-40B4-BE49-F238E27FC236}">
                <a16:creationId xmlns:a16="http://schemas.microsoft.com/office/drawing/2014/main" id="{092BD758-3FB8-1CDC-56A1-5F47F1229E1B}"/>
              </a:ext>
            </a:extLst>
          </p:cNvPr>
          <p:cNvSpPr/>
          <p:nvPr/>
        </p:nvSpPr>
        <p:spPr>
          <a:xfrm>
            <a:off x="6643056" y="4367875"/>
            <a:ext cx="438043" cy="144331"/>
          </a:xfrm>
          <a:prstGeom prst="trapezoid">
            <a:avLst>
              <a:gd name="adj" fmla="val 8073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ja-JP" altLang="en-US">
              <a:solidFill>
                <a:schemeClr val="tx1"/>
              </a:solidFill>
            </a:endParaRPr>
          </a:p>
        </p:txBody>
      </p:sp>
      <mc:AlternateContent xmlns:mc="http://schemas.openxmlformats.org/markup-compatibility/2006" xmlns:a14="http://schemas.microsoft.com/office/drawing/2010/main">
        <mc:Choice Requires="a14">
          <p:sp>
            <p:nvSpPr>
              <p:cNvPr id="52" name="タイトル 2">
                <a:extLst>
                  <a:ext uri="{FF2B5EF4-FFF2-40B4-BE49-F238E27FC236}">
                    <a16:creationId xmlns:a16="http://schemas.microsoft.com/office/drawing/2014/main" id="{7428BFB4-CA49-4217-37DD-478A37F27FAC}"/>
                  </a:ext>
                </a:extLst>
              </p:cNvPr>
              <p:cNvSpPr txBox="1">
                <a:spLocks/>
              </p:cNvSpPr>
              <p:nvPr/>
            </p:nvSpPr>
            <p:spPr>
              <a:xfrm>
                <a:off x="6328802" y="4592520"/>
                <a:ext cx="989890" cy="65467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300"/>
                  <a:t>LoRA(</a:t>
                </a:r>
                <a14:m>
                  <m:oMath xmlns:m="http://schemas.openxmlformats.org/officeDocument/2006/math">
                    <m:r>
                      <m:rPr>
                        <m:sty m:val="p"/>
                      </m:rPr>
                      <a:rPr lang="en-US" altLang="ja-JP" sz="1400">
                        <a:latin typeface="Cambria Math" panose="02040503050406030204" pitchFamily="18" charset="0"/>
                      </a:rPr>
                      <m:t>Δ</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𝑊</m:t>
                        </m:r>
                      </m:e>
                      <m:sub>
                        <m:r>
                          <a:rPr lang="en-US" altLang="ja-JP" sz="1400" b="0" i="1" smtClean="0">
                            <a:latin typeface="Cambria Math" panose="02040503050406030204" pitchFamily="18" charset="0"/>
                          </a:rPr>
                          <m:t>2</m:t>
                        </m:r>
                      </m:sub>
                    </m:sSub>
                  </m:oMath>
                </a14:m>
                <a:r>
                  <a:rPr lang="en-US" altLang="ja-JP" sz="1300"/>
                  <a:t>)</a:t>
                </a:r>
              </a:p>
              <a:p>
                <a:pPr algn="ctr"/>
                <a:r>
                  <a:rPr lang="en-US" altLang="ja-JP" sz="900"/>
                  <a:t>r=8,</a:t>
                </a:r>
              </a:p>
              <a:p>
                <a:pPr algn="ctr"/>
                <a:r>
                  <a:rPr lang="en-US" altLang="ja-JP" sz="900" err="1"/>
                  <a:t>target_modules</a:t>
                </a:r>
                <a:r>
                  <a:rPr lang="en-US" altLang="ja-JP" sz="900"/>
                  <a:t>=[</a:t>
                </a:r>
                <a:r>
                  <a:rPr lang="pl-PL" altLang="ja-JP" sz="900"/>
                  <a:t>q_proj,</a:t>
                </a:r>
                <a:r>
                  <a:rPr lang="en-US" altLang="ja-JP" sz="900"/>
                  <a:t> </a:t>
                </a:r>
                <a:r>
                  <a:rPr lang="pl-PL" altLang="ja-JP" sz="900"/>
                  <a:t>v_proj</a:t>
                </a:r>
                <a:r>
                  <a:rPr lang="en-US" altLang="ja-JP" sz="900"/>
                  <a:t>]</a:t>
                </a:r>
                <a:r>
                  <a:rPr lang="pl-PL" altLang="ja-JP" sz="900"/>
                  <a:t> </a:t>
                </a:r>
                <a:endParaRPr lang="en-US" altLang="ja-JP" sz="900"/>
              </a:p>
            </p:txBody>
          </p:sp>
        </mc:Choice>
        <mc:Fallback xmlns="">
          <p:sp>
            <p:nvSpPr>
              <p:cNvPr id="52" name="タイトル 2">
                <a:extLst>
                  <a:ext uri="{FF2B5EF4-FFF2-40B4-BE49-F238E27FC236}">
                    <a16:creationId xmlns:a16="http://schemas.microsoft.com/office/drawing/2014/main" id="{8475B556-54D0-8C3C-1547-A3C45028C176}"/>
                  </a:ext>
                </a:extLst>
              </p:cNvPr>
              <p:cNvSpPr txBox="1">
                <a:spLocks noRot="1" noChangeAspect="1" noMove="1" noResize="1" noEditPoints="1" noAdjustHandles="1" noChangeArrowheads="1" noChangeShapeType="1" noTextEdit="1"/>
              </p:cNvSpPr>
              <p:nvPr/>
            </p:nvSpPr>
            <p:spPr>
              <a:xfrm>
                <a:off x="6328802" y="4592520"/>
                <a:ext cx="989890" cy="654671"/>
              </a:xfrm>
              <a:prstGeom prst="rect">
                <a:avLst/>
              </a:prstGeom>
              <a:blipFill>
                <a:blip r:embed="rId16"/>
                <a:stretch>
                  <a:fillRect/>
                </a:stretch>
              </a:blipFill>
            </p:spPr>
            <p:txBody>
              <a:bodyPr/>
              <a:lstStyle/>
              <a:p>
                <a:r>
                  <a:rPr lang="en-US">
                    <a:noFill/>
                  </a:rPr>
                  <a:t> </a:t>
                </a:r>
              </a:p>
            </p:txBody>
          </p:sp>
        </mc:Fallback>
      </mc:AlternateContent>
      <p:pic>
        <p:nvPicPr>
          <p:cNvPr id="53" name="グラフィックス 52" descr="車 単色塗りつぶし">
            <a:extLst>
              <a:ext uri="{FF2B5EF4-FFF2-40B4-BE49-F238E27FC236}">
                <a16:creationId xmlns:a16="http://schemas.microsoft.com/office/drawing/2014/main" id="{9C7A4729-B4FD-4EC4-660A-C1490808C8C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11603" y="4104310"/>
            <a:ext cx="914400" cy="914400"/>
          </a:xfrm>
          <a:prstGeom prst="rect">
            <a:avLst/>
          </a:prstGeom>
        </p:spPr>
      </p:pic>
      <p:cxnSp>
        <p:nvCxnSpPr>
          <p:cNvPr id="54" name="直線コネクタ 53">
            <a:extLst>
              <a:ext uri="{FF2B5EF4-FFF2-40B4-BE49-F238E27FC236}">
                <a16:creationId xmlns:a16="http://schemas.microsoft.com/office/drawing/2014/main" id="{DBA5185B-9BFB-B8C2-66FA-1E0275508685}"/>
              </a:ext>
            </a:extLst>
          </p:cNvPr>
          <p:cNvCxnSpPr>
            <a:cxnSpLocks/>
          </p:cNvCxnSpPr>
          <p:nvPr/>
        </p:nvCxnSpPr>
        <p:spPr>
          <a:xfrm>
            <a:off x="7263092" y="4018533"/>
            <a:ext cx="4753" cy="1120703"/>
          </a:xfrm>
          <a:prstGeom prst="line">
            <a:avLst/>
          </a:prstGeom>
          <a:ln w="19050">
            <a:solidFill>
              <a:schemeClr val="accent3">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A3214C6E-09C5-13B8-1CC1-43FDA93627A0}"/>
              </a:ext>
            </a:extLst>
          </p:cNvPr>
          <p:cNvCxnSpPr>
            <a:cxnSpLocks/>
          </p:cNvCxnSpPr>
          <p:nvPr/>
        </p:nvCxnSpPr>
        <p:spPr>
          <a:xfrm>
            <a:off x="5994795" y="3004413"/>
            <a:ext cx="711523" cy="77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86A8826B-8A0A-F9EC-4DD9-B3AD97FD7B6E}"/>
                  </a:ext>
                </a:extLst>
              </p:cNvPr>
              <p:cNvSpPr txBox="1"/>
              <p:nvPr/>
            </p:nvSpPr>
            <p:spPr>
              <a:xfrm>
                <a:off x="2170063" y="3390528"/>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b="0" i="0" smtClean="0">
                          <a:solidFill>
                            <a:schemeClr val="tx1"/>
                          </a:solidFill>
                          <a:latin typeface="Cambria Math" panose="02040503050406030204" pitchFamily="18" charset="0"/>
                        </a:rPr>
                        <m:t>logit</m:t>
                      </m:r>
                      <m:sSub>
                        <m:sSubPr>
                          <m:ctrlPr>
                            <a:rPr lang="en-US" altLang="ja-JP" sz="2400" b="0" i="1" smtClean="0">
                              <a:solidFill>
                                <a:schemeClr val="tx1"/>
                              </a:solidFill>
                              <a:latin typeface="Cambria Math" panose="02040503050406030204" pitchFamily="18" charset="0"/>
                            </a:rPr>
                          </m:ctrlPr>
                        </m:sSubPr>
                        <m:e>
                          <m:r>
                            <m:rPr>
                              <m:sty m:val="p"/>
                            </m:rPr>
                            <a:rPr lang="en-US" altLang="ja-JP" sz="2400" b="0" i="0" smtClean="0">
                              <a:solidFill>
                                <a:schemeClr val="tx1"/>
                              </a:solidFill>
                              <a:latin typeface="Cambria Math" panose="02040503050406030204" pitchFamily="18" charset="0"/>
                            </a:rPr>
                            <m:t>s</m:t>
                          </m:r>
                        </m:e>
                        <m:sub>
                          <m:r>
                            <a:rPr lang="en-US" altLang="ja-JP" sz="2400" b="0" i="1" smtClean="0">
                              <a:solidFill>
                                <a:schemeClr val="tx1"/>
                              </a:solidFill>
                              <a:latin typeface="Cambria Math" panose="02040503050406030204" pitchFamily="18" charset="0"/>
                            </a:rPr>
                            <m:t>1</m:t>
                          </m:r>
                        </m:sub>
                      </m:sSub>
                    </m:oMath>
                  </m:oMathPara>
                </a14:m>
                <a:endParaRPr lang="ja-JP" altLang="en-US" sz="2400" dirty="0">
                  <a:solidFill>
                    <a:schemeClr val="tx1"/>
                  </a:solidFill>
                </a:endParaRPr>
              </a:p>
            </p:txBody>
          </p:sp>
        </mc:Choice>
        <mc:Fallback xmlns="">
          <p:sp>
            <p:nvSpPr>
              <p:cNvPr id="62" name="テキスト ボックス 61">
                <a:extLst>
                  <a:ext uri="{FF2B5EF4-FFF2-40B4-BE49-F238E27FC236}">
                    <a16:creationId xmlns:a16="http://schemas.microsoft.com/office/drawing/2014/main" id="{86A8826B-8A0A-F9EC-4DD9-B3AD97FD7B6E}"/>
                  </a:ext>
                </a:extLst>
              </p:cNvPr>
              <p:cNvSpPr txBox="1">
                <a:spLocks noRot="1" noChangeAspect="1" noMove="1" noResize="1" noEditPoints="1" noAdjustHandles="1" noChangeArrowheads="1" noChangeShapeType="1" noTextEdit="1"/>
              </p:cNvSpPr>
              <p:nvPr/>
            </p:nvSpPr>
            <p:spPr>
              <a:xfrm>
                <a:off x="2170063" y="3390528"/>
                <a:ext cx="838729" cy="461665"/>
              </a:xfrm>
              <a:prstGeom prst="rect">
                <a:avLst/>
              </a:prstGeom>
              <a:blipFill>
                <a:blip r:embed="rId17"/>
                <a:stretch>
                  <a:fillRect l="-6522" r="-19565" b="-1710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D2E93CBE-FAA6-2295-42A0-2272FE0512C5}"/>
                  </a:ext>
                </a:extLst>
              </p:cNvPr>
              <p:cNvSpPr txBox="1"/>
              <p:nvPr/>
            </p:nvSpPr>
            <p:spPr>
              <a:xfrm>
                <a:off x="1805759" y="2266463"/>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s</m:t>
                          </m:r>
                        </m:e>
                        <m:sub>
                          <m:r>
                            <a:rPr lang="en-US" altLang="ja-JP">
                              <a:latin typeface="Cambria Math" panose="02040503050406030204" pitchFamily="18" charset="0"/>
                            </a:rPr>
                            <m:t>2</m:t>
                          </m:r>
                        </m:sub>
                      </m:sSub>
                    </m:oMath>
                  </m:oMathPara>
                </a14:m>
                <a:endParaRPr lang="ja-JP" altLang="en-US" dirty="0"/>
              </a:p>
            </p:txBody>
          </p:sp>
        </mc:Choice>
        <mc:Fallback xmlns="">
          <p:sp>
            <p:nvSpPr>
              <p:cNvPr id="63" name="テキスト ボックス 62">
                <a:extLst>
                  <a:ext uri="{FF2B5EF4-FFF2-40B4-BE49-F238E27FC236}">
                    <a16:creationId xmlns:a16="http://schemas.microsoft.com/office/drawing/2014/main" id="{D2E93CBE-FAA6-2295-42A0-2272FE0512C5}"/>
                  </a:ext>
                </a:extLst>
              </p:cNvPr>
              <p:cNvSpPr txBox="1">
                <a:spLocks noRot="1" noChangeAspect="1" noMove="1" noResize="1" noEditPoints="1" noAdjustHandles="1" noChangeArrowheads="1" noChangeShapeType="1" noTextEdit="1"/>
              </p:cNvSpPr>
              <p:nvPr/>
            </p:nvSpPr>
            <p:spPr>
              <a:xfrm>
                <a:off x="1805759" y="2266463"/>
                <a:ext cx="838729" cy="369332"/>
              </a:xfrm>
              <a:prstGeom prst="rect">
                <a:avLst/>
              </a:prstGeom>
              <a:blipFill>
                <a:blip r:embed="rId18"/>
                <a:stretch>
                  <a:fillRect l="-1449" b="-13333"/>
                </a:stretch>
              </a:blipFill>
            </p:spPr>
            <p:txBody>
              <a:bodyPr/>
              <a:lstStyle/>
              <a:p>
                <a:r>
                  <a:rPr lang="ja-JP" altLang="en-US">
                    <a:noFill/>
                  </a:rPr>
                  <a:t> </a:t>
                </a:r>
              </a:p>
            </p:txBody>
          </p:sp>
        </mc:Fallback>
      </mc:AlternateContent>
      <p:sp>
        <p:nvSpPr>
          <p:cNvPr id="64" name="矢印: 右 63">
            <a:extLst>
              <a:ext uri="{FF2B5EF4-FFF2-40B4-BE49-F238E27FC236}">
                <a16:creationId xmlns:a16="http://schemas.microsoft.com/office/drawing/2014/main" id="{84E58737-9DFC-FCD4-B28F-EE9C5D40D680}"/>
              </a:ext>
            </a:extLst>
          </p:cNvPr>
          <p:cNvSpPr/>
          <p:nvPr/>
        </p:nvSpPr>
        <p:spPr>
          <a:xfrm rot="19283956">
            <a:off x="2591778" y="2187796"/>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BC5B6B81-663E-AEC9-FA7B-597C6CC6553C}"/>
              </a:ext>
            </a:extLst>
          </p:cNvPr>
          <p:cNvSpPr/>
          <p:nvPr/>
        </p:nvSpPr>
        <p:spPr>
          <a:xfrm rot="2825624">
            <a:off x="2568313" y="1305242"/>
            <a:ext cx="634415" cy="298438"/>
          </a:xfrm>
          <a:prstGeom prst="rightArrow">
            <a:avLst/>
          </a:prstGeom>
          <a:solidFill>
            <a:schemeClr val="tx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矢印: 右 67">
            <a:extLst>
              <a:ext uri="{FF2B5EF4-FFF2-40B4-BE49-F238E27FC236}">
                <a16:creationId xmlns:a16="http://schemas.microsoft.com/office/drawing/2014/main" id="{D89257DB-E539-5AC9-938C-D5FF9775359D}"/>
              </a:ext>
            </a:extLst>
          </p:cNvPr>
          <p:cNvSpPr/>
          <p:nvPr/>
        </p:nvSpPr>
        <p:spPr>
          <a:xfrm>
            <a:off x="4020662" y="1764174"/>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吹き出し: 角を丸めた四角形 68">
            <a:extLst>
              <a:ext uri="{FF2B5EF4-FFF2-40B4-BE49-F238E27FC236}">
                <a16:creationId xmlns:a16="http://schemas.microsoft.com/office/drawing/2014/main" id="{03F84DD9-AEFA-E999-F823-64387AADC235}"/>
              </a:ext>
            </a:extLst>
          </p:cNvPr>
          <p:cNvSpPr/>
          <p:nvPr/>
        </p:nvSpPr>
        <p:spPr>
          <a:xfrm>
            <a:off x="3234585" y="1764174"/>
            <a:ext cx="704988" cy="306467"/>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ja-JP" altLang="en-US" dirty="0">
                <a:solidFill>
                  <a:schemeClr val="tx1"/>
                </a:solidFill>
              </a:rPr>
              <a:t>集約</a:t>
            </a:r>
            <a:endParaRPr lang="en-US" altLang="ja-JP" dirty="0">
              <a:solidFill>
                <a:schemeClr val="tx1"/>
              </a:solidFill>
            </a:endParaRPr>
          </a:p>
        </p:txBody>
      </p:sp>
      <p:sp>
        <p:nvSpPr>
          <p:cNvPr id="71" name="タイトル 2">
            <a:extLst>
              <a:ext uri="{FF2B5EF4-FFF2-40B4-BE49-F238E27FC236}">
                <a16:creationId xmlns:a16="http://schemas.microsoft.com/office/drawing/2014/main" id="{4F2B3ED4-409D-1235-CBF2-22B69A729AC9}"/>
              </a:ext>
            </a:extLst>
          </p:cNvPr>
          <p:cNvSpPr txBox="1">
            <a:spLocks/>
          </p:cNvSpPr>
          <p:nvPr/>
        </p:nvSpPr>
        <p:spPr>
          <a:xfrm>
            <a:off x="7137914" y="2078991"/>
            <a:ext cx="1068273" cy="4496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3600" kern="1200">
                <a:solidFill>
                  <a:schemeClr val="tx1"/>
                </a:solidFill>
                <a:latin typeface="Arial" panose="02080604020202020204" pitchFamily="34" charset="0"/>
                <a:ea typeface="ＭＳ Ｐゴシック" panose="020B0600070205080204" pitchFamily="50" charset="-128"/>
                <a:cs typeface="Arial" panose="02080604020202020204" pitchFamily="34" charset="0"/>
              </a:defRPr>
            </a:lvl1pPr>
          </a:lstStyle>
          <a:p>
            <a:pPr algn="ctr"/>
            <a:r>
              <a:rPr lang="en-US" altLang="ja-JP" sz="1200" dirty="0"/>
              <a:t>Qwen-VL-3B</a:t>
            </a:r>
            <a:endParaRPr lang="ja-JP" altLang="en-US" sz="1200" dirty="0"/>
          </a:p>
        </p:txBody>
      </p:sp>
      <mc:AlternateContent xmlns:mc="http://schemas.openxmlformats.org/markup-compatibility/2006" xmlns:a14="http://schemas.microsoft.com/office/drawing/2010/main">
        <mc:Choice Requires="a14">
          <p:sp>
            <p:nvSpPr>
              <p:cNvPr id="72" name="テキスト ボックス 71">
                <a:extLst>
                  <a:ext uri="{FF2B5EF4-FFF2-40B4-BE49-F238E27FC236}">
                    <a16:creationId xmlns:a16="http://schemas.microsoft.com/office/drawing/2014/main" id="{D83762AA-BA1E-0EEB-6F1A-D7FC44308962}"/>
                  </a:ext>
                </a:extLst>
              </p:cNvPr>
              <p:cNvSpPr txBox="1"/>
              <p:nvPr/>
            </p:nvSpPr>
            <p:spPr>
              <a:xfrm>
                <a:off x="1782603" y="1117147"/>
                <a:ext cx="838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i="0">
                          <a:latin typeface="Cambria Math" panose="02040503050406030204" pitchFamily="18" charset="0"/>
                        </a:rPr>
                        <m:t>logit</m:t>
                      </m:r>
                      <m:sSub>
                        <m:sSubPr>
                          <m:ctrlPr>
                            <a:rPr lang="en-US" altLang="ja-JP" i="1">
                              <a:latin typeface="Cambria Math" panose="02040503050406030204" pitchFamily="18" charset="0"/>
                            </a:rPr>
                          </m:ctrlPr>
                        </m:sSubPr>
                        <m:e>
                          <m:r>
                            <m:rPr>
                              <m:sty m:val="p"/>
                            </m:rPr>
                            <a:rPr lang="en-US" altLang="ja-JP" i="0">
                              <a:latin typeface="Cambria Math" panose="02040503050406030204" pitchFamily="18" charset="0"/>
                            </a:rPr>
                            <m:t>s</m:t>
                          </m:r>
                        </m:e>
                        <m:sub>
                          <m:r>
                            <a:rPr lang="en-US" altLang="ja-JP" i="0">
                              <a:latin typeface="Cambria Math" panose="02040503050406030204" pitchFamily="18" charset="0"/>
                            </a:rPr>
                            <m:t>1</m:t>
                          </m:r>
                        </m:sub>
                      </m:sSub>
                    </m:oMath>
                  </m:oMathPara>
                </a14:m>
                <a:endParaRPr lang="ja-JP" altLang="en-US" dirty="0"/>
              </a:p>
            </p:txBody>
          </p:sp>
        </mc:Choice>
        <mc:Fallback xmlns="">
          <p:sp>
            <p:nvSpPr>
              <p:cNvPr id="72" name="テキスト ボックス 71">
                <a:extLst>
                  <a:ext uri="{FF2B5EF4-FFF2-40B4-BE49-F238E27FC236}">
                    <a16:creationId xmlns:a16="http://schemas.microsoft.com/office/drawing/2014/main" id="{D83762AA-BA1E-0EEB-6F1A-D7FC44308962}"/>
                  </a:ext>
                </a:extLst>
              </p:cNvPr>
              <p:cNvSpPr txBox="1">
                <a:spLocks noRot="1" noChangeAspect="1" noMove="1" noResize="1" noEditPoints="1" noAdjustHandles="1" noChangeArrowheads="1" noChangeShapeType="1" noTextEdit="1"/>
              </p:cNvSpPr>
              <p:nvPr/>
            </p:nvSpPr>
            <p:spPr>
              <a:xfrm>
                <a:off x="1782603" y="1117147"/>
                <a:ext cx="838729" cy="369332"/>
              </a:xfrm>
              <a:prstGeom prst="rect">
                <a:avLst/>
              </a:prstGeom>
              <a:blipFill>
                <a:blip r:embed="rId19"/>
                <a:stretch>
                  <a:fillRect l="-725" b="-131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F0B825ED-B6C2-60CF-8B74-EC4BE1CC1262}"/>
                  </a:ext>
                </a:extLst>
              </p:cNvPr>
              <p:cNvSpPr txBox="1"/>
              <p:nvPr/>
            </p:nvSpPr>
            <p:spPr>
              <a:xfrm>
                <a:off x="6706318" y="3214339"/>
                <a:ext cx="83872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ja-JP" sz="2400" i="0" smtClean="0">
                          <a:latin typeface="Cambria Math" panose="02040503050406030204" pitchFamily="18" charset="0"/>
                        </a:rPr>
                        <m:t>logit</m:t>
                      </m:r>
                      <m:sSub>
                        <m:sSubPr>
                          <m:ctrlPr>
                            <a:rPr lang="en-US" altLang="ja-JP" sz="2400" b="0" i="1" smtClean="0">
                              <a:latin typeface="Cambria Math" panose="02040503050406030204" pitchFamily="18" charset="0"/>
                            </a:rPr>
                          </m:ctrlPr>
                        </m:sSubPr>
                        <m:e>
                          <m:r>
                            <m:rPr>
                              <m:sty m:val="p"/>
                            </m:rPr>
                            <a:rPr lang="en-US" altLang="ja-JP" sz="2400" b="0" i="0" smtClean="0">
                              <a:latin typeface="Cambria Math" panose="02040503050406030204" pitchFamily="18" charset="0"/>
                            </a:rPr>
                            <m:t>s</m:t>
                          </m:r>
                        </m:e>
                        <m:sub>
                          <m:r>
                            <a:rPr lang="en-US" altLang="ja-JP" sz="2400" b="0" i="0" smtClean="0">
                              <a:latin typeface="Cambria Math" panose="02040503050406030204" pitchFamily="18" charset="0"/>
                            </a:rPr>
                            <m:t>2</m:t>
                          </m:r>
                        </m:sub>
                      </m:sSub>
                    </m:oMath>
                  </m:oMathPara>
                </a14:m>
                <a:endParaRPr lang="ja-JP" altLang="en-US" sz="2400" dirty="0"/>
              </a:p>
            </p:txBody>
          </p:sp>
        </mc:Choice>
        <mc:Fallback xmlns="">
          <p:sp>
            <p:nvSpPr>
              <p:cNvPr id="73" name="テキスト ボックス 72">
                <a:extLst>
                  <a:ext uri="{FF2B5EF4-FFF2-40B4-BE49-F238E27FC236}">
                    <a16:creationId xmlns:a16="http://schemas.microsoft.com/office/drawing/2014/main" id="{F0B825ED-B6C2-60CF-8B74-EC4BE1CC1262}"/>
                  </a:ext>
                </a:extLst>
              </p:cNvPr>
              <p:cNvSpPr txBox="1">
                <a:spLocks noRot="1" noChangeAspect="1" noMove="1" noResize="1" noEditPoints="1" noAdjustHandles="1" noChangeArrowheads="1" noChangeShapeType="1" noTextEdit="1"/>
              </p:cNvSpPr>
              <p:nvPr/>
            </p:nvSpPr>
            <p:spPr>
              <a:xfrm>
                <a:off x="6706318" y="3214339"/>
                <a:ext cx="838729" cy="461665"/>
              </a:xfrm>
              <a:prstGeom prst="rect">
                <a:avLst/>
              </a:prstGeom>
              <a:blipFill>
                <a:blip r:embed="rId20"/>
                <a:stretch>
                  <a:fillRect l="-5797" r="-20290" b="-17105"/>
                </a:stretch>
              </a:blipFill>
            </p:spPr>
            <p:txBody>
              <a:bodyPr/>
              <a:lstStyle/>
              <a:p>
                <a:r>
                  <a:rPr lang="ja-JP" altLang="en-US">
                    <a:noFill/>
                  </a:rPr>
                  <a:t> </a:t>
                </a:r>
              </a:p>
            </p:txBody>
          </p:sp>
        </mc:Fallback>
      </mc:AlternateContent>
      <p:sp>
        <p:nvSpPr>
          <p:cNvPr id="55" name="矢印: 右 54">
            <a:extLst>
              <a:ext uri="{FF2B5EF4-FFF2-40B4-BE49-F238E27FC236}">
                <a16:creationId xmlns:a16="http://schemas.microsoft.com/office/drawing/2014/main" id="{068C3644-6066-B25E-C911-2B9AA17D20BF}"/>
              </a:ext>
            </a:extLst>
          </p:cNvPr>
          <p:cNvSpPr/>
          <p:nvPr/>
        </p:nvSpPr>
        <p:spPr>
          <a:xfrm>
            <a:off x="6748622" y="1833381"/>
            <a:ext cx="405953" cy="298438"/>
          </a:xfrm>
          <a:prstGeom prst="rightArrow">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吹き出し: 角を丸めた四角形 76">
            <a:extLst>
              <a:ext uri="{FF2B5EF4-FFF2-40B4-BE49-F238E27FC236}">
                <a16:creationId xmlns:a16="http://schemas.microsoft.com/office/drawing/2014/main" id="{F50F649C-D696-FFCF-AB6B-ABD7AA36C37E}"/>
              </a:ext>
            </a:extLst>
          </p:cNvPr>
          <p:cNvSpPr/>
          <p:nvPr/>
        </p:nvSpPr>
        <p:spPr>
          <a:xfrm>
            <a:off x="4572000" y="1612203"/>
            <a:ext cx="1372707" cy="612934"/>
          </a:xfrm>
          <a:prstGeom prst="wedgeRoundRectCallout">
            <a:avLst>
              <a:gd name="adj1" fmla="val 6279"/>
              <a:gd name="adj2" fmla="val -34968"/>
              <a:gd name="adj3" fmla="val 16667"/>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algn="ctr"/>
            <a:r>
              <a:rPr lang="en-US" altLang="ja-JP" dirty="0" err="1">
                <a:solidFill>
                  <a:schemeClr val="tx1"/>
                </a:solidFill>
              </a:rPr>
              <a:t>Lpred</a:t>
            </a:r>
            <a:r>
              <a:rPr lang="en-US" altLang="ja-JP" dirty="0">
                <a:solidFill>
                  <a:schemeClr val="tx1"/>
                </a:solidFill>
              </a:rPr>
              <a:t> </a:t>
            </a:r>
            <a:r>
              <a:rPr lang="ja-JP" altLang="en-US" dirty="0">
                <a:solidFill>
                  <a:schemeClr val="tx1"/>
                </a:solidFill>
              </a:rPr>
              <a:t>による</a:t>
            </a:r>
            <a:endParaRPr lang="en-US" altLang="ja-JP" dirty="0">
              <a:solidFill>
                <a:schemeClr val="tx1"/>
              </a:solidFill>
            </a:endParaRPr>
          </a:p>
          <a:p>
            <a:pPr algn="ctr"/>
            <a:r>
              <a:rPr lang="ja-JP" altLang="en-US" dirty="0">
                <a:solidFill>
                  <a:schemeClr val="tx1"/>
                </a:solidFill>
              </a:rPr>
              <a:t>基盤更新</a:t>
            </a:r>
            <a:endParaRPr lang="en-US" altLang="ja-JP" dirty="0">
              <a:solidFill>
                <a:schemeClr val="tx1"/>
              </a:solidFill>
            </a:endParaRPr>
          </a:p>
        </p:txBody>
      </p:sp>
      <p:pic>
        <p:nvPicPr>
          <p:cNvPr id="67" name="図 66">
            <a:extLst>
              <a:ext uri="{FF2B5EF4-FFF2-40B4-BE49-F238E27FC236}">
                <a16:creationId xmlns:a16="http://schemas.microsoft.com/office/drawing/2014/main" id="{AF353DBA-5D4A-64A3-C050-87B05D4C447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13023" y="5434831"/>
            <a:ext cx="140465" cy="588382"/>
          </a:xfrm>
          <a:prstGeom prst="rect">
            <a:avLst/>
          </a:prstGeom>
        </p:spPr>
      </p:pic>
      <p:sp>
        <p:nvSpPr>
          <p:cNvPr id="74" name="テキスト ボックス 73">
            <a:extLst>
              <a:ext uri="{FF2B5EF4-FFF2-40B4-BE49-F238E27FC236}">
                <a16:creationId xmlns:a16="http://schemas.microsoft.com/office/drawing/2014/main" id="{675F4FCE-958C-7D6B-69BC-2F225B9FF8A8}"/>
              </a:ext>
            </a:extLst>
          </p:cNvPr>
          <p:cNvSpPr txBox="1"/>
          <p:nvPr/>
        </p:nvSpPr>
        <p:spPr>
          <a:xfrm>
            <a:off x="3293161" y="4205265"/>
            <a:ext cx="1738260" cy="707886"/>
          </a:xfrm>
          <a:prstGeom prst="rect">
            <a:avLst/>
          </a:prstGeom>
          <a:noFill/>
          <a:ln w="28575">
            <a:solidFill>
              <a:schemeClr val="tx1"/>
            </a:solidFill>
          </a:ln>
        </p:spPr>
        <p:txBody>
          <a:bodyPr wrap="square">
            <a:spAutoFit/>
          </a:bodyPr>
          <a:lstStyle/>
          <a:p>
            <a:pPr algn="ctr"/>
            <a:r>
              <a:rPr lang="ja-JP" altLang="en-US" sz="2000" b="1" dirty="0">
                <a:solidFill>
                  <a:srgbClr val="FF0000"/>
                </a:solidFill>
              </a:rPr>
              <a:t>公開</a:t>
            </a:r>
            <a:endParaRPr lang="en-US" altLang="ja-JP" sz="2000" b="1" dirty="0">
              <a:solidFill>
                <a:srgbClr val="FF0000"/>
              </a:solidFill>
            </a:endParaRPr>
          </a:p>
          <a:p>
            <a:pPr algn="ctr"/>
            <a:r>
              <a:rPr lang="ja-JP" altLang="en-US" sz="2000" b="1" dirty="0">
                <a:solidFill>
                  <a:srgbClr val="FF0000"/>
                </a:solidFill>
              </a:rPr>
              <a:t>データセット</a:t>
            </a:r>
          </a:p>
        </p:txBody>
      </p:sp>
      <p:cxnSp>
        <p:nvCxnSpPr>
          <p:cNvPr id="75" name="直線コネクタ 74">
            <a:extLst>
              <a:ext uri="{FF2B5EF4-FFF2-40B4-BE49-F238E27FC236}">
                <a16:creationId xmlns:a16="http://schemas.microsoft.com/office/drawing/2014/main" id="{7C3DE987-5893-4E50-4B81-B76455B03669}"/>
              </a:ext>
            </a:extLst>
          </p:cNvPr>
          <p:cNvCxnSpPr>
            <a:cxnSpLocks/>
            <a:endCxn id="74" idx="1"/>
          </p:cNvCxnSpPr>
          <p:nvPr/>
        </p:nvCxnSpPr>
        <p:spPr>
          <a:xfrm flipV="1">
            <a:off x="2846845" y="4559208"/>
            <a:ext cx="446316" cy="118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FC9E9C03-C3BB-6FCF-F0FF-E73AEEBA95E4}"/>
              </a:ext>
            </a:extLst>
          </p:cNvPr>
          <p:cNvCxnSpPr>
            <a:cxnSpLocks/>
            <a:endCxn id="74" idx="3"/>
          </p:cNvCxnSpPr>
          <p:nvPr/>
        </p:nvCxnSpPr>
        <p:spPr>
          <a:xfrm flipH="1" flipV="1">
            <a:off x="5031421" y="4559208"/>
            <a:ext cx="4043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5814E742-79F2-18D8-39BD-BD66D007D5FE}"/>
              </a:ext>
            </a:extLst>
          </p:cNvPr>
          <p:cNvSpPr txBox="1"/>
          <p:nvPr/>
        </p:nvSpPr>
        <p:spPr>
          <a:xfrm>
            <a:off x="3281752" y="5727526"/>
            <a:ext cx="1738260" cy="400110"/>
          </a:xfrm>
          <a:prstGeom prst="rect">
            <a:avLst/>
          </a:prstGeom>
          <a:noFill/>
          <a:ln w="28575">
            <a:solidFill>
              <a:schemeClr val="tx1"/>
            </a:solidFill>
          </a:ln>
        </p:spPr>
        <p:txBody>
          <a:bodyPr wrap="square">
            <a:spAutoFit/>
          </a:bodyPr>
          <a:lstStyle/>
          <a:p>
            <a:pPr algn="ctr"/>
            <a:r>
              <a:rPr lang="en-US" altLang="ja-JP" sz="2000" b="1" dirty="0">
                <a:solidFill>
                  <a:srgbClr val="FF0000"/>
                </a:solidFill>
              </a:rPr>
              <a:t>Logits</a:t>
            </a:r>
            <a:r>
              <a:rPr lang="ja-JP" altLang="en-US" sz="2000" b="1" dirty="0">
                <a:solidFill>
                  <a:srgbClr val="FF0000"/>
                </a:solidFill>
              </a:rPr>
              <a:t>を記録</a:t>
            </a:r>
          </a:p>
        </p:txBody>
      </p:sp>
      <p:sp>
        <p:nvSpPr>
          <p:cNvPr id="79" name="矢印: 右 78">
            <a:extLst>
              <a:ext uri="{FF2B5EF4-FFF2-40B4-BE49-F238E27FC236}">
                <a16:creationId xmlns:a16="http://schemas.microsoft.com/office/drawing/2014/main" id="{1339DF8E-0E1B-3ED5-070E-9CDD2F8BC968}"/>
              </a:ext>
            </a:extLst>
          </p:cNvPr>
          <p:cNvSpPr/>
          <p:nvPr/>
        </p:nvSpPr>
        <p:spPr>
          <a:xfrm rot="5400000">
            <a:off x="3913753" y="5185912"/>
            <a:ext cx="449660" cy="249555"/>
          </a:xfrm>
          <a:prstGeom prst="rightArrow">
            <a:avLst/>
          </a:prstGeom>
          <a:solidFill>
            <a:schemeClr val="tx1">
              <a:lumMod val="85000"/>
              <a:lumOff val="1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80" name="直線コネクタ 79">
            <a:extLst>
              <a:ext uri="{FF2B5EF4-FFF2-40B4-BE49-F238E27FC236}">
                <a16:creationId xmlns:a16="http://schemas.microsoft.com/office/drawing/2014/main" id="{8C337743-A757-B699-547F-0FCE0C58F1FD}"/>
              </a:ext>
            </a:extLst>
          </p:cNvPr>
          <p:cNvCxnSpPr>
            <a:cxnSpLocks/>
            <a:stCxn id="38" idx="2"/>
            <a:endCxn id="74" idx="0"/>
          </p:cNvCxnSpPr>
          <p:nvPr/>
        </p:nvCxnSpPr>
        <p:spPr>
          <a:xfrm flipH="1">
            <a:off x="4162291" y="2857735"/>
            <a:ext cx="865495" cy="1347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図 56">
            <a:extLst>
              <a:ext uri="{FF2B5EF4-FFF2-40B4-BE49-F238E27FC236}">
                <a16:creationId xmlns:a16="http://schemas.microsoft.com/office/drawing/2014/main" id="{9BF15197-A50E-7E9B-DBF4-7569C6D3019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14431" y="1352427"/>
            <a:ext cx="561592" cy="564162"/>
          </a:xfrm>
          <a:prstGeom prst="rect">
            <a:avLst/>
          </a:prstGeom>
        </p:spPr>
      </p:pic>
    </p:spTree>
    <p:extLst>
      <p:ext uri="{BB962C8B-B14F-4D97-AF65-F5344CB8AC3E}">
        <p14:creationId xmlns:p14="http://schemas.microsoft.com/office/powerpoint/2010/main" val="3745460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a:extLst>
              <a:ext uri="{FF2B5EF4-FFF2-40B4-BE49-F238E27FC236}">
                <a16:creationId xmlns:a16="http://schemas.microsoft.com/office/drawing/2014/main" id="{2185F8B4-0ACA-4032-A617-721978DC6201}"/>
              </a:ext>
            </a:extLst>
          </p:cNvPr>
          <p:cNvGraphicFramePr>
            <a:graphicFrameLocks noGrp="1"/>
          </p:cNvGraphicFramePr>
          <p:nvPr>
            <p:ph idx="1"/>
            <p:extLst>
              <p:ext uri="{D42A27DB-BD31-4B8C-83A1-F6EECF244321}">
                <p14:modId xmlns:p14="http://schemas.microsoft.com/office/powerpoint/2010/main" val="2891413409"/>
              </p:ext>
            </p:extLst>
          </p:nvPr>
        </p:nvGraphicFramePr>
        <p:xfrm>
          <a:off x="0" y="994093"/>
          <a:ext cx="9144000" cy="5610234"/>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687245724"/>
                    </a:ext>
                  </a:extLst>
                </a:gridCol>
                <a:gridCol w="3048000">
                  <a:extLst>
                    <a:ext uri="{9D8B030D-6E8A-4147-A177-3AD203B41FA5}">
                      <a16:colId xmlns:a16="http://schemas.microsoft.com/office/drawing/2014/main" val="2581486543"/>
                    </a:ext>
                  </a:extLst>
                </a:gridCol>
                <a:gridCol w="3048000">
                  <a:extLst>
                    <a:ext uri="{9D8B030D-6E8A-4147-A177-3AD203B41FA5}">
                      <a16:colId xmlns:a16="http://schemas.microsoft.com/office/drawing/2014/main" val="1053339014"/>
                    </a:ext>
                  </a:extLst>
                </a:gridCol>
              </a:tblGrid>
              <a:tr h="537968">
                <a:tc>
                  <a:txBody>
                    <a:bodyPr/>
                    <a:lstStyle/>
                    <a:p>
                      <a:pPr>
                        <a:buNone/>
                      </a:pPr>
                      <a:r>
                        <a:rPr lang="ja-JP" dirty="0">
                          <a:effectLst/>
                        </a:rPr>
                        <a:t>工程</a:t>
                      </a:r>
                    </a:p>
                  </a:txBody>
                  <a:tcPr anchor="ctr"/>
                </a:tc>
                <a:tc>
                  <a:txBody>
                    <a:bodyPr/>
                    <a:lstStyle/>
                    <a:p>
                      <a:pPr>
                        <a:buNone/>
                      </a:pPr>
                      <a:r>
                        <a:rPr lang="ja-JP">
                          <a:effectLst/>
                        </a:rPr>
                        <a:t>入力</a:t>
                      </a:r>
                    </a:p>
                  </a:txBody>
                  <a:tcPr anchor="ctr"/>
                </a:tc>
                <a:tc>
                  <a:txBody>
                    <a:bodyPr/>
                    <a:lstStyle/>
                    <a:p>
                      <a:pPr>
                        <a:buNone/>
                      </a:pPr>
                      <a:r>
                        <a:rPr lang="ja-JP">
                          <a:effectLst/>
                        </a:rPr>
                        <a:t>出力 / 更新対象</a:t>
                      </a:r>
                    </a:p>
                  </a:txBody>
                  <a:tcPr anchor="ctr"/>
                </a:tc>
                <a:extLst>
                  <a:ext uri="{0D108BD9-81ED-4DB2-BD59-A6C34878D82A}">
                    <a16:rowId xmlns:a16="http://schemas.microsoft.com/office/drawing/2014/main" val="3097271977"/>
                  </a:ext>
                </a:extLst>
              </a:tr>
              <a:tr h="999083">
                <a:tc>
                  <a:txBody>
                    <a:bodyPr/>
                    <a:lstStyle/>
                    <a:p>
                      <a:pPr>
                        <a:buNone/>
                      </a:pPr>
                      <a:r>
                        <a:rPr lang="ja-JP" sz="2400" dirty="0">
                          <a:effectLst/>
                          <a:latin typeface="Calibri 本文"/>
                        </a:rPr>
                        <a:t>蒸留配布</a:t>
                      </a:r>
                    </a:p>
                  </a:txBody>
                  <a:tcPr anchor="ctr"/>
                </a:tc>
                <a:tc>
                  <a:txBody>
                    <a:bodyPr/>
                    <a:lstStyle/>
                    <a:p>
                      <a:pPr>
                        <a:buNone/>
                      </a:pPr>
                      <a:r>
                        <a:rPr lang="ja-JP" dirty="0">
                          <a:effectLst/>
                          <a:latin typeface="Calibri 本文"/>
                        </a:rPr>
                        <a:t>前ラウンドの</a:t>
                      </a:r>
                      <a:r>
                        <a:rPr lang="ja-JP" b="1" dirty="0">
                          <a:effectLst/>
                          <a:latin typeface="Calibri 本文"/>
                        </a:rPr>
                        <a:t>基盤 logits</a:t>
                      </a:r>
                      <a:r>
                        <a:rPr lang="ja-JP" dirty="0">
                          <a:effectLst/>
                          <a:latin typeface="Calibri 本文"/>
                        </a:rPr>
                        <a:t>（公開整合セット）</a:t>
                      </a:r>
                    </a:p>
                  </a:txBody>
                  <a:tcPr anchor="ctr"/>
                </a:tc>
                <a:tc>
                  <a:txBody>
                    <a:bodyPr/>
                    <a:lstStyle/>
                    <a:p>
                      <a:pPr>
                        <a:buNone/>
                      </a:pPr>
                      <a:r>
                        <a:rPr lang="ja-JP" b="1" dirty="0">
                          <a:effectLst/>
                          <a:latin typeface="Calibri 本文"/>
                        </a:rPr>
                        <a:t>クライアント LoRA + 分類ヘッド</a:t>
                      </a:r>
                      <a:endParaRPr lang="ja-JP" dirty="0">
                        <a:effectLst/>
                        <a:latin typeface="Calibri 本文"/>
                      </a:endParaRPr>
                    </a:p>
                  </a:txBody>
                  <a:tcPr anchor="ctr"/>
                </a:tc>
                <a:extLst>
                  <a:ext uri="{0D108BD9-81ED-4DB2-BD59-A6C34878D82A}">
                    <a16:rowId xmlns:a16="http://schemas.microsoft.com/office/drawing/2014/main" val="657615848"/>
                  </a:ext>
                </a:extLst>
              </a:tr>
              <a:tr h="768525">
                <a:tc>
                  <a:txBody>
                    <a:bodyPr/>
                    <a:lstStyle/>
                    <a:p>
                      <a:pPr>
                        <a:buNone/>
                      </a:pPr>
                      <a:r>
                        <a:rPr lang="ja-JP" sz="2400" dirty="0">
                          <a:effectLst/>
                          <a:latin typeface="Calibri 本文"/>
                        </a:rPr>
                        <a:t>L_task</a:t>
                      </a:r>
                    </a:p>
                  </a:txBody>
                  <a:tcPr anchor="ctr"/>
                </a:tc>
                <a:tc>
                  <a:txBody>
                    <a:bodyPr/>
                    <a:lstStyle/>
                    <a:p>
                      <a:pPr>
                        <a:buNone/>
                      </a:pPr>
                      <a:r>
                        <a:rPr lang="ja-JP" dirty="0">
                          <a:effectLst/>
                          <a:latin typeface="Calibri 本文"/>
                        </a:rPr>
                        <a:t>端末のローカル学習データ</a:t>
                      </a:r>
                    </a:p>
                  </a:txBody>
                  <a:tcPr anchor="ctr"/>
                </a:tc>
                <a:tc>
                  <a:txBody>
                    <a:bodyPr/>
                    <a:lstStyle/>
                    <a:p>
                      <a:pPr>
                        <a:buNone/>
                      </a:pPr>
                      <a:r>
                        <a:rPr lang="ja-JP" b="1" dirty="0">
                          <a:effectLst/>
                          <a:latin typeface="Calibri 本文"/>
                        </a:rPr>
                        <a:t>クライアント LoRA + 分類ヘッド</a:t>
                      </a:r>
                      <a:endParaRPr lang="ja-JP" dirty="0">
                        <a:effectLst/>
                        <a:latin typeface="Calibri 本文"/>
                      </a:endParaRPr>
                    </a:p>
                  </a:txBody>
                  <a:tcPr anchor="ctr"/>
                </a:tc>
                <a:extLst>
                  <a:ext uri="{0D108BD9-81ED-4DB2-BD59-A6C34878D82A}">
                    <a16:rowId xmlns:a16="http://schemas.microsoft.com/office/drawing/2014/main" val="2790228080"/>
                  </a:ext>
                </a:extLst>
              </a:tr>
              <a:tr h="768525">
                <a:tc>
                  <a:txBody>
                    <a:bodyPr/>
                    <a:lstStyle/>
                    <a:p>
                      <a:pPr>
                        <a:buNone/>
                      </a:pPr>
                      <a:r>
                        <a:rPr lang="ja-JP" sz="2400" dirty="0">
                          <a:effectLst/>
                          <a:latin typeface="Calibri 本文"/>
                        </a:rPr>
                        <a:t>logits 送信</a:t>
                      </a:r>
                    </a:p>
                  </a:txBody>
                  <a:tcPr anchor="ctr"/>
                </a:tc>
                <a:tc>
                  <a:txBody>
                    <a:bodyPr/>
                    <a:lstStyle/>
                    <a:p>
                      <a:pPr>
                        <a:buNone/>
                      </a:pPr>
                      <a:r>
                        <a:rPr lang="ja-JP" dirty="0">
                          <a:effectLst/>
                          <a:latin typeface="Calibri 本文"/>
                        </a:rPr>
                        <a:t>更新後クライアント LoRA × </a:t>
                      </a:r>
                      <a:r>
                        <a:rPr lang="ja-JP" b="1" dirty="0">
                          <a:effectLst/>
                          <a:latin typeface="Calibri 本文"/>
                        </a:rPr>
                        <a:t>公開整合セット</a:t>
                      </a:r>
                      <a:endParaRPr lang="ja-JP" dirty="0">
                        <a:effectLst/>
                        <a:latin typeface="Calibri 本文"/>
                      </a:endParaRPr>
                    </a:p>
                  </a:txBody>
                  <a:tcPr anchor="ctr"/>
                </a:tc>
                <a:tc>
                  <a:txBody>
                    <a:bodyPr/>
                    <a:lstStyle/>
                    <a:p>
                      <a:pPr>
                        <a:buNone/>
                      </a:pPr>
                      <a:r>
                        <a:rPr lang="ja-JP" dirty="0">
                          <a:effectLst/>
                          <a:latin typeface="Calibri 本文"/>
                        </a:rPr>
                        <a:t>logits JSON</a:t>
                      </a:r>
                    </a:p>
                  </a:txBody>
                  <a:tcPr anchor="ctr"/>
                </a:tc>
                <a:extLst>
                  <a:ext uri="{0D108BD9-81ED-4DB2-BD59-A6C34878D82A}">
                    <a16:rowId xmlns:a16="http://schemas.microsoft.com/office/drawing/2014/main" val="4015454145"/>
                  </a:ext>
                </a:extLst>
              </a:tr>
              <a:tr h="768525">
                <a:tc>
                  <a:txBody>
                    <a:bodyPr/>
                    <a:lstStyle/>
                    <a:p>
                      <a:pPr>
                        <a:buNone/>
                      </a:pPr>
                      <a:r>
                        <a:rPr lang="ja-JP" sz="2400" dirty="0">
                          <a:effectLst/>
                          <a:latin typeface="Calibri 本文"/>
                        </a:rPr>
                        <a:t>logits 集約</a:t>
                      </a:r>
                    </a:p>
                  </a:txBody>
                  <a:tcPr anchor="ctr"/>
                </a:tc>
                <a:tc>
                  <a:txBody>
                    <a:bodyPr/>
                    <a:lstStyle/>
                    <a:p>
                      <a:pPr>
                        <a:buNone/>
                      </a:pPr>
                      <a:r>
                        <a:rPr lang="ja-JP" dirty="0">
                          <a:effectLst/>
                          <a:latin typeface="Calibri 本文"/>
                        </a:rPr>
                        <a:t>各端末の logits</a:t>
                      </a:r>
                    </a:p>
                  </a:txBody>
                  <a:tcPr anchor="ctr"/>
                </a:tc>
                <a:tc>
                  <a:txBody>
                    <a:bodyPr/>
                    <a:lstStyle/>
                    <a:p>
                      <a:pPr>
                        <a:buNone/>
                      </a:pPr>
                      <a:r>
                        <a:rPr lang="ja-JP" b="1" dirty="0">
                          <a:effectLst/>
                          <a:latin typeface="Calibri 本文"/>
                        </a:rPr>
                        <a:t>集約 logits</a:t>
                      </a:r>
                      <a:r>
                        <a:rPr lang="ja-JP" dirty="0">
                          <a:effectLst/>
                          <a:latin typeface="Calibri 本文"/>
                        </a:rPr>
                        <a:t>（teacher 候補）</a:t>
                      </a:r>
                    </a:p>
                  </a:txBody>
                  <a:tcPr anchor="ctr"/>
                </a:tc>
                <a:extLst>
                  <a:ext uri="{0D108BD9-81ED-4DB2-BD59-A6C34878D82A}">
                    <a16:rowId xmlns:a16="http://schemas.microsoft.com/office/drawing/2014/main" val="3051919653"/>
                  </a:ext>
                </a:extLst>
              </a:tr>
              <a:tr h="999083">
                <a:tc>
                  <a:txBody>
                    <a:bodyPr/>
                    <a:lstStyle/>
                    <a:p>
                      <a:pPr>
                        <a:buNone/>
                      </a:pPr>
                      <a:r>
                        <a:rPr lang="ja-JP" sz="2400" dirty="0">
                          <a:effectLst/>
                          <a:latin typeface="Calibri 本文"/>
                        </a:rPr>
                        <a:t>Lpred</a:t>
                      </a:r>
                    </a:p>
                  </a:txBody>
                  <a:tcPr anchor="ctr"/>
                </a:tc>
                <a:tc>
                  <a:txBody>
                    <a:bodyPr/>
                    <a:lstStyle/>
                    <a:p>
                      <a:pPr>
                        <a:buNone/>
                      </a:pPr>
                      <a:r>
                        <a:rPr lang="ja-JP" dirty="0">
                          <a:effectLst/>
                          <a:latin typeface="Calibri 本文"/>
                        </a:rPr>
                        <a:t>集約 logits + 公開整合セット</a:t>
                      </a:r>
                    </a:p>
                  </a:txBody>
                  <a:tcPr anchor="ctr"/>
                </a:tc>
                <a:tc>
                  <a:txBody>
                    <a:bodyPr/>
                    <a:lstStyle/>
                    <a:p>
                      <a:pPr>
                        <a:buNone/>
                      </a:pPr>
                      <a:r>
                        <a:rPr lang="ja-JP" b="1" dirty="0">
                          <a:effectLst/>
                          <a:latin typeface="Calibri 本文"/>
                        </a:rPr>
                        <a:t>基盤 LoRA</a:t>
                      </a:r>
                      <a:endParaRPr lang="ja-JP" dirty="0">
                        <a:effectLst/>
                        <a:latin typeface="Calibri 本文"/>
                      </a:endParaRPr>
                    </a:p>
                  </a:txBody>
                  <a:tcPr anchor="ctr"/>
                </a:tc>
                <a:extLst>
                  <a:ext uri="{0D108BD9-81ED-4DB2-BD59-A6C34878D82A}">
                    <a16:rowId xmlns:a16="http://schemas.microsoft.com/office/drawing/2014/main" val="3266727221"/>
                  </a:ext>
                </a:extLst>
              </a:tr>
              <a:tr h="768525">
                <a:tc>
                  <a:txBody>
                    <a:bodyPr/>
                    <a:lstStyle/>
                    <a:p>
                      <a:pPr>
                        <a:buNone/>
                      </a:pPr>
                      <a:r>
                        <a:rPr lang="ja-JP" sz="2400" dirty="0">
                          <a:effectLst/>
                          <a:latin typeface="Calibri 本文"/>
                        </a:rPr>
                        <a:t>基盤 logits 保存</a:t>
                      </a:r>
                    </a:p>
                  </a:txBody>
                  <a:tcPr anchor="ctr"/>
                </a:tc>
                <a:tc>
                  <a:txBody>
                    <a:bodyPr/>
                    <a:lstStyle/>
                    <a:p>
                      <a:pPr>
                        <a:buNone/>
                      </a:pPr>
                      <a:r>
                        <a:rPr lang="ja-JP" dirty="0">
                          <a:effectLst/>
                          <a:latin typeface="Calibri 本文"/>
                        </a:rPr>
                        <a:t>更新後基盤 LoRA × 公開整合セット</a:t>
                      </a:r>
                    </a:p>
                  </a:txBody>
                  <a:tcPr anchor="ctr"/>
                </a:tc>
                <a:tc>
                  <a:txBody>
                    <a:bodyPr/>
                    <a:lstStyle/>
                    <a:p>
                      <a:pPr>
                        <a:buNone/>
                      </a:pPr>
                      <a:r>
                        <a:rPr lang="ja-JP" dirty="0">
                          <a:effectLst/>
                          <a:latin typeface="Calibri 本文"/>
                        </a:rPr>
                        <a:t>次ラウンド用 </a:t>
                      </a:r>
                      <a:r>
                        <a:rPr lang="ja-JP" b="1" dirty="0">
                          <a:effectLst/>
                          <a:latin typeface="Calibri 本文"/>
                        </a:rPr>
                        <a:t>基盤 logits</a:t>
                      </a:r>
                      <a:endParaRPr lang="ja-JP" dirty="0">
                        <a:effectLst/>
                        <a:latin typeface="Calibri 本文"/>
                      </a:endParaRPr>
                    </a:p>
                  </a:txBody>
                  <a:tcPr anchor="ctr"/>
                </a:tc>
                <a:extLst>
                  <a:ext uri="{0D108BD9-81ED-4DB2-BD59-A6C34878D82A}">
                    <a16:rowId xmlns:a16="http://schemas.microsoft.com/office/drawing/2014/main" val="3769240296"/>
                  </a:ext>
                </a:extLst>
              </a:tr>
            </a:tbl>
          </a:graphicData>
        </a:graphic>
      </p:graphicFrame>
      <p:sp>
        <p:nvSpPr>
          <p:cNvPr id="3" name="タイトル 2">
            <a:extLst>
              <a:ext uri="{FF2B5EF4-FFF2-40B4-BE49-F238E27FC236}">
                <a16:creationId xmlns:a16="http://schemas.microsoft.com/office/drawing/2014/main" id="{42070864-B96C-8B44-B558-E9B3935117A2}"/>
              </a:ext>
            </a:extLst>
          </p:cNvPr>
          <p:cNvSpPr>
            <a:spLocks noGrp="1"/>
          </p:cNvSpPr>
          <p:nvPr>
            <p:ph type="title"/>
          </p:nvPr>
        </p:nvSpPr>
        <p:spPr/>
        <p:txBody>
          <a:bodyPr/>
          <a:lstStyle/>
          <a:p>
            <a:r>
              <a:rPr kumimoji="1" lang="ja-JP" altLang="en-US" dirty="0"/>
              <a:t>詳細</a:t>
            </a:r>
          </a:p>
        </p:txBody>
      </p:sp>
      <p:sp>
        <p:nvSpPr>
          <p:cNvPr id="4" name="スライド番号プレースホルダー 3">
            <a:extLst>
              <a:ext uri="{FF2B5EF4-FFF2-40B4-BE49-F238E27FC236}">
                <a16:creationId xmlns:a16="http://schemas.microsoft.com/office/drawing/2014/main" id="{E5BFE533-1509-62FA-863A-E692B3E3C3CC}"/>
              </a:ext>
            </a:extLst>
          </p:cNvPr>
          <p:cNvSpPr>
            <a:spLocks noGrp="1"/>
          </p:cNvSpPr>
          <p:nvPr>
            <p:ph type="sldNum" sz="quarter" idx="4"/>
          </p:nvPr>
        </p:nvSpPr>
        <p:spPr/>
        <p:txBody>
          <a:bodyPr/>
          <a:lstStyle/>
          <a:p>
            <a:fld id="{C088C981-6885-4100-82A1-DE7074EC4480}" type="slidenum">
              <a:rPr lang="ja-JP" altLang="en-US" smtClean="0"/>
              <a:t>16</a:t>
            </a:fld>
            <a:endParaRPr lang="ja-JP" altLang="en-US"/>
          </a:p>
        </p:txBody>
      </p:sp>
    </p:spTree>
    <p:extLst>
      <p:ext uri="{BB962C8B-B14F-4D97-AF65-F5344CB8AC3E}">
        <p14:creationId xmlns:p14="http://schemas.microsoft.com/office/powerpoint/2010/main" val="4261260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1E803F54-69A9-73BA-3704-A24D0A37A113}"/>
              </a:ext>
            </a:extLst>
          </p:cNvPr>
          <p:cNvGraphicFramePr>
            <a:graphicFrameLocks noGrp="1"/>
          </p:cNvGraphicFramePr>
          <p:nvPr>
            <p:ph idx="1"/>
            <p:extLst>
              <p:ext uri="{D42A27DB-BD31-4B8C-83A1-F6EECF244321}">
                <p14:modId xmlns:p14="http://schemas.microsoft.com/office/powerpoint/2010/main" val="607958231"/>
              </p:ext>
            </p:extLst>
          </p:nvPr>
        </p:nvGraphicFramePr>
        <p:xfrm>
          <a:off x="0" y="811213"/>
          <a:ext cx="9144000" cy="6477000"/>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3102144041"/>
                    </a:ext>
                  </a:extLst>
                </a:gridCol>
                <a:gridCol w="4572000">
                  <a:extLst>
                    <a:ext uri="{9D8B030D-6E8A-4147-A177-3AD203B41FA5}">
                      <a16:colId xmlns:a16="http://schemas.microsoft.com/office/drawing/2014/main" val="2854444728"/>
                    </a:ext>
                  </a:extLst>
                </a:gridCol>
              </a:tblGrid>
              <a:tr h="370840">
                <a:tc>
                  <a:txBody>
                    <a:bodyPr/>
                    <a:lstStyle/>
                    <a:p>
                      <a:pPr>
                        <a:buNone/>
                      </a:pPr>
                      <a:r>
                        <a:rPr lang="ja-JP" altLang="en-US" dirty="0">
                          <a:effectLst/>
                        </a:rPr>
                        <a:t>項目</a:t>
                      </a:r>
                      <a:endParaRPr lang="ja-JP" dirty="0">
                        <a:effectLst/>
                      </a:endParaRPr>
                    </a:p>
                  </a:txBody>
                  <a:tcPr anchor="ctr"/>
                </a:tc>
                <a:tc>
                  <a:txBody>
                    <a:bodyPr/>
                    <a:lstStyle/>
                    <a:p>
                      <a:pPr>
                        <a:buNone/>
                      </a:pPr>
                      <a:r>
                        <a:rPr lang="ja-JP" altLang="en-US" dirty="0">
                          <a:effectLst/>
                        </a:rPr>
                        <a:t>値</a:t>
                      </a:r>
                      <a:endParaRPr lang="ja-JP" dirty="0">
                        <a:effectLst/>
                      </a:endParaRPr>
                    </a:p>
                  </a:txBody>
                  <a:tcPr anchor="ctr"/>
                </a:tc>
                <a:extLst>
                  <a:ext uri="{0D108BD9-81ED-4DB2-BD59-A6C34878D82A}">
                    <a16:rowId xmlns:a16="http://schemas.microsoft.com/office/drawing/2014/main" val="1903886964"/>
                  </a:ext>
                </a:extLst>
              </a:tr>
              <a:tr h="370840">
                <a:tc>
                  <a:txBody>
                    <a:bodyPr/>
                    <a:lstStyle/>
                    <a:p>
                      <a:pPr>
                        <a:buNone/>
                      </a:pPr>
                      <a:r>
                        <a:rPr lang="ja-JP" altLang="en-US" dirty="0">
                          <a:effectLst/>
                        </a:rPr>
                        <a:t>クライアント</a:t>
                      </a:r>
                      <a:r>
                        <a:rPr lang="ja-JP" dirty="0">
                          <a:effectLst/>
                        </a:rPr>
                        <a:t>数 / ラウンド</a:t>
                      </a:r>
                    </a:p>
                  </a:txBody>
                  <a:tcPr anchor="ctr"/>
                </a:tc>
                <a:tc>
                  <a:txBody>
                    <a:bodyPr/>
                    <a:lstStyle/>
                    <a:p>
                      <a:pPr>
                        <a:buNone/>
                      </a:pPr>
                      <a:r>
                        <a:rPr lang="ja-JP" b="1" dirty="0">
                          <a:effectLst/>
                        </a:rPr>
                        <a:t>2</a:t>
                      </a:r>
                      <a:r>
                        <a:rPr lang="ja-JP" dirty="0">
                          <a:effectLst/>
                        </a:rPr>
                        <a:t> / </a:t>
                      </a:r>
                      <a:r>
                        <a:rPr lang="ja-JP" b="1" dirty="0">
                          <a:effectLst/>
                        </a:rPr>
                        <a:t>3</a:t>
                      </a:r>
                      <a:endParaRPr lang="ja-JP" dirty="0">
                        <a:effectLst/>
                      </a:endParaRPr>
                    </a:p>
                  </a:txBody>
                  <a:tcPr anchor="ctr"/>
                </a:tc>
                <a:extLst>
                  <a:ext uri="{0D108BD9-81ED-4DB2-BD59-A6C34878D82A}">
                    <a16:rowId xmlns:a16="http://schemas.microsoft.com/office/drawing/2014/main" val="524400507"/>
                  </a:ext>
                </a:extLst>
              </a:tr>
              <a:tr h="370840">
                <a:tc>
                  <a:txBody>
                    <a:bodyPr/>
                    <a:lstStyle/>
                    <a:p>
                      <a:pPr>
                        <a:buNone/>
                      </a:pPr>
                      <a:r>
                        <a:rPr lang="ja-JP" altLang="en-US" dirty="0">
                          <a:effectLst/>
                        </a:rPr>
                        <a:t>クライアント</a:t>
                      </a:r>
                      <a:r>
                        <a:rPr lang="ja-JP" dirty="0">
                          <a:effectLst/>
                        </a:rPr>
                        <a:t>学習データ</a:t>
                      </a:r>
                    </a:p>
                  </a:txBody>
                  <a:tcPr anchor="ctr"/>
                </a:tc>
                <a:tc>
                  <a:txBody>
                    <a:bodyPr/>
                    <a:lstStyle/>
                    <a:p>
                      <a:pPr>
                        <a:buNone/>
                      </a:pPr>
                      <a:r>
                        <a:rPr lang="ja-JP" b="1" dirty="0">
                          <a:effectLst/>
                        </a:rPr>
                        <a:t>40 件/端末</a:t>
                      </a:r>
                      <a:endParaRPr lang="ja-JP" dirty="0">
                        <a:effectLst/>
                      </a:endParaRPr>
                    </a:p>
                  </a:txBody>
                  <a:tcPr anchor="ctr"/>
                </a:tc>
                <a:extLst>
                  <a:ext uri="{0D108BD9-81ED-4DB2-BD59-A6C34878D82A}">
                    <a16:rowId xmlns:a16="http://schemas.microsoft.com/office/drawing/2014/main" val="3483507904"/>
                  </a:ext>
                </a:extLst>
              </a:tr>
              <a:tr h="370840">
                <a:tc>
                  <a:txBody>
                    <a:bodyPr/>
                    <a:lstStyle/>
                    <a:p>
                      <a:pPr>
                        <a:buNone/>
                      </a:pPr>
                      <a:r>
                        <a:rPr lang="ja-JP" altLang="en-US" dirty="0">
                          <a:effectLst/>
                        </a:rPr>
                        <a:t>クライアント</a:t>
                      </a:r>
                      <a:r>
                        <a:rPr lang="ja-JP" dirty="0">
                          <a:effectLst/>
                        </a:rPr>
                        <a:t>評価</a:t>
                      </a:r>
                    </a:p>
                  </a:txBody>
                  <a:tcPr anchor="ctr"/>
                </a:tc>
                <a:tc>
                  <a:txBody>
                    <a:bodyPr/>
                    <a:lstStyle/>
                    <a:p>
                      <a:pPr>
                        <a:buNone/>
                      </a:pPr>
                      <a:r>
                        <a:rPr lang="ja-JP" b="1" dirty="0">
                          <a:effectLst/>
                        </a:rPr>
                        <a:t>30 件</a:t>
                      </a:r>
                      <a:endParaRPr lang="ja-JP" dirty="0">
                        <a:effectLst/>
                      </a:endParaRPr>
                    </a:p>
                  </a:txBody>
                  <a:tcPr anchor="ctr"/>
                </a:tc>
                <a:extLst>
                  <a:ext uri="{0D108BD9-81ED-4DB2-BD59-A6C34878D82A}">
                    <a16:rowId xmlns:a16="http://schemas.microsoft.com/office/drawing/2014/main" val="2942253014"/>
                  </a:ext>
                </a:extLst>
              </a:tr>
              <a:tr h="370840">
                <a:tc>
                  <a:txBody>
                    <a:bodyPr/>
                    <a:lstStyle/>
                    <a:p>
                      <a:pPr>
                        <a:buNone/>
                      </a:pPr>
                      <a:r>
                        <a:rPr lang="ja-JP" dirty="0">
                          <a:effectLst/>
                        </a:rPr>
                        <a:t>公開</a:t>
                      </a:r>
                      <a:r>
                        <a:rPr lang="ja-JP" altLang="en-US" dirty="0">
                          <a:effectLst/>
                        </a:rPr>
                        <a:t>データ</a:t>
                      </a:r>
                      <a:r>
                        <a:rPr lang="ja-JP" dirty="0">
                          <a:effectLst/>
                        </a:rPr>
                        <a:t>セット（server_train）</a:t>
                      </a:r>
                    </a:p>
                  </a:txBody>
                  <a:tcPr anchor="ctr"/>
                </a:tc>
                <a:tc>
                  <a:txBody>
                    <a:bodyPr/>
                    <a:lstStyle/>
                    <a:p>
                      <a:pPr>
                        <a:buNone/>
                      </a:pPr>
                      <a:r>
                        <a:rPr lang="ja-JP" b="1" dirty="0">
                          <a:effectLst/>
                        </a:rPr>
                        <a:t>40 件</a:t>
                      </a:r>
                      <a:r>
                        <a:rPr lang="ja-JP" dirty="0">
                          <a:effectLst/>
                        </a:rPr>
                        <a:t>。全端末・クラウドが同じ ID を参照</a:t>
                      </a:r>
                    </a:p>
                  </a:txBody>
                  <a:tcPr anchor="ctr"/>
                </a:tc>
                <a:extLst>
                  <a:ext uri="{0D108BD9-81ED-4DB2-BD59-A6C34878D82A}">
                    <a16:rowId xmlns:a16="http://schemas.microsoft.com/office/drawing/2014/main" val="1273785350"/>
                  </a:ext>
                </a:extLst>
              </a:tr>
              <a:tr h="370840">
                <a:tc>
                  <a:txBody>
                    <a:bodyPr/>
                    <a:lstStyle/>
                    <a:p>
                      <a:pPr>
                        <a:buNone/>
                      </a:pPr>
                      <a:r>
                        <a:rPr lang="ja-JP" dirty="0">
                          <a:effectLst/>
                        </a:rPr>
                        <a:t>サーバ評価</a:t>
                      </a:r>
                    </a:p>
                  </a:txBody>
                  <a:tcPr anchor="ctr"/>
                </a:tc>
                <a:tc>
                  <a:txBody>
                    <a:bodyPr/>
                    <a:lstStyle/>
                    <a:p>
                      <a:pPr>
                        <a:buNone/>
                      </a:pPr>
                      <a:r>
                        <a:rPr lang="ja-JP" b="1" dirty="0">
                          <a:effectLst/>
                        </a:rPr>
                        <a:t>30 件</a:t>
                      </a:r>
                      <a:endParaRPr lang="ja-JP" dirty="0">
                        <a:effectLst/>
                      </a:endParaRPr>
                    </a:p>
                  </a:txBody>
                  <a:tcPr anchor="ctr"/>
                </a:tc>
                <a:extLst>
                  <a:ext uri="{0D108BD9-81ED-4DB2-BD59-A6C34878D82A}">
                    <a16:rowId xmlns:a16="http://schemas.microsoft.com/office/drawing/2014/main" val="1198738406"/>
                  </a:ext>
                </a:extLst>
              </a:tr>
              <a:tr h="370840">
                <a:tc>
                  <a:txBody>
                    <a:bodyPr/>
                    <a:lstStyle/>
                    <a:p>
                      <a:pPr>
                        <a:buNone/>
                      </a:pPr>
                      <a:r>
                        <a:rPr lang="ja-JP" dirty="0">
                          <a:effectLst/>
                        </a:rPr>
                        <a:t>LoRA</a:t>
                      </a:r>
                    </a:p>
                  </a:txBody>
                  <a:tcPr anchor="ctr"/>
                </a:tc>
                <a:tc>
                  <a:txBody>
                    <a:bodyPr/>
                    <a:lstStyle/>
                    <a:p>
                      <a:pPr>
                        <a:buNone/>
                      </a:pPr>
                      <a:r>
                        <a:rPr lang="ja-JP" dirty="0">
                          <a:effectLst/>
                        </a:rPr>
                        <a:t>r=</a:t>
                      </a:r>
                      <a:r>
                        <a:rPr lang="ja-JP" b="1" dirty="0">
                          <a:effectLst/>
                        </a:rPr>
                        <a:t>8</a:t>
                      </a:r>
                      <a:r>
                        <a:rPr lang="ja-JP" dirty="0">
                          <a:effectLst/>
                        </a:rPr>
                        <a:t>, α=</a:t>
                      </a:r>
                      <a:r>
                        <a:rPr lang="ja-JP" b="1" dirty="0">
                          <a:effectLst/>
                        </a:rPr>
                        <a:t>16</a:t>
                      </a:r>
                      <a:r>
                        <a:rPr lang="ja-JP" dirty="0">
                          <a:effectLst/>
                        </a:rPr>
                        <a:t>, target=</a:t>
                      </a:r>
                      <a:r>
                        <a:rPr lang="ja-JP" dirty="0">
                          <a:effectLst/>
                          <a:latin typeface="Courier New" panose="02070309020205020404" pitchFamily="49" charset="0"/>
                        </a:rPr>
                        <a:t>q_proj</a:t>
                      </a:r>
                      <a:r>
                        <a:rPr lang="ja-JP" dirty="0">
                          <a:effectLst/>
                        </a:rPr>
                        <a:t>/</a:t>
                      </a:r>
                      <a:r>
                        <a:rPr lang="ja-JP" dirty="0">
                          <a:effectLst/>
                          <a:latin typeface="Courier New" panose="02070309020205020404" pitchFamily="49" charset="0"/>
                        </a:rPr>
                        <a:t>v_proj</a:t>
                      </a:r>
                      <a:endParaRPr lang="ja-JP" dirty="0">
                        <a:effectLst/>
                      </a:endParaRPr>
                    </a:p>
                  </a:txBody>
                  <a:tcPr anchor="ctr"/>
                </a:tc>
                <a:extLst>
                  <a:ext uri="{0D108BD9-81ED-4DB2-BD59-A6C34878D82A}">
                    <a16:rowId xmlns:a16="http://schemas.microsoft.com/office/drawing/2014/main" val="2534672936"/>
                  </a:ext>
                </a:extLst>
              </a:tr>
              <a:tr h="370840">
                <a:tc>
                  <a:txBody>
                    <a:bodyPr/>
                    <a:lstStyle/>
                    <a:p>
                      <a:pPr>
                        <a:buNone/>
                      </a:pPr>
                      <a:r>
                        <a:rPr lang="ja-JP" dirty="0">
                          <a:effectLst/>
                        </a:rPr>
                        <a:t>学習率（端末 L_task / 蒸留）</a:t>
                      </a:r>
                    </a:p>
                  </a:txBody>
                  <a:tcPr anchor="ctr"/>
                </a:tc>
                <a:tc>
                  <a:txBody>
                    <a:bodyPr/>
                    <a:lstStyle/>
                    <a:p>
                      <a:pPr>
                        <a:buNone/>
                      </a:pPr>
                      <a:r>
                        <a:rPr lang="ja-JP" b="1" dirty="0">
                          <a:effectLst/>
                        </a:rPr>
                        <a:t>1e-4</a:t>
                      </a:r>
                      <a:endParaRPr lang="ja-JP" dirty="0">
                        <a:effectLst/>
                      </a:endParaRPr>
                    </a:p>
                  </a:txBody>
                  <a:tcPr anchor="ctr"/>
                </a:tc>
                <a:extLst>
                  <a:ext uri="{0D108BD9-81ED-4DB2-BD59-A6C34878D82A}">
                    <a16:rowId xmlns:a16="http://schemas.microsoft.com/office/drawing/2014/main" val="3037524529"/>
                  </a:ext>
                </a:extLst>
              </a:tr>
              <a:tr h="370840">
                <a:tc>
                  <a:txBody>
                    <a:bodyPr/>
                    <a:lstStyle/>
                    <a:p>
                      <a:pPr>
                        <a:buNone/>
                      </a:pPr>
                      <a:r>
                        <a:rPr lang="ja-JP" dirty="0">
                          <a:effectLst/>
                        </a:rPr>
                        <a:t>batch size</a:t>
                      </a:r>
                    </a:p>
                  </a:txBody>
                  <a:tcPr anchor="ctr"/>
                </a:tc>
                <a:tc>
                  <a:txBody>
                    <a:bodyPr/>
                    <a:lstStyle/>
                    <a:p>
                      <a:pPr>
                        <a:buNone/>
                      </a:pPr>
                      <a:r>
                        <a:rPr lang="ja-JP" b="1">
                          <a:effectLst/>
                        </a:rPr>
                        <a:t>1</a:t>
                      </a:r>
                      <a:endParaRPr lang="ja-JP">
                        <a:effectLst/>
                      </a:endParaRPr>
                    </a:p>
                  </a:txBody>
                  <a:tcPr anchor="ctr"/>
                </a:tc>
                <a:extLst>
                  <a:ext uri="{0D108BD9-81ED-4DB2-BD59-A6C34878D82A}">
                    <a16:rowId xmlns:a16="http://schemas.microsoft.com/office/drawing/2014/main" val="1498694797"/>
                  </a:ext>
                </a:extLst>
              </a:tr>
              <a:tr h="370840">
                <a:tc>
                  <a:txBody>
                    <a:bodyPr/>
                    <a:lstStyle/>
                    <a:p>
                      <a:pPr>
                        <a:buNone/>
                      </a:pPr>
                      <a:r>
                        <a:rPr lang="ja-JP" dirty="0">
                          <a:effectLst/>
                        </a:rPr>
                        <a:t>蒸留配布</a:t>
                      </a:r>
                    </a:p>
                  </a:txBody>
                  <a:tcPr anchor="ctr"/>
                </a:tc>
                <a:tc>
                  <a:txBody>
                    <a:bodyPr/>
                    <a:lstStyle/>
                    <a:p>
                      <a:pPr>
                        <a:buNone/>
                      </a:pPr>
                      <a:r>
                        <a:rPr lang="ja-JP" dirty="0">
                          <a:effectLst/>
                          <a:latin typeface="Courier New" panose="02070309020205020404" pitchFamily="49" charset="0"/>
                        </a:rPr>
                        <a:t>distill_steps=20</a:t>
                      </a:r>
                      <a:r>
                        <a:rPr lang="ja-JP" dirty="0">
                          <a:effectLst/>
                        </a:rPr>
                        <a:t>、KL×T²、T=</a:t>
                      </a:r>
                      <a:r>
                        <a:rPr lang="ja-JP" b="1" dirty="0">
                          <a:effectLst/>
                        </a:rPr>
                        <a:t>2.0</a:t>
                      </a:r>
                      <a:endParaRPr lang="ja-JP" dirty="0">
                        <a:effectLst/>
                      </a:endParaRPr>
                    </a:p>
                  </a:txBody>
                  <a:tcPr anchor="ctr"/>
                </a:tc>
                <a:extLst>
                  <a:ext uri="{0D108BD9-81ED-4DB2-BD59-A6C34878D82A}">
                    <a16:rowId xmlns:a16="http://schemas.microsoft.com/office/drawing/2014/main" val="1648864711"/>
                  </a:ext>
                </a:extLst>
              </a:tr>
              <a:tr h="370840">
                <a:tc>
                  <a:txBody>
                    <a:bodyPr/>
                    <a:lstStyle/>
                    <a:p>
                      <a:pPr>
                        <a:buNone/>
                      </a:pPr>
                      <a:r>
                        <a:rPr lang="ja-JP" dirty="0">
                          <a:effectLst/>
                        </a:rPr>
                        <a:t>量子化</a:t>
                      </a:r>
                    </a:p>
                  </a:txBody>
                  <a:tcPr anchor="ctr"/>
                </a:tc>
                <a:tc>
                  <a:txBody>
                    <a:bodyPr/>
                    <a:lstStyle/>
                    <a:p>
                      <a:pPr>
                        <a:buNone/>
                      </a:pPr>
                      <a:r>
                        <a:rPr lang="ja-JP" b="1" dirty="0">
                          <a:effectLst/>
                        </a:rPr>
                        <a:t>なし</a:t>
                      </a:r>
                      <a:endParaRPr lang="ja-JP" dirty="0">
                        <a:effectLst/>
                      </a:endParaRPr>
                    </a:p>
                  </a:txBody>
                  <a:tcPr anchor="ctr"/>
                </a:tc>
                <a:extLst>
                  <a:ext uri="{0D108BD9-81ED-4DB2-BD59-A6C34878D82A}">
                    <a16:rowId xmlns:a16="http://schemas.microsoft.com/office/drawing/2014/main" val="394807951"/>
                  </a:ext>
                </a:extLst>
              </a:tr>
              <a:tr h="370840">
                <a:tc>
                  <a:txBody>
                    <a:bodyPr/>
                    <a:lstStyle/>
                    <a:p>
                      <a:pPr>
                        <a:buNone/>
                      </a:pPr>
                      <a:r>
                        <a:rPr lang="ja-JP">
                          <a:effectLst/>
                        </a:rPr>
                        <a:t>AMP</a:t>
                      </a:r>
                    </a:p>
                  </a:txBody>
                  <a:tcPr anchor="ctr"/>
                </a:tc>
                <a:tc>
                  <a:txBody>
                    <a:bodyPr/>
                    <a:lstStyle/>
                    <a:p>
                      <a:pPr>
                        <a:buNone/>
                      </a:pPr>
                      <a:r>
                        <a:rPr lang="ja-JP" b="1" dirty="0">
                          <a:effectLst/>
                        </a:rPr>
                        <a:t>bfloat16</a:t>
                      </a:r>
                      <a:endParaRPr lang="ja-JP" dirty="0">
                        <a:effectLst/>
                      </a:endParaRPr>
                    </a:p>
                  </a:txBody>
                  <a:tcPr anchor="ctr"/>
                </a:tc>
                <a:extLst>
                  <a:ext uri="{0D108BD9-81ED-4DB2-BD59-A6C34878D82A}">
                    <a16:rowId xmlns:a16="http://schemas.microsoft.com/office/drawing/2014/main" val="2707215365"/>
                  </a:ext>
                </a:extLst>
              </a:tr>
              <a:tr h="370840">
                <a:tc>
                  <a:txBody>
                    <a:bodyPr/>
                    <a:lstStyle/>
                    <a:p>
                      <a:pPr>
                        <a:buNone/>
                      </a:pPr>
                      <a:r>
                        <a:rPr lang="ja-JP">
                          <a:effectLst/>
                        </a:rPr>
                        <a:t>gradient checkpointing</a:t>
                      </a:r>
                    </a:p>
                  </a:txBody>
                  <a:tcPr anchor="ctr"/>
                </a:tc>
                <a:tc>
                  <a:txBody>
                    <a:bodyPr/>
                    <a:lstStyle/>
                    <a:p>
                      <a:pPr>
                        <a:buNone/>
                      </a:pPr>
                      <a:r>
                        <a:rPr lang="ja-JP" b="1" dirty="0">
                          <a:effectLst/>
                        </a:rPr>
                        <a:t>あり</a:t>
                      </a:r>
                      <a:endParaRPr lang="ja-JP" dirty="0">
                        <a:effectLst/>
                      </a:endParaRPr>
                    </a:p>
                  </a:txBody>
                  <a:tcPr anchor="ctr"/>
                </a:tc>
                <a:extLst>
                  <a:ext uri="{0D108BD9-81ED-4DB2-BD59-A6C34878D82A}">
                    <a16:rowId xmlns:a16="http://schemas.microsoft.com/office/drawing/2014/main" val="1390927739"/>
                  </a:ext>
                </a:extLst>
              </a:tr>
              <a:tr h="370840">
                <a:tc>
                  <a:txBody>
                    <a:bodyPr/>
                    <a:lstStyle/>
                    <a:p>
                      <a:pPr>
                        <a:buNone/>
                      </a:pPr>
                      <a:r>
                        <a:rPr lang="ja-JP" dirty="0">
                          <a:effectLst/>
                        </a:rPr>
                        <a:t>GPU</a:t>
                      </a:r>
                    </a:p>
                  </a:txBody>
                  <a:tcPr anchor="ctr"/>
                </a:tc>
                <a:tc>
                  <a:txBody>
                    <a:bodyPr/>
                    <a:lstStyle/>
                    <a:p>
                      <a:pPr>
                        <a:buNone/>
                      </a:pPr>
                      <a:r>
                        <a:rPr lang="ja-JP" dirty="0">
                          <a:effectLst/>
                        </a:rPr>
                        <a:t>RTX 5050 Laptop 8GB（ローカル）</a:t>
                      </a:r>
                    </a:p>
                  </a:txBody>
                  <a:tcPr anchor="ctr"/>
                </a:tc>
                <a:extLst>
                  <a:ext uri="{0D108BD9-81ED-4DB2-BD59-A6C34878D82A}">
                    <a16:rowId xmlns:a16="http://schemas.microsoft.com/office/drawing/2014/main" val="153899648"/>
                  </a:ext>
                </a:extLst>
              </a:tr>
              <a:tr h="743267">
                <a:tc>
                  <a:txBody>
                    <a:bodyPr/>
                    <a:lstStyle/>
                    <a:p>
                      <a:pPr>
                        <a:buNone/>
                      </a:pPr>
                      <a:r>
                        <a:rPr lang="ja-JP" dirty="0">
                          <a:effectLst/>
                        </a:rPr>
                        <a:t>端末→クラウド</a:t>
                      </a:r>
                    </a:p>
                  </a:txBody>
                  <a:tcPr anchor="ctr"/>
                </a:tc>
                <a:tc>
                  <a:txBody>
                    <a:bodyPr/>
                    <a:lstStyle/>
                    <a:p>
                      <a:pPr>
                        <a:buNone/>
                      </a:pPr>
                      <a:r>
                        <a:rPr lang="ja-JP" b="1" dirty="0">
                          <a:effectLst/>
                        </a:rPr>
                        <a:t>logits のみ</a:t>
                      </a:r>
                      <a:r>
                        <a:rPr lang="ja-JP" dirty="0">
                          <a:effectLst/>
                        </a:rPr>
                        <a:t>（整合用 40 件上。クライアント LoRA 重みはサーバ整合の入力に使わない）</a:t>
                      </a:r>
                    </a:p>
                  </a:txBody>
                  <a:tcPr anchor="ctr"/>
                </a:tc>
                <a:extLst>
                  <a:ext uri="{0D108BD9-81ED-4DB2-BD59-A6C34878D82A}">
                    <a16:rowId xmlns:a16="http://schemas.microsoft.com/office/drawing/2014/main" val="3693771835"/>
                  </a:ext>
                </a:extLst>
              </a:tr>
              <a:tr h="370840">
                <a:tc>
                  <a:txBody>
                    <a:bodyPr/>
                    <a:lstStyle/>
                    <a:p>
                      <a:pPr>
                        <a:buNone/>
                      </a:pPr>
                      <a:r>
                        <a:rPr lang="ja-JP" dirty="0">
                          <a:effectLst/>
                        </a:rPr>
                        <a:t>クラウド→端末</a:t>
                      </a:r>
                    </a:p>
                  </a:txBody>
                  <a:tcPr anchor="ctr"/>
                </a:tc>
                <a:tc>
                  <a:txBody>
                    <a:bodyPr/>
                    <a:lstStyle/>
                    <a:p>
                      <a:pPr>
                        <a:buNone/>
                      </a:pPr>
                      <a:r>
                        <a:rPr lang="ja-JP" b="1" dirty="0">
                          <a:effectLst/>
                        </a:rPr>
                        <a:t>基盤 logits</a:t>
                      </a:r>
                      <a:r>
                        <a:rPr lang="ja-JP" dirty="0">
                          <a:effectLst/>
                        </a:rPr>
                        <a:t> による蒸留配布</a:t>
                      </a:r>
                    </a:p>
                  </a:txBody>
                  <a:tcPr anchor="ctr"/>
                </a:tc>
                <a:extLst>
                  <a:ext uri="{0D108BD9-81ED-4DB2-BD59-A6C34878D82A}">
                    <a16:rowId xmlns:a16="http://schemas.microsoft.com/office/drawing/2014/main" val="477260081"/>
                  </a:ext>
                </a:extLst>
              </a:tr>
            </a:tbl>
          </a:graphicData>
        </a:graphic>
      </p:graphicFrame>
      <p:sp>
        <p:nvSpPr>
          <p:cNvPr id="3" name="タイトル 2">
            <a:extLst>
              <a:ext uri="{FF2B5EF4-FFF2-40B4-BE49-F238E27FC236}">
                <a16:creationId xmlns:a16="http://schemas.microsoft.com/office/drawing/2014/main" id="{0B8BCBC0-3041-007F-151D-9F33274A2978}"/>
              </a:ext>
            </a:extLst>
          </p:cNvPr>
          <p:cNvSpPr>
            <a:spLocks noGrp="1"/>
          </p:cNvSpPr>
          <p:nvPr>
            <p:ph type="title"/>
          </p:nvPr>
        </p:nvSpPr>
        <p:spPr/>
        <p:txBody>
          <a:bodyPr/>
          <a:lstStyle/>
          <a:p>
            <a:r>
              <a:rPr kumimoji="1" lang="ja-JP" altLang="en-US" dirty="0"/>
              <a:t>実験設定</a:t>
            </a:r>
          </a:p>
        </p:txBody>
      </p:sp>
      <p:sp>
        <p:nvSpPr>
          <p:cNvPr id="4" name="スライド番号プレースホルダー 3">
            <a:extLst>
              <a:ext uri="{FF2B5EF4-FFF2-40B4-BE49-F238E27FC236}">
                <a16:creationId xmlns:a16="http://schemas.microsoft.com/office/drawing/2014/main" id="{AFB71EEA-CA51-B861-1FE4-F4C98CEAAB06}"/>
              </a:ext>
            </a:extLst>
          </p:cNvPr>
          <p:cNvSpPr>
            <a:spLocks noGrp="1"/>
          </p:cNvSpPr>
          <p:nvPr>
            <p:ph type="sldNum" sz="quarter" idx="4"/>
          </p:nvPr>
        </p:nvSpPr>
        <p:spPr/>
        <p:txBody>
          <a:bodyPr/>
          <a:lstStyle/>
          <a:p>
            <a:fld id="{C088C981-6885-4100-82A1-DE7074EC4480}" type="slidenum">
              <a:rPr lang="ja-JP" altLang="en-US" smtClean="0"/>
              <a:t>17</a:t>
            </a:fld>
            <a:endParaRPr lang="ja-JP" altLang="en-US"/>
          </a:p>
        </p:txBody>
      </p:sp>
    </p:spTree>
    <p:extLst>
      <p:ext uri="{BB962C8B-B14F-4D97-AF65-F5344CB8AC3E}">
        <p14:creationId xmlns:p14="http://schemas.microsoft.com/office/powerpoint/2010/main" val="3957673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FA17F3D-5EE6-2EB1-3E3E-B3AF5303DE06}"/>
              </a:ext>
            </a:extLst>
          </p:cNvPr>
          <p:cNvSpPr>
            <a:spLocks noGrp="1"/>
          </p:cNvSpPr>
          <p:nvPr>
            <p:ph idx="1"/>
          </p:nvPr>
        </p:nvSpPr>
        <p:spPr/>
        <p:txBody>
          <a:bodyPr/>
          <a:lstStyle/>
          <a:p>
            <a:pPr marL="0" indent="0">
              <a:buNone/>
            </a:pPr>
            <a:r>
              <a:rPr kumimoji="1" lang="en-US" altLang="ja-JP" dirty="0"/>
              <a:t>【</a:t>
            </a:r>
            <a:r>
              <a:rPr kumimoji="1" lang="ja-JP" altLang="en-US" dirty="0"/>
              <a:t>従来の </a:t>
            </a:r>
            <a:r>
              <a:rPr kumimoji="1" lang="en-US" altLang="ja-JP" dirty="0" err="1"/>
              <a:t>FedAvg</a:t>
            </a:r>
            <a:r>
              <a:rPr kumimoji="1" lang="ja-JP" altLang="en-US" dirty="0"/>
              <a:t>（対比）</a:t>
            </a:r>
            <a:r>
              <a:rPr kumimoji="1" lang="en-US" altLang="ja-JP" dirty="0"/>
              <a:t>】  </a:t>
            </a:r>
          </a:p>
          <a:p>
            <a:r>
              <a:rPr kumimoji="1" lang="ja-JP" altLang="en-US" dirty="0"/>
              <a:t>端末の更新を平均して、そのまま次の全体モデルにする  → サーバ側は「平均するだけ」</a:t>
            </a:r>
            <a:endParaRPr kumimoji="1" lang="en-US" altLang="ja-JP" dirty="0"/>
          </a:p>
          <a:p>
            <a:pPr marL="0" indent="0">
              <a:buNone/>
            </a:pPr>
            <a:r>
              <a:rPr kumimoji="1" lang="en-US" altLang="ja-JP" dirty="0"/>
              <a:t>【</a:t>
            </a:r>
            <a:r>
              <a:rPr kumimoji="1" lang="en-US" altLang="ja-JP" dirty="0" err="1"/>
              <a:t>FedOpt</a:t>
            </a:r>
            <a:r>
              <a:rPr kumimoji="1" lang="en-US" altLang="ja-JP" dirty="0"/>
              <a:t> </a:t>
            </a:r>
            <a:r>
              <a:rPr kumimoji="1" lang="ja-JP" altLang="en-US" dirty="0"/>
              <a:t>のアイデア</a:t>
            </a:r>
            <a:r>
              <a:rPr kumimoji="1" lang="en-US" altLang="ja-JP" dirty="0"/>
              <a:t>】  </a:t>
            </a:r>
          </a:p>
          <a:p>
            <a:r>
              <a:rPr kumimoji="1" lang="ja-JP" altLang="en-US" dirty="0"/>
              <a:t>端末から来た更新を、ただ平均するだけでなく、  サーバ側でも </a:t>
            </a:r>
            <a:r>
              <a:rPr kumimoji="1" lang="en-US" altLang="ja-JP" dirty="0"/>
              <a:t>Adam </a:t>
            </a:r>
            <a:r>
              <a:rPr kumimoji="1" lang="ja-JP" altLang="en-US" dirty="0"/>
              <a:t>のような賢い更新ルールで全体モデルを動かす</a:t>
            </a:r>
          </a:p>
        </p:txBody>
      </p:sp>
      <p:sp>
        <p:nvSpPr>
          <p:cNvPr id="3" name="タイトル 2">
            <a:extLst>
              <a:ext uri="{FF2B5EF4-FFF2-40B4-BE49-F238E27FC236}">
                <a16:creationId xmlns:a16="http://schemas.microsoft.com/office/drawing/2014/main" id="{E7A64AD9-3667-414B-61E8-2DF855AC6B71}"/>
              </a:ext>
            </a:extLst>
          </p:cNvPr>
          <p:cNvSpPr>
            <a:spLocks noGrp="1"/>
          </p:cNvSpPr>
          <p:nvPr>
            <p:ph type="title"/>
          </p:nvPr>
        </p:nvSpPr>
        <p:spPr/>
        <p:txBody>
          <a:bodyPr>
            <a:normAutofit/>
          </a:bodyPr>
          <a:lstStyle/>
          <a:p>
            <a:r>
              <a:rPr lang="ja-JP" altLang="ja-JP" dirty="0"/>
              <a:t>FedOpt とは</a:t>
            </a:r>
            <a:endParaRPr kumimoji="1" lang="ja-JP" altLang="en-US" dirty="0"/>
          </a:p>
        </p:txBody>
      </p:sp>
      <p:sp>
        <p:nvSpPr>
          <p:cNvPr id="4" name="スライド番号プレースホルダー 3">
            <a:extLst>
              <a:ext uri="{FF2B5EF4-FFF2-40B4-BE49-F238E27FC236}">
                <a16:creationId xmlns:a16="http://schemas.microsoft.com/office/drawing/2014/main" id="{67EFB19B-AB81-70E7-1EA4-CAEBE6BF80C3}"/>
              </a:ext>
            </a:extLst>
          </p:cNvPr>
          <p:cNvSpPr>
            <a:spLocks noGrp="1"/>
          </p:cNvSpPr>
          <p:nvPr>
            <p:ph type="sldNum" sz="quarter" idx="4"/>
          </p:nvPr>
        </p:nvSpPr>
        <p:spPr/>
        <p:txBody>
          <a:bodyPr/>
          <a:lstStyle/>
          <a:p>
            <a:fld id="{C088C981-6885-4100-82A1-DE7074EC4480}" type="slidenum">
              <a:rPr lang="ja-JP" altLang="en-US" smtClean="0"/>
              <a:t>18</a:t>
            </a:fld>
            <a:endParaRPr lang="ja-JP" altLang="en-US"/>
          </a:p>
        </p:txBody>
      </p:sp>
      <p:cxnSp>
        <p:nvCxnSpPr>
          <p:cNvPr id="5" name="直線コネクタ 4">
            <a:extLst>
              <a:ext uri="{FF2B5EF4-FFF2-40B4-BE49-F238E27FC236}">
                <a16:creationId xmlns:a16="http://schemas.microsoft.com/office/drawing/2014/main" id="{30E8FF0C-C278-D58E-2928-484C1B1252EF}"/>
              </a:ext>
            </a:extLst>
          </p:cNvPr>
          <p:cNvCxnSpPr/>
          <p:nvPr/>
        </p:nvCxnSpPr>
        <p:spPr>
          <a:xfrm>
            <a:off x="0" y="6117488"/>
            <a:ext cx="9206753"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EE1DD95D-C2E7-82DC-98D0-00E6AAE18BDE}"/>
              </a:ext>
            </a:extLst>
          </p:cNvPr>
          <p:cNvSpPr txBox="1"/>
          <p:nvPr/>
        </p:nvSpPr>
        <p:spPr>
          <a:xfrm>
            <a:off x="0" y="6211669"/>
            <a:ext cx="9144000" cy="646331"/>
          </a:xfrm>
          <a:prstGeom prst="rect">
            <a:avLst/>
          </a:prstGeom>
          <a:noFill/>
        </p:spPr>
        <p:txBody>
          <a:bodyPr wrap="square">
            <a:spAutoFit/>
          </a:bodyPr>
          <a:lstStyle/>
          <a:p>
            <a:r>
              <a:rPr lang="ja-JP" altLang="ja-JP" dirty="0"/>
              <a:t>Reddi, S., Charles, Z., Zaheer, M., Garrett, Z., Rush, K., Konečný, J., ... &amp; McMahan, H. B. (2020). Adaptive federated optimization. </a:t>
            </a:r>
            <a:r>
              <a:rPr lang="ja-JP" altLang="ja-JP" i="1" dirty="0"/>
              <a:t>arXiv preprint arXiv:2003.00295</a:t>
            </a:r>
            <a:r>
              <a:rPr lang="ja-JP" altLang="ja-JP" dirty="0"/>
              <a:t>.</a:t>
            </a:r>
            <a:endParaRPr lang="ja-JP" altLang="en-US" dirty="0"/>
          </a:p>
        </p:txBody>
      </p:sp>
    </p:spTree>
    <p:extLst>
      <p:ext uri="{BB962C8B-B14F-4D97-AF65-F5344CB8AC3E}">
        <p14:creationId xmlns:p14="http://schemas.microsoft.com/office/powerpoint/2010/main" val="1277686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6BD03-F216-B528-5D18-954CFFAB630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80B612E-5160-B5C8-7C4A-929220EA3EEB}"/>
              </a:ext>
            </a:extLst>
          </p:cNvPr>
          <p:cNvSpPr>
            <a:spLocks noGrp="1"/>
          </p:cNvSpPr>
          <p:nvPr>
            <p:ph type="title"/>
          </p:nvPr>
        </p:nvSpPr>
        <p:spPr/>
        <p:txBody>
          <a:bodyPr/>
          <a:lstStyle/>
          <a:p>
            <a:r>
              <a:rPr kumimoji="1" lang="ja-JP" altLang="en-US" dirty="0"/>
              <a:t>集約と基盤更新の詳細</a:t>
            </a:r>
          </a:p>
        </p:txBody>
      </p:sp>
      <p:sp>
        <p:nvSpPr>
          <p:cNvPr id="4" name="スライド番号プレースホルダー 3">
            <a:extLst>
              <a:ext uri="{FF2B5EF4-FFF2-40B4-BE49-F238E27FC236}">
                <a16:creationId xmlns:a16="http://schemas.microsoft.com/office/drawing/2014/main" id="{5DB19088-CB52-19A8-7A54-514DBC69C73A}"/>
              </a:ext>
            </a:extLst>
          </p:cNvPr>
          <p:cNvSpPr>
            <a:spLocks noGrp="1"/>
          </p:cNvSpPr>
          <p:nvPr>
            <p:ph type="sldNum" sz="quarter" idx="4"/>
          </p:nvPr>
        </p:nvSpPr>
        <p:spPr/>
        <p:txBody>
          <a:bodyPr/>
          <a:lstStyle/>
          <a:p>
            <a:fld id="{C088C981-6885-4100-82A1-DE7074EC4480}" type="slidenum">
              <a:rPr lang="ja-JP" altLang="en-US" smtClean="0"/>
              <a:t>19</a:t>
            </a:fld>
            <a:endParaRPr lang="ja-JP" altLang="en-US"/>
          </a:p>
        </p:txBody>
      </p:sp>
      <p:sp>
        <p:nvSpPr>
          <p:cNvPr id="6" name="四角形: 角を丸くする 5">
            <a:extLst>
              <a:ext uri="{FF2B5EF4-FFF2-40B4-BE49-F238E27FC236}">
                <a16:creationId xmlns:a16="http://schemas.microsoft.com/office/drawing/2014/main" id="{92737F06-F202-481D-8965-8A654748A3CA}"/>
              </a:ext>
            </a:extLst>
          </p:cNvPr>
          <p:cNvSpPr/>
          <p:nvPr/>
        </p:nvSpPr>
        <p:spPr>
          <a:xfrm>
            <a:off x="81280" y="1337324"/>
            <a:ext cx="4419600" cy="5001360"/>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2400" dirty="0">
              <a:solidFill>
                <a:srgbClr val="536D47"/>
              </a:solidFill>
            </a:endParaRPr>
          </a:p>
          <a:p>
            <a:pPr algn="ctr"/>
            <a:endParaRPr lang="en-US" altLang="ja-JP" sz="2400" dirty="0">
              <a:solidFill>
                <a:srgbClr val="536D47"/>
              </a:solidFill>
            </a:endParaRPr>
          </a:p>
          <a:p>
            <a:pPr algn="ctr"/>
            <a:r>
              <a:rPr kumimoji="1" lang="ja-JP" altLang="en-US" sz="2400" b="1" dirty="0">
                <a:solidFill>
                  <a:schemeClr val="accent1">
                    <a:lumMod val="50000"/>
                  </a:schemeClr>
                </a:solidFill>
              </a:rPr>
              <a:t>複数クライアントの </a:t>
            </a:r>
            <a:r>
              <a:rPr kumimoji="1" lang="en-US" altLang="ja-JP" sz="2400" b="1" dirty="0">
                <a:solidFill>
                  <a:schemeClr val="accent1">
                    <a:lumMod val="50000"/>
                  </a:schemeClr>
                </a:solidFill>
              </a:rPr>
              <a:t>logits </a:t>
            </a:r>
            <a:r>
              <a:rPr kumimoji="1" lang="ja-JP" altLang="en-US" sz="2400" b="1" dirty="0">
                <a:solidFill>
                  <a:schemeClr val="accent1">
                    <a:lumMod val="50000"/>
                  </a:schemeClr>
                </a:solidFill>
              </a:rPr>
              <a:t>をどう集約するか</a:t>
            </a:r>
          </a:p>
          <a:p>
            <a:pPr algn="ctr"/>
            <a:endParaRPr kumimoji="1" lang="en-US" altLang="ja-JP" sz="2400" dirty="0">
              <a:solidFill>
                <a:schemeClr val="accent1">
                  <a:lumMod val="50000"/>
                </a:schemeClr>
              </a:solidFill>
            </a:endParaRPr>
          </a:p>
          <a:p>
            <a:pPr algn="ctr"/>
            <a:endParaRPr kumimoji="1" lang="en-US" altLang="ja-JP" sz="1200" dirty="0">
              <a:solidFill>
                <a:srgbClr val="536D47"/>
              </a:solidFill>
            </a:endParaRPr>
          </a:p>
          <a:p>
            <a:pPr marL="285750" indent="-285750" algn="ctr">
              <a:buFont typeface="Arial" panose="020B0604020202020204" pitchFamily="34" charset="0"/>
              <a:buChar char="•"/>
            </a:pPr>
            <a:r>
              <a:rPr kumimoji="1" lang="ja-JP" altLang="en-US" sz="2000" dirty="0">
                <a:solidFill>
                  <a:schemeClr val="tx1">
                    <a:lumMod val="85000"/>
                    <a:lumOff val="15000"/>
                  </a:schemeClr>
                </a:solidFill>
              </a:rPr>
              <a:t>基本条件</a:t>
            </a:r>
            <a:r>
              <a:rPr kumimoji="1" lang="en-US" altLang="ja-JP" sz="2000" dirty="0">
                <a:solidFill>
                  <a:schemeClr val="tx1">
                    <a:lumMod val="85000"/>
                    <a:lumOff val="15000"/>
                  </a:schemeClr>
                </a:solidFill>
              </a:rPr>
              <a:t>: </a:t>
            </a:r>
            <a:r>
              <a:rPr lang="ja-JP" altLang="en-US" sz="2000" dirty="0">
                <a:solidFill>
                  <a:schemeClr val="tx1">
                    <a:lumMod val="85000"/>
                    <a:lumOff val="15000"/>
                  </a:schemeClr>
                </a:solidFill>
              </a:rPr>
              <a:t>映像</a:t>
            </a:r>
            <a:r>
              <a:rPr lang="en-US" altLang="ja-JP" sz="2000" dirty="0">
                <a:solidFill>
                  <a:schemeClr val="tx1">
                    <a:lumMod val="85000"/>
                    <a:lumOff val="15000"/>
                  </a:schemeClr>
                </a:solidFill>
              </a:rPr>
              <a:t>1</a:t>
            </a:r>
            <a:r>
              <a:rPr lang="ja-JP" altLang="en-US" sz="2000" dirty="0">
                <a:solidFill>
                  <a:schemeClr val="tx1">
                    <a:lumMod val="85000"/>
                    <a:lumOff val="15000"/>
                  </a:schemeClr>
                </a:solidFill>
              </a:rPr>
              <a:t>件</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ごとに </a:t>
            </a:r>
            <a:r>
              <a:rPr kumimoji="1" lang="en-US" altLang="ja-JP" sz="2000" dirty="0" err="1">
                <a:solidFill>
                  <a:schemeClr val="tx1">
                    <a:lumMod val="85000"/>
                    <a:lumOff val="15000"/>
                  </a:schemeClr>
                </a:solidFill>
              </a:rPr>
              <a:t>softmax</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確率を「サンプル数重み付き平均」</a:t>
            </a:r>
            <a:endParaRPr kumimoji="1" lang="en-US" altLang="ja-JP" sz="2000" dirty="0">
              <a:solidFill>
                <a:schemeClr val="tx1">
                  <a:lumMod val="85000"/>
                  <a:lumOff val="15000"/>
                </a:schemeClr>
              </a:solidFill>
            </a:endParaRPr>
          </a:p>
          <a:p>
            <a:pPr marL="285750" indent="-285750" algn="ctr">
              <a:buFont typeface="Arial" panose="020B0604020202020204" pitchFamily="34" charset="0"/>
              <a:buChar char="•"/>
            </a:pPr>
            <a:r>
              <a:rPr kumimoji="1" lang="ja-JP" altLang="en-US" sz="2000" dirty="0">
                <a:solidFill>
                  <a:schemeClr val="tx1">
                    <a:lumMod val="85000"/>
                    <a:lumOff val="15000"/>
                  </a:schemeClr>
                </a:solidFill>
              </a:rPr>
              <a:t>集約結果 </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集約 </a:t>
            </a:r>
            <a:r>
              <a:rPr kumimoji="1" lang="en-US" altLang="ja-JP" sz="2000" dirty="0">
                <a:solidFill>
                  <a:schemeClr val="tx1">
                    <a:lumMod val="85000"/>
                    <a:lumOff val="15000"/>
                  </a:schemeClr>
                </a:solidFill>
              </a:rPr>
              <a:t>logits</a:t>
            </a:r>
            <a:r>
              <a:rPr kumimoji="1" lang="ja-JP" altLang="en-US" sz="2000" dirty="0">
                <a:solidFill>
                  <a:schemeClr val="tx1">
                    <a:lumMod val="85000"/>
                    <a:lumOff val="15000"/>
                  </a:schemeClr>
                </a:solidFill>
              </a:rPr>
              <a:t>（以降の </a:t>
            </a:r>
            <a:r>
              <a:rPr kumimoji="1" lang="en-US" altLang="ja-JP" sz="2000" dirty="0">
                <a:solidFill>
                  <a:schemeClr val="tx1">
                    <a:lumMod val="85000"/>
                    <a:lumOff val="15000"/>
                  </a:schemeClr>
                </a:solidFill>
              </a:rPr>
              <a:t>teacher</a:t>
            </a:r>
            <a:r>
              <a:rPr kumimoji="1" lang="ja-JP" altLang="en-US" sz="2000" dirty="0">
                <a:solidFill>
                  <a:schemeClr val="tx1">
                    <a:lumMod val="85000"/>
                    <a:lumOff val="15000"/>
                  </a:schemeClr>
                </a:solidFill>
              </a:rPr>
              <a:t>）</a:t>
            </a:r>
          </a:p>
          <a:p>
            <a:pPr algn="ctr"/>
            <a:endParaRPr kumimoji="1" lang="ja-JP" altLang="en-US" dirty="0">
              <a:solidFill>
                <a:srgbClr val="536D47"/>
              </a:solidFill>
            </a:endParaRPr>
          </a:p>
        </p:txBody>
      </p:sp>
      <mc:AlternateContent xmlns:mc="http://schemas.openxmlformats.org/markup-compatibility/2006" xmlns:a14="http://schemas.microsoft.com/office/drawing/2010/main">
        <mc:Choice Requires="a14">
          <p:sp>
            <p:nvSpPr>
              <p:cNvPr id="10" name="四角形: 角を丸くする 9">
                <a:extLst>
                  <a:ext uri="{FF2B5EF4-FFF2-40B4-BE49-F238E27FC236}">
                    <a16:creationId xmlns:a16="http://schemas.microsoft.com/office/drawing/2014/main" id="{459CE7CB-FC6F-94E2-D1EC-C259061292B1}"/>
                  </a:ext>
                </a:extLst>
              </p:cNvPr>
              <p:cNvSpPr/>
              <p:nvPr/>
            </p:nvSpPr>
            <p:spPr>
              <a:xfrm>
                <a:off x="4643120" y="1337325"/>
                <a:ext cx="4419600" cy="5001360"/>
              </a:xfrm>
              <a:prstGeom prst="roundRect">
                <a:avLst/>
              </a:prstGeom>
              <a:solidFill>
                <a:schemeClr val="accent1">
                  <a:lumMod val="20000"/>
                  <a:lumOff val="8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2400" b="1" dirty="0">
                    <a:solidFill>
                      <a:schemeClr val="accent1">
                        <a:lumMod val="50000"/>
                      </a:schemeClr>
                    </a:solidFill>
                  </a:rPr>
                  <a:t>集約 </a:t>
                </a:r>
                <a:r>
                  <a:rPr kumimoji="1" lang="en-US" altLang="ja-JP" sz="2400" b="1" dirty="0">
                    <a:solidFill>
                      <a:schemeClr val="accent1">
                        <a:lumMod val="50000"/>
                      </a:schemeClr>
                    </a:solidFill>
                  </a:rPr>
                  <a:t>logits </a:t>
                </a:r>
                <a:r>
                  <a:rPr kumimoji="1" lang="ja-JP" altLang="en-US" sz="2400" b="1" dirty="0">
                    <a:solidFill>
                      <a:schemeClr val="accent1">
                        <a:lumMod val="50000"/>
                      </a:schemeClr>
                    </a:solidFill>
                  </a:rPr>
                  <a:t>で</a:t>
                </a:r>
                <a:endParaRPr kumimoji="1" lang="en-US" altLang="ja-JP" sz="2400" b="1" dirty="0">
                  <a:solidFill>
                    <a:schemeClr val="accent1">
                      <a:lumMod val="50000"/>
                    </a:schemeClr>
                  </a:solidFill>
                </a:endParaRPr>
              </a:p>
              <a:p>
                <a:pPr algn="ctr"/>
                <a:r>
                  <a:rPr kumimoji="1" lang="ja-JP" altLang="en-US" sz="2400" b="1" dirty="0">
                    <a:solidFill>
                      <a:schemeClr val="accent1">
                        <a:lumMod val="50000"/>
                      </a:schemeClr>
                    </a:solidFill>
                  </a:rPr>
                  <a:t>基盤 </a:t>
                </a:r>
                <a:r>
                  <a:rPr kumimoji="1" lang="en-US" altLang="ja-JP" sz="2400" b="1" dirty="0" err="1">
                    <a:solidFill>
                      <a:schemeClr val="accent1">
                        <a:lumMod val="50000"/>
                      </a:schemeClr>
                    </a:solidFill>
                  </a:rPr>
                  <a:t>LoRA</a:t>
                </a:r>
                <a:r>
                  <a:rPr kumimoji="1" lang="en-US" altLang="ja-JP" sz="2400" b="1" dirty="0">
                    <a:solidFill>
                      <a:schemeClr val="accent1">
                        <a:lumMod val="50000"/>
                      </a:schemeClr>
                    </a:solidFill>
                  </a:rPr>
                  <a:t> </a:t>
                </a:r>
                <a:r>
                  <a:rPr kumimoji="1" lang="ja-JP" altLang="en-US" sz="2400" b="1" dirty="0">
                    <a:solidFill>
                      <a:schemeClr val="accent1">
                        <a:lumMod val="50000"/>
                      </a:schemeClr>
                    </a:solidFill>
                  </a:rPr>
                  <a:t>をどう更新するか</a:t>
                </a:r>
              </a:p>
              <a:p>
                <a:pPr algn="ctr"/>
                <a:endParaRPr lang="en-US" altLang="ja-JP" sz="1200" dirty="0">
                  <a:solidFill>
                    <a:srgbClr val="536D47"/>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teacher: </a:t>
                </a:r>
                <a:r>
                  <a:rPr kumimoji="1" lang="ja-JP" altLang="en-US" sz="2000" dirty="0">
                    <a:solidFill>
                      <a:schemeClr val="tx1">
                        <a:lumMod val="85000"/>
                        <a:lumOff val="15000"/>
                      </a:schemeClr>
                    </a:solidFill>
                  </a:rPr>
                  <a:t>集約 </a:t>
                </a:r>
                <a:r>
                  <a:rPr kumimoji="1" lang="en-US" altLang="ja-JP" sz="2000" dirty="0">
                    <a:solidFill>
                      <a:schemeClr val="tx1">
                        <a:lumMod val="85000"/>
                        <a:lumOff val="15000"/>
                      </a:schemeClr>
                    </a:solidFill>
                  </a:rPr>
                  <a:t>logits</a:t>
                </a:r>
                <a:r>
                  <a:rPr kumimoji="1" lang="ja-JP" altLang="en-US" sz="2000" dirty="0">
                    <a:solidFill>
                      <a:schemeClr val="tx1">
                        <a:lumMod val="85000"/>
                        <a:lumOff val="15000"/>
                      </a:schemeClr>
                    </a:solidFill>
                  </a:rPr>
                  <a:t>（固定）    </a:t>
                </a:r>
                <a:endParaRPr kumimoji="1"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student / </a:t>
                </a:r>
                <a:r>
                  <a:rPr kumimoji="1" lang="ja-JP" altLang="en-US" sz="2000" dirty="0">
                    <a:solidFill>
                      <a:schemeClr val="tx1">
                        <a:lumMod val="85000"/>
                        <a:lumOff val="15000"/>
                      </a:schemeClr>
                    </a:solidFill>
                  </a:rPr>
                  <a:t>更新対象</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クラウド上の基盤 </a:t>
                </a:r>
                <a:r>
                  <a:rPr kumimoji="1" lang="en-US" altLang="ja-JP" sz="2000" dirty="0" err="1">
                    <a:solidFill>
                      <a:schemeClr val="tx1">
                        <a:lumMod val="85000"/>
                        <a:lumOff val="15000"/>
                      </a:schemeClr>
                    </a:solidFill>
                  </a:rPr>
                  <a:t>LoRA</a:t>
                </a:r>
                <a:r>
                  <a:rPr kumimoji="1" lang="en-US" altLang="ja-JP" sz="2000" dirty="0">
                    <a:solidFill>
                      <a:schemeClr val="tx1">
                        <a:lumMod val="85000"/>
                        <a:lumOff val="15000"/>
                      </a:schemeClr>
                    </a:solidFill>
                  </a:rPr>
                  <a:t>    </a:t>
                </a:r>
                <a:endParaRPr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ja-JP" altLang="en-US" sz="2000" dirty="0">
                    <a:solidFill>
                      <a:schemeClr val="tx1">
                        <a:lumMod val="85000"/>
                        <a:lumOff val="15000"/>
                      </a:schemeClr>
                    </a:solidFill>
                  </a:rPr>
                  <a:t>損失</a:t>
                </a:r>
                <a:r>
                  <a:rPr kumimoji="1" lang="en-US" altLang="ja-JP" sz="2000" dirty="0">
                    <a:solidFill>
                      <a:schemeClr val="tx1">
                        <a:lumMod val="85000"/>
                        <a:lumOff val="15000"/>
                      </a:schemeClr>
                    </a:solidFill>
                  </a:rPr>
                  <a:t>: </a:t>
                </a:r>
                <a14:m>
                  <m:oMath xmlns:m="http://schemas.openxmlformats.org/officeDocument/2006/math">
                    <m:sSub>
                      <m:sSubPr>
                        <m:ctrlPr>
                          <a:rPr lang="ja-JP" altLang="en-US" i="1" smtClean="0">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𝐿</m:t>
                        </m:r>
                      </m:e>
                      <m:sub>
                        <m:r>
                          <a:rPr lang="ja-JP" altLang="en-US" i="1">
                            <a:solidFill>
                              <a:schemeClr val="tx1"/>
                            </a:solidFill>
                            <a:latin typeface="Cambria Math" panose="02040503050406030204" pitchFamily="18" charset="0"/>
                          </a:rPr>
                          <m:t>𝑝𝑟𝑒𝑑</m:t>
                        </m:r>
                      </m:sub>
                    </m:sSub>
                    <m:r>
                      <a:rPr lang="en-US" altLang="ja-JP" i="1">
                        <a:solidFill>
                          <a:schemeClr val="tx1"/>
                        </a:solidFill>
                        <a:latin typeface="Cambria Math" panose="02040503050406030204" pitchFamily="18" charset="0"/>
                      </a:rPr>
                      <m:t>=</m:t>
                    </m:r>
                    <m:sSub>
                      <m:sSubPr>
                        <m:ctrlPr>
                          <a:rPr lang="ja-JP" altLang="en-US" i="1">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𝑤</m:t>
                        </m:r>
                      </m:e>
                      <m:sub>
                        <m:r>
                          <a:rPr lang="ja-JP" altLang="en-US" i="1">
                            <a:solidFill>
                              <a:schemeClr val="tx1"/>
                            </a:solidFill>
                            <a:latin typeface="Cambria Math" panose="02040503050406030204" pitchFamily="18" charset="0"/>
                          </a:rPr>
                          <m:t>𝑝𝑟𝑒𝑑</m:t>
                        </m:r>
                      </m:sub>
                    </m:sSub>
                    <m:r>
                      <a:rPr lang="ja-JP" altLang="en-US" i="1">
                        <a:solidFill>
                          <a:schemeClr val="tx1"/>
                        </a:solidFill>
                        <a:latin typeface="Cambria Math" panose="02040503050406030204" pitchFamily="18" charset="0"/>
                      </a:rPr>
                      <m:t>⋅</m:t>
                    </m:r>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𝑇</m:t>
                        </m:r>
                      </m:e>
                      <m:sup>
                        <m:r>
                          <a:rPr lang="en-US" altLang="ja-JP" i="1">
                            <a:solidFill>
                              <a:schemeClr val="tx1"/>
                            </a:solidFill>
                            <a:latin typeface="Cambria Math" panose="02040503050406030204" pitchFamily="18" charset="0"/>
                          </a:rPr>
                          <m:t>2</m:t>
                        </m:r>
                      </m:sup>
                    </m:sSup>
                    <m:r>
                      <a:rPr lang="ja-JP" altLang="en-US" i="1">
                        <a:solidFill>
                          <a:schemeClr val="tx1"/>
                        </a:solidFill>
                        <a:latin typeface="Cambria Math" panose="02040503050406030204" pitchFamily="18" charset="0"/>
                      </a:rPr>
                      <m:t>⋅</m:t>
                    </m:r>
                    <m:sSub>
                      <m:sSubPr>
                        <m:ctrlPr>
                          <a:rPr lang="ja-JP" altLang="en-US" i="1">
                            <a:solidFill>
                              <a:schemeClr val="tx1"/>
                            </a:solidFill>
                            <a:latin typeface="Cambria Math" panose="02040503050406030204" pitchFamily="18" charset="0"/>
                          </a:rPr>
                        </m:ctrlPr>
                      </m:sSubPr>
                      <m:e>
                        <m:r>
                          <a:rPr lang="ja-JP" altLang="en-US" i="1">
                            <a:solidFill>
                              <a:schemeClr val="tx1"/>
                            </a:solidFill>
                            <a:latin typeface="Cambria Math" panose="02040503050406030204" pitchFamily="18" charset="0"/>
                          </a:rPr>
                          <m:t>𝐷</m:t>
                        </m:r>
                      </m:e>
                      <m:sub>
                        <m:r>
                          <a:rPr lang="ja-JP" altLang="en-US" i="1">
                            <a:solidFill>
                              <a:schemeClr val="tx1"/>
                            </a:solidFill>
                            <a:latin typeface="Cambria Math" panose="02040503050406030204" pitchFamily="18" charset="0"/>
                          </a:rPr>
                          <m:t>𝐾𝐿</m:t>
                        </m:r>
                      </m:sub>
                    </m:sSub>
                    <m:d>
                      <m:dPr>
                        <m:ctrlPr>
                          <a:rPr lang="ja-JP" altLang="en-US" i="1">
                            <a:solidFill>
                              <a:schemeClr val="tx1"/>
                            </a:solidFill>
                            <a:latin typeface="Cambria Math" panose="02040503050406030204" pitchFamily="18" charset="0"/>
                          </a:rPr>
                        </m:ctrlPr>
                      </m:dPr>
                      <m:e>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𝑝</m:t>
                            </m:r>
                          </m:e>
                          <m:sup>
                            <m:r>
                              <a:rPr lang="ja-JP" altLang="en-US" i="1">
                                <a:solidFill>
                                  <a:schemeClr val="tx1"/>
                                </a:solidFill>
                                <a:latin typeface="Cambria Math" panose="02040503050406030204" pitchFamily="18" charset="0"/>
                              </a:rPr>
                              <m:t>𝑇</m:t>
                            </m:r>
                          </m:sup>
                        </m:sSup>
                        <m:r>
                          <a:rPr lang="en-US" altLang="ja-JP" i="1">
                            <a:solidFill>
                              <a:schemeClr val="tx1"/>
                            </a:solidFill>
                            <a:latin typeface="Cambria Math" panose="02040503050406030204" pitchFamily="18" charset="0"/>
                          </a:rPr>
                          <m:t>‖</m:t>
                        </m:r>
                        <m:sSup>
                          <m:sSupPr>
                            <m:ctrlPr>
                              <a:rPr lang="ja-JP" altLang="en-US" i="1">
                                <a:solidFill>
                                  <a:schemeClr val="tx1"/>
                                </a:solidFill>
                                <a:latin typeface="Cambria Math" panose="02040503050406030204" pitchFamily="18" charset="0"/>
                              </a:rPr>
                            </m:ctrlPr>
                          </m:sSupPr>
                          <m:e>
                            <m:r>
                              <a:rPr lang="ja-JP" altLang="en-US" i="1">
                                <a:solidFill>
                                  <a:schemeClr val="tx1"/>
                                </a:solidFill>
                                <a:latin typeface="Cambria Math" panose="02040503050406030204" pitchFamily="18" charset="0"/>
                              </a:rPr>
                              <m:t>𝑝</m:t>
                            </m:r>
                          </m:e>
                          <m:sup>
                            <m:r>
                              <a:rPr lang="ja-JP" altLang="en-US" i="1">
                                <a:solidFill>
                                  <a:schemeClr val="tx1"/>
                                </a:solidFill>
                                <a:latin typeface="Cambria Math" panose="02040503050406030204" pitchFamily="18" charset="0"/>
                              </a:rPr>
                              <m:t>𝑆</m:t>
                            </m:r>
                          </m:sup>
                        </m:sSup>
                      </m:e>
                    </m:d>
                  </m:oMath>
                </a14:m>
                <a:r>
                  <a:rPr kumimoji="1" lang="ja-JP" altLang="en-US" sz="2000" dirty="0">
                    <a:solidFill>
                      <a:schemeClr val="tx1">
                        <a:lumMod val="85000"/>
                        <a:lumOff val="15000"/>
                      </a:schemeClr>
                    </a:solidFill>
                  </a:rPr>
                  <a:t>（</a:t>
                </a:r>
                <a14:m>
                  <m:oMath xmlns:m="http://schemas.openxmlformats.org/officeDocument/2006/math">
                    <m:r>
                      <a:rPr lang="ja-JP" altLang="en-US" sz="2000" i="1">
                        <a:solidFill>
                          <a:schemeClr val="tx1"/>
                        </a:solidFill>
                        <a:latin typeface="Cambria Math" panose="02040503050406030204" pitchFamily="18" charset="0"/>
                      </a:rPr>
                      <m:t>𝑇</m:t>
                    </m:r>
                    <m:r>
                      <m:rPr>
                        <m:nor/>
                      </m:rPr>
                      <a:rPr lang="en-US" altLang="ja-JP" sz="2000" dirty="0">
                        <a:solidFill>
                          <a:schemeClr val="tx1">
                            <a:lumMod val="85000"/>
                            <a:lumOff val="15000"/>
                          </a:schemeClr>
                        </a:solidFill>
                      </a:rPr>
                      <m:t>=2.0</m:t>
                    </m:r>
                  </m:oMath>
                </a14:m>
                <a:r>
                  <a:rPr kumimoji="1" lang="en-US" altLang="ja-JP" sz="2000" dirty="0">
                    <a:solidFill>
                      <a:schemeClr val="tx1">
                        <a:lumMod val="85000"/>
                        <a:lumOff val="15000"/>
                      </a:schemeClr>
                    </a:solidFill>
                  </a:rPr>
                  <a:t>, </a:t>
                </a:r>
                <a14:m>
                  <m:oMath xmlns:m="http://schemas.openxmlformats.org/officeDocument/2006/math">
                    <m:sSub>
                      <m:sSubPr>
                        <m:ctrlPr>
                          <a:rPr lang="ja-JP" altLang="en-US" sz="2000" i="1">
                            <a:solidFill>
                              <a:schemeClr val="tx1"/>
                            </a:solidFill>
                            <a:latin typeface="Cambria Math" panose="02040503050406030204" pitchFamily="18" charset="0"/>
                          </a:rPr>
                        </m:ctrlPr>
                      </m:sSubPr>
                      <m:e>
                        <m:r>
                          <a:rPr lang="ja-JP" altLang="en-US" sz="2000" i="1">
                            <a:solidFill>
                              <a:schemeClr val="tx1"/>
                            </a:solidFill>
                            <a:latin typeface="Cambria Math" panose="02040503050406030204" pitchFamily="18" charset="0"/>
                          </a:rPr>
                          <m:t>𝑤</m:t>
                        </m:r>
                      </m:e>
                      <m:sub>
                        <m:r>
                          <a:rPr lang="ja-JP" altLang="en-US" sz="2000" i="1">
                            <a:solidFill>
                              <a:schemeClr val="tx1"/>
                            </a:solidFill>
                            <a:latin typeface="Cambria Math" panose="02040503050406030204" pitchFamily="18" charset="0"/>
                          </a:rPr>
                          <m:t>𝑝𝑟𝑒𝑑</m:t>
                        </m:r>
                      </m:sub>
                    </m:sSub>
                    <m:r>
                      <m:rPr>
                        <m:nor/>
                      </m:rPr>
                      <a:rPr lang="en-US" altLang="ja-JP" sz="2000" dirty="0">
                        <a:solidFill>
                          <a:schemeClr val="tx1">
                            <a:lumMod val="85000"/>
                            <a:lumOff val="15000"/>
                          </a:schemeClr>
                        </a:solidFill>
                      </a:rPr>
                      <m:t>= 0.5</m:t>
                    </m:r>
                  </m:oMath>
                </a14:m>
                <a:r>
                  <a:rPr kumimoji="1" lang="ja-JP" altLang="en-US" sz="2000" dirty="0">
                    <a:solidFill>
                      <a:schemeClr val="tx1">
                        <a:lumMod val="85000"/>
                        <a:lumOff val="15000"/>
                      </a:schemeClr>
                    </a:solidFill>
                  </a:rPr>
                  <a:t>）    </a:t>
                </a:r>
                <a:endParaRPr kumimoji="1" lang="en-US" altLang="ja-JP" sz="2000" dirty="0">
                  <a:solidFill>
                    <a:schemeClr val="tx1">
                      <a:lumMod val="85000"/>
                      <a:lumOff val="15000"/>
                    </a:schemeClr>
                  </a:solidFill>
                </a:endParaRPr>
              </a:p>
              <a:p>
                <a:pPr marL="285750" indent="-285750">
                  <a:buFont typeface="Arial" panose="020B0604020202020204" pitchFamily="34" charset="0"/>
                  <a:buChar char="•"/>
                </a:pPr>
                <a:r>
                  <a:rPr kumimoji="1" lang="en-US" altLang="ja-JP" sz="2000" dirty="0">
                    <a:solidFill>
                      <a:schemeClr val="tx1">
                        <a:lumMod val="85000"/>
                        <a:lumOff val="15000"/>
                      </a:schemeClr>
                    </a:solidFill>
                  </a:rPr>
                  <a:t>optimizer:</a:t>
                </a:r>
              </a:p>
              <a:p>
                <a:pPr marL="742950" lvl="1" indent="-285750">
                  <a:buFont typeface="Arial" panose="020B0604020202020204" pitchFamily="34" charset="0"/>
                  <a:buChar char="•"/>
                </a:pPr>
                <a:r>
                  <a:rPr kumimoji="1" lang="en-US" altLang="ja-JP" sz="2000" dirty="0">
                    <a:solidFill>
                      <a:schemeClr val="tx1">
                        <a:lumMod val="85000"/>
                        <a:lumOff val="15000"/>
                      </a:schemeClr>
                    </a:solidFill>
                  </a:rPr>
                  <a:t>① </a:t>
                </a:r>
                <a:r>
                  <a:rPr kumimoji="1" lang="ja-JP" altLang="en-US" sz="2000" dirty="0">
                    <a:solidFill>
                      <a:schemeClr val="tx1">
                        <a:lumMod val="85000"/>
                        <a:lumOff val="15000"/>
                      </a:schemeClr>
                    </a:solidFill>
                  </a:rPr>
                  <a:t>基本 </a:t>
                </a:r>
                <a:r>
                  <a:rPr kumimoji="1" lang="en-US" altLang="ja-JP" sz="2000" dirty="0">
                    <a:solidFill>
                      <a:schemeClr val="tx1">
                        <a:lumMod val="85000"/>
                        <a:lumOff val="15000"/>
                      </a:schemeClr>
                    </a:solidFill>
                  </a:rPr>
                  <a:t>… </a:t>
                </a:r>
                <a:r>
                  <a:rPr kumimoji="1" lang="en-US" altLang="ja-JP" sz="2000" dirty="0" err="1">
                    <a:solidFill>
                      <a:schemeClr val="tx1">
                        <a:lumMod val="85000"/>
                        <a:lumOff val="15000"/>
                      </a:schemeClr>
                    </a:solidFill>
                  </a:rPr>
                  <a:t>AdamW</a:t>
                </a:r>
                <a:r>
                  <a:rPr kumimoji="1" lang="en-US" altLang="ja-JP" sz="2000" dirty="0">
                    <a:solidFill>
                      <a:schemeClr val="tx1">
                        <a:lumMod val="85000"/>
                        <a:lumOff val="15000"/>
                      </a:schemeClr>
                    </a:solidFill>
                  </a:rPr>
                  <a:t>        </a:t>
                </a:r>
              </a:p>
              <a:p>
                <a:pPr marL="742950" lvl="1" indent="-285750">
                  <a:buFont typeface="Arial" panose="020B0604020202020204" pitchFamily="34" charset="0"/>
                  <a:buChar char="•"/>
                </a:pPr>
                <a:r>
                  <a:rPr kumimoji="1" lang="en-US" altLang="ja-JP" sz="2000" dirty="0">
                    <a:solidFill>
                      <a:schemeClr val="tx1">
                        <a:lumMod val="85000"/>
                        <a:lumOff val="15000"/>
                      </a:schemeClr>
                    </a:solidFill>
                  </a:rPr>
                  <a:t>② </a:t>
                </a:r>
                <a:r>
                  <a:rPr kumimoji="1" lang="ja-JP" altLang="en-US" sz="2000" dirty="0">
                    <a:solidFill>
                      <a:schemeClr val="tx1">
                        <a:lumMod val="85000"/>
                        <a:lumOff val="15000"/>
                      </a:schemeClr>
                    </a:solidFill>
                  </a:rPr>
                  <a:t>拡張 </a:t>
                </a:r>
                <a:r>
                  <a:rPr kumimoji="1" lang="en-US" altLang="ja-JP" sz="2000" dirty="0">
                    <a:solidFill>
                      <a:schemeClr val="tx1">
                        <a:lumMod val="85000"/>
                        <a:lumOff val="15000"/>
                      </a:schemeClr>
                    </a:solidFill>
                  </a:rPr>
                  <a:t>… </a:t>
                </a:r>
                <a:r>
                  <a:rPr kumimoji="1" lang="en-US" altLang="ja-JP" sz="2000" dirty="0" err="1">
                    <a:solidFill>
                      <a:schemeClr val="tx1">
                        <a:lumMod val="85000"/>
                        <a:lumOff val="15000"/>
                      </a:schemeClr>
                    </a:solidFill>
                  </a:rPr>
                  <a:t>FedAdam</a:t>
                </a:r>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型（</a:t>
                </a:r>
                <a:r>
                  <a:rPr kumimoji="1" lang="el-GR" altLang="ja-JP" sz="2000" dirty="0">
                    <a:solidFill>
                      <a:schemeClr val="tx1">
                        <a:lumMod val="85000"/>
                        <a:lumOff val="15000"/>
                      </a:schemeClr>
                    </a:solidFill>
                  </a:rPr>
                  <a:t>β1=0.9, β2=0.99, τ=1</a:t>
                </a:r>
                <a:r>
                  <a:rPr kumimoji="1" lang="en-US" altLang="ja-JP" sz="2000" dirty="0">
                    <a:solidFill>
                      <a:schemeClr val="tx1">
                        <a:lumMod val="85000"/>
                        <a:lumOff val="15000"/>
                      </a:schemeClr>
                    </a:solidFill>
                  </a:rPr>
                  <a:t>e-3</a:t>
                </a:r>
                <a:r>
                  <a:rPr kumimoji="1" lang="ja-JP" altLang="en-US" sz="2000" dirty="0">
                    <a:solidFill>
                      <a:schemeClr val="tx1">
                        <a:lumMod val="85000"/>
                        <a:lumOff val="15000"/>
                      </a:schemeClr>
                    </a:solidFill>
                  </a:rPr>
                  <a:t>）← ①と同じ </a:t>
                </a:r>
                <a14:m>
                  <m:oMath xmlns:m="http://schemas.openxmlformats.org/officeDocument/2006/math">
                    <m:sSub>
                      <m:sSubPr>
                        <m:ctrlPr>
                          <a:rPr lang="ja-JP" altLang="en-US" sz="2000" i="1">
                            <a:solidFill>
                              <a:schemeClr val="tx1"/>
                            </a:solidFill>
                            <a:latin typeface="Cambria Math" panose="02040503050406030204" pitchFamily="18" charset="0"/>
                          </a:rPr>
                        </m:ctrlPr>
                      </m:sSubPr>
                      <m:e>
                        <m:r>
                          <a:rPr lang="ja-JP" altLang="en-US" sz="2000" i="1">
                            <a:solidFill>
                              <a:schemeClr val="tx1"/>
                            </a:solidFill>
                            <a:latin typeface="Cambria Math" panose="02040503050406030204" pitchFamily="18" charset="0"/>
                          </a:rPr>
                          <m:t>𝐿</m:t>
                        </m:r>
                      </m:e>
                      <m:sub>
                        <m:r>
                          <a:rPr lang="ja-JP" altLang="en-US" sz="2000" i="1">
                            <a:solidFill>
                              <a:schemeClr val="tx1"/>
                            </a:solidFill>
                            <a:latin typeface="Cambria Math" panose="02040503050406030204" pitchFamily="18" charset="0"/>
                          </a:rPr>
                          <m:t>𝑝𝑟𝑒𝑑</m:t>
                        </m:r>
                      </m:sub>
                    </m:sSub>
                  </m:oMath>
                </a14:m>
                <a:r>
                  <a:rPr kumimoji="1" lang="en-US" altLang="ja-JP" sz="2000" dirty="0">
                    <a:solidFill>
                      <a:schemeClr val="tx1">
                        <a:lumMod val="85000"/>
                        <a:lumOff val="15000"/>
                      </a:schemeClr>
                    </a:solidFill>
                  </a:rPr>
                  <a:t> </a:t>
                </a:r>
                <a:r>
                  <a:rPr kumimoji="1" lang="ja-JP" altLang="en-US" sz="2000" dirty="0">
                    <a:solidFill>
                      <a:schemeClr val="tx1">
                        <a:lumMod val="85000"/>
                        <a:lumOff val="15000"/>
                      </a:schemeClr>
                    </a:solidFill>
                  </a:rPr>
                  <a:t>情報</a:t>
                </a:r>
                <a:endParaRPr kumimoji="1" lang="ja-JP" altLang="en-US" sz="2000" dirty="0">
                  <a:solidFill>
                    <a:srgbClr val="536D47"/>
                  </a:solidFill>
                </a:endParaRPr>
              </a:p>
            </p:txBody>
          </p:sp>
        </mc:Choice>
        <mc:Fallback xmlns="">
          <p:sp>
            <p:nvSpPr>
              <p:cNvPr id="10" name="四角形: 角を丸くする 9">
                <a:extLst>
                  <a:ext uri="{FF2B5EF4-FFF2-40B4-BE49-F238E27FC236}">
                    <a16:creationId xmlns:a16="http://schemas.microsoft.com/office/drawing/2014/main" id="{7B425131-FD07-08A9-9E65-B72C279D4323}"/>
                  </a:ext>
                </a:extLst>
              </p:cNvPr>
              <p:cNvSpPr>
                <a:spLocks noRot="1" noChangeAspect="1" noMove="1" noResize="1" noEditPoints="1" noAdjustHandles="1" noChangeArrowheads="1" noChangeShapeType="1" noTextEdit="1"/>
              </p:cNvSpPr>
              <p:nvPr/>
            </p:nvSpPr>
            <p:spPr>
              <a:xfrm>
                <a:off x="4643120" y="1337325"/>
                <a:ext cx="4419600" cy="5001360"/>
              </a:xfrm>
              <a:prstGeom prst="roundRect">
                <a:avLst/>
              </a:prstGeom>
              <a:blipFill>
                <a:blip r:embed="rId3"/>
                <a:stretch>
                  <a:fillRect/>
                </a:stretch>
              </a:blipFill>
              <a:ln>
                <a:solidFill>
                  <a:schemeClr val="accent1">
                    <a:lumMod val="50000"/>
                  </a:schemeClr>
                </a:solidFill>
              </a:ln>
            </p:spPr>
            <p:txBody>
              <a:bodyPr/>
              <a:lstStyle/>
              <a:p>
                <a:r>
                  <a:rPr lang="ja-JP" altLang="en-US">
                    <a:noFill/>
                  </a:rPr>
                  <a:t> </a:t>
                </a:r>
              </a:p>
            </p:txBody>
          </p:sp>
        </mc:Fallback>
      </mc:AlternateContent>
    </p:spTree>
    <p:extLst>
      <p:ext uri="{BB962C8B-B14F-4D97-AF65-F5344CB8AC3E}">
        <p14:creationId xmlns:p14="http://schemas.microsoft.com/office/powerpoint/2010/main" val="443507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AEB2E-A09E-27E2-B639-04F831A94C89}"/>
            </a:ext>
          </a:extLst>
        </p:cNvPr>
        <p:cNvGrpSpPr/>
        <p:nvPr/>
      </p:nvGrpSpPr>
      <p:grpSpPr>
        <a:xfrm>
          <a:off x="0" y="0"/>
          <a:ext cx="0" cy="0"/>
          <a:chOff x="0" y="0"/>
          <a:chExt cx="0" cy="0"/>
        </a:xfrm>
      </p:grpSpPr>
      <p:graphicFrame>
        <p:nvGraphicFramePr>
          <p:cNvPr id="8" name="コンテンツ プレースホルダー 7">
            <a:extLst>
              <a:ext uri="{FF2B5EF4-FFF2-40B4-BE49-F238E27FC236}">
                <a16:creationId xmlns:a16="http://schemas.microsoft.com/office/drawing/2014/main" id="{0ECE5BEB-2848-3792-96C9-DD46FF0933FD}"/>
              </a:ext>
            </a:extLst>
          </p:cNvPr>
          <p:cNvGraphicFramePr>
            <a:graphicFrameLocks noGrp="1"/>
          </p:cNvGraphicFramePr>
          <p:nvPr>
            <p:ph idx="1"/>
            <p:extLst>
              <p:ext uri="{D42A27DB-BD31-4B8C-83A1-F6EECF244321}">
                <p14:modId xmlns:p14="http://schemas.microsoft.com/office/powerpoint/2010/main" val="3525027179"/>
              </p:ext>
            </p:extLst>
          </p:nvPr>
        </p:nvGraphicFramePr>
        <p:xfrm>
          <a:off x="872490" y="1796486"/>
          <a:ext cx="7254880" cy="2135435"/>
        </p:xfrm>
        <a:graphic>
          <a:graphicData uri="http://schemas.openxmlformats.org/drawingml/2006/table">
            <a:tbl>
              <a:tblPr firstRow="1" firstCol="1" bandRow="1">
                <a:tableStyleId>{5C22544A-7EE6-4342-B048-85BDC9FD1C3A}</a:tableStyleId>
              </a:tblPr>
              <a:tblGrid>
                <a:gridCol w="448625">
                  <a:extLst>
                    <a:ext uri="{9D8B030D-6E8A-4147-A177-3AD203B41FA5}">
                      <a16:colId xmlns:a16="http://schemas.microsoft.com/office/drawing/2014/main" val="1598768619"/>
                    </a:ext>
                  </a:extLst>
                </a:gridCol>
                <a:gridCol w="1700774">
                  <a:extLst>
                    <a:ext uri="{9D8B030D-6E8A-4147-A177-3AD203B41FA5}">
                      <a16:colId xmlns:a16="http://schemas.microsoft.com/office/drawing/2014/main" val="1517561440"/>
                    </a:ext>
                  </a:extLst>
                </a:gridCol>
                <a:gridCol w="1701827">
                  <a:extLst>
                    <a:ext uri="{9D8B030D-6E8A-4147-A177-3AD203B41FA5}">
                      <a16:colId xmlns:a16="http://schemas.microsoft.com/office/drawing/2014/main" val="2915673569"/>
                    </a:ext>
                  </a:extLst>
                </a:gridCol>
                <a:gridCol w="1701827">
                  <a:extLst>
                    <a:ext uri="{9D8B030D-6E8A-4147-A177-3AD203B41FA5}">
                      <a16:colId xmlns:a16="http://schemas.microsoft.com/office/drawing/2014/main" val="3706188884"/>
                    </a:ext>
                  </a:extLst>
                </a:gridCol>
                <a:gridCol w="1701827">
                  <a:extLst>
                    <a:ext uri="{9D8B030D-6E8A-4147-A177-3AD203B41FA5}">
                      <a16:colId xmlns:a16="http://schemas.microsoft.com/office/drawing/2014/main" val="2837739366"/>
                    </a:ext>
                  </a:extLst>
                </a:gridCol>
              </a:tblGrid>
              <a:tr h="427087">
                <a:tc rowSpan="2">
                  <a:txBody>
                    <a:bodyPr/>
                    <a:lstStyle/>
                    <a:p>
                      <a:pPr>
                        <a:buNone/>
                      </a:pPr>
                      <a:r>
                        <a:rPr lang="en-US" sz="2000" kern="100" dirty="0">
                          <a:effectLst/>
                        </a:rPr>
                        <a:t>R</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gridSpan="2">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tc gridSpan="2">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extLst>
                  <a:ext uri="{0D108BD9-81ED-4DB2-BD59-A6C34878D82A}">
                    <a16:rowId xmlns:a16="http://schemas.microsoft.com/office/drawing/2014/main" val="3781947735"/>
                  </a:ext>
                </a:extLst>
              </a:tr>
              <a:tr h="427087">
                <a:tc vMerge="1">
                  <a:txBody>
                    <a:bodyPr/>
                    <a:lstStyle/>
                    <a:p>
                      <a:endParaRPr kumimoji="1" lang="ja-JP" altLang="en-US"/>
                    </a:p>
                  </a:txBody>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427087">
                <a:tc>
                  <a:txBody>
                    <a:bodyPr/>
                    <a:lstStyle/>
                    <a:p>
                      <a:pPr>
                        <a:buNone/>
                      </a:pPr>
                      <a:r>
                        <a:rPr lang="en-US" sz="2000" kern="100" cap="all" dirty="0">
                          <a:effectLst/>
                        </a:rPr>
                        <a:t>1</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lgn="ctr">
                        <a:buNone/>
                      </a:pPr>
                      <a:r>
                        <a:rPr lang="en-US" sz="2000" b="0" kern="100">
                          <a:effectLst/>
                          <a:latin typeface="Calibri 本文"/>
                          <a:ea typeface="BIZ UDゴシック" panose="020B0400000000000000" pitchFamily="49" charset="-128"/>
                        </a:rPr>
                        <a:t>0.500</a:t>
                      </a:r>
                      <a:endParaRPr lang="en-US" altLang="ja-JP" sz="2000" b="0" kern="100" dirty="0">
                        <a:effectLst/>
                        <a:latin typeface="Calibri 本文"/>
                        <a:ea typeface="BIZ UDゴシック" panose="020B0400000000000000" pitchFamily="49" charset="-128"/>
                      </a:endParaRPr>
                    </a:p>
                  </a:txBody>
                  <a:tcPr marL="68580" marR="68580" marT="0" marB="0"/>
                </a:tc>
                <a:tc>
                  <a:txBody>
                    <a:bodyPr/>
                    <a:lstStyle/>
                    <a:p>
                      <a:pPr algn="ctr">
                        <a:buNone/>
                      </a:pPr>
                      <a:r>
                        <a:rPr lang="en-US" sz="2000" b="0" kern="100">
                          <a:effectLst/>
                          <a:latin typeface="Calibri 本文"/>
                          <a:ea typeface="BIZ UDゴシック" panose="020B0400000000000000" pitchFamily="49" charset="-128"/>
                        </a:rPr>
                        <a:t>0.451</a:t>
                      </a:r>
                      <a:endParaRPr lang="en-US" altLang="ja-JP" sz="2000" b="0" kern="100" dirty="0">
                        <a:effectLst/>
                        <a:latin typeface="Calibri 本文"/>
                        <a:ea typeface="BIZ UDゴシック" panose="020B0400000000000000" pitchFamily="49" charset="-128"/>
                      </a:endParaRPr>
                    </a:p>
                  </a:txBody>
                  <a:tcPr marL="68580" marR="68580" marT="0" marB="0"/>
                </a:tc>
                <a:tc>
                  <a:txBody>
                    <a:bodyPr/>
                    <a:lstStyle/>
                    <a:p>
                      <a:pPr algn="ctr">
                        <a:buNone/>
                      </a:pPr>
                      <a:r>
                        <a:rPr lang="en-US" altLang="ja-JP" sz="2000" b="0" kern="100">
                          <a:effectLst/>
                          <a:latin typeface="Calibri 本文"/>
                          <a:ea typeface="BIZ UDゴシック" panose="020B0400000000000000" pitchFamily="49" charset="-128"/>
                          <a:cs typeface="Times New Roman" panose="02020603050405020304" pitchFamily="18" charset="0"/>
                        </a:rPr>
                        <a:t>0.500</a:t>
                      </a:r>
                      <a:endParaRPr lang="ja-JP" sz="2000" b="0" kern="100" dirty="0">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r>
                        <a:rPr kumimoji="1" lang="en-US" altLang="ja-JP" sz="1800" b="0" kern="1200">
                          <a:solidFill>
                            <a:schemeClr val="dk1"/>
                          </a:solidFill>
                          <a:latin typeface="Calibri 本文"/>
                          <a:ea typeface="BIZ UDゴシック" panose="020B0400000000000000" pitchFamily="49" charset="-128"/>
                          <a:cs typeface="+mn-cs"/>
                        </a:rPr>
                        <a:t>0.451</a:t>
                      </a:r>
                      <a:endParaRPr kumimoji="1" lang="ja-JP" altLang="ja-JP" sz="1800" b="0" kern="1200" dirty="0">
                        <a:solidFill>
                          <a:schemeClr val="dk1"/>
                        </a:solidFill>
                        <a:latin typeface="Calibri 本文"/>
                        <a:ea typeface="BIZ UDゴシック" panose="020B0400000000000000" pitchFamily="49" charset="-128"/>
                        <a:cs typeface="+mn-cs"/>
                      </a:endParaRPr>
                    </a:p>
                  </a:txBody>
                  <a:tcPr marL="68580" marR="68580" marT="0" marB="0"/>
                </a:tc>
                <a:extLst>
                  <a:ext uri="{0D108BD9-81ED-4DB2-BD59-A6C34878D82A}">
                    <a16:rowId xmlns:a16="http://schemas.microsoft.com/office/drawing/2014/main" val="4090492979"/>
                  </a:ext>
                </a:extLst>
              </a:tr>
              <a:tr h="427087">
                <a:tc>
                  <a:txBody>
                    <a:bodyPr/>
                    <a:lstStyle/>
                    <a:p>
                      <a:pPr>
                        <a:buNone/>
                      </a:pPr>
                      <a:r>
                        <a:rPr lang="en-US" sz="2000" kern="100" cap="all">
                          <a:effectLst/>
                        </a:rPr>
                        <a:t>2</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lgn="ctr">
                        <a:buNone/>
                      </a:pPr>
                      <a:r>
                        <a:rPr lang="en-US" sz="2000" b="0" kern="100" dirty="0">
                          <a:effectLst/>
                          <a:latin typeface="Calibri 本文"/>
                          <a:ea typeface="BIZ UDゴシック" panose="020B0400000000000000" pitchFamily="49" charset="-128"/>
                        </a:rPr>
                        <a:t>0.533</a:t>
                      </a:r>
                      <a:endParaRPr lang="ja-JP" sz="2000" b="0" kern="100" dirty="0">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buNone/>
                      </a:pPr>
                      <a:r>
                        <a:rPr lang="en-US" sz="2000" b="0" kern="100">
                          <a:effectLst/>
                          <a:latin typeface="Calibri 本文"/>
                          <a:ea typeface="BIZ UDゴシック" panose="020B0400000000000000" pitchFamily="49" charset="-128"/>
                        </a:rPr>
                        <a:t>0.403</a:t>
                      </a:r>
                      <a:endParaRPr lang="ja-JP" sz="2000" b="0" kern="100" dirty="0">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buNone/>
                      </a:pPr>
                      <a:r>
                        <a:rPr lang="en-US" sz="2000" b="0" kern="100">
                          <a:effectLst/>
                          <a:latin typeface="Calibri 本文"/>
                          <a:ea typeface="BIZ UDゴシック" panose="020B0400000000000000" pitchFamily="49" charset="-128"/>
                        </a:rPr>
                        <a:t>0.500</a:t>
                      </a:r>
                      <a:endParaRPr lang="ja-JP" sz="2000" b="0" kern="100" dirty="0">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r>
                        <a:rPr kumimoji="1" lang="en-US" altLang="ja-JP" sz="1800" b="0" kern="1200">
                          <a:solidFill>
                            <a:schemeClr val="dk1"/>
                          </a:solidFill>
                          <a:latin typeface="Calibri 本文"/>
                          <a:ea typeface="BIZ UDゴシック" panose="020B0400000000000000" pitchFamily="49" charset="-128"/>
                          <a:cs typeface="+mn-cs"/>
                        </a:rPr>
                        <a:t>0.333</a:t>
                      </a:r>
                      <a:endParaRPr kumimoji="1" lang="ja-JP" altLang="ja-JP" sz="1800" b="0" kern="1200" dirty="0">
                        <a:solidFill>
                          <a:schemeClr val="dk1"/>
                        </a:solidFill>
                        <a:latin typeface="Calibri 本文"/>
                        <a:ea typeface="BIZ UDゴシック" panose="020B0400000000000000" pitchFamily="49" charset="-128"/>
                        <a:cs typeface="+mn-cs"/>
                      </a:endParaRPr>
                    </a:p>
                  </a:txBody>
                  <a:tcPr marL="68580" marR="68580" marT="0" marB="0"/>
                </a:tc>
                <a:extLst>
                  <a:ext uri="{0D108BD9-81ED-4DB2-BD59-A6C34878D82A}">
                    <a16:rowId xmlns:a16="http://schemas.microsoft.com/office/drawing/2014/main" val="936111106"/>
                  </a:ext>
                </a:extLst>
              </a:tr>
              <a:tr h="427087">
                <a:tc>
                  <a:txBody>
                    <a:bodyPr/>
                    <a:lstStyle/>
                    <a:p>
                      <a:pPr>
                        <a:buNone/>
                      </a:pPr>
                      <a:r>
                        <a:rPr lang="en-US" sz="2000" kern="100" cap="all" dirty="0">
                          <a:effectLst/>
                        </a:rPr>
                        <a:t>3</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lgn="ctr">
                        <a:buNone/>
                      </a:pPr>
                      <a:r>
                        <a:rPr lang="en-US" sz="2000" b="0" kern="100" dirty="0">
                          <a:solidFill>
                            <a:srgbClr val="FF0000"/>
                          </a:solidFill>
                          <a:effectLst/>
                          <a:latin typeface="Calibri 本文"/>
                          <a:ea typeface="BIZ UDゴシック" panose="020B0400000000000000" pitchFamily="49" charset="-128"/>
                        </a:rPr>
                        <a:t>0.633</a:t>
                      </a:r>
                      <a:endParaRPr lang="ja-JP" sz="2000" b="0" kern="100" dirty="0">
                        <a:solidFill>
                          <a:srgbClr val="FF0000"/>
                        </a:solidFill>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buNone/>
                      </a:pPr>
                      <a:r>
                        <a:rPr lang="en-US" sz="2000" b="0" kern="100" dirty="0">
                          <a:solidFill>
                            <a:srgbClr val="FF0000"/>
                          </a:solidFill>
                          <a:effectLst/>
                          <a:latin typeface="Calibri 本文"/>
                          <a:ea typeface="BIZ UDゴシック" panose="020B0400000000000000" pitchFamily="49" charset="-128"/>
                        </a:rPr>
                        <a:t>0.597</a:t>
                      </a:r>
                      <a:endParaRPr lang="ja-JP" sz="2000" b="0" kern="100" dirty="0">
                        <a:solidFill>
                          <a:srgbClr val="FF0000"/>
                        </a:solidFill>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buNone/>
                      </a:pPr>
                      <a:r>
                        <a:rPr lang="en-US" sz="2000" b="0" kern="100" dirty="0">
                          <a:effectLst/>
                          <a:latin typeface="Calibri 本文"/>
                          <a:ea typeface="BIZ UDゴシック" panose="020B0400000000000000" pitchFamily="49" charset="-128"/>
                        </a:rPr>
                        <a:t>0.567</a:t>
                      </a:r>
                      <a:endParaRPr lang="ja-JP" sz="2000" b="0" kern="100" dirty="0">
                        <a:effectLst/>
                        <a:latin typeface="Calibri 本文"/>
                        <a:ea typeface="BIZ UDゴシック" panose="020B0400000000000000" pitchFamily="49" charset="-128"/>
                        <a:cs typeface="Times New Roman" panose="02020603050405020304" pitchFamily="18" charset="0"/>
                      </a:endParaRPr>
                    </a:p>
                  </a:txBody>
                  <a:tcPr marL="68580" marR="68580" marT="0" marB="0"/>
                </a:tc>
                <a:tc>
                  <a:txBody>
                    <a:bodyPr/>
                    <a:lstStyle/>
                    <a:p>
                      <a:pPr algn="ctr"/>
                      <a:r>
                        <a:rPr kumimoji="1" lang="en-US" altLang="ja-JP" sz="1800" b="0" kern="1200" dirty="0">
                          <a:solidFill>
                            <a:schemeClr val="dk1"/>
                          </a:solidFill>
                          <a:latin typeface="Calibri 本文"/>
                          <a:ea typeface="BIZ UDゴシック" panose="020B0400000000000000" pitchFamily="49" charset="-128"/>
                          <a:cs typeface="+mn-cs"/>
                        </a:rPr>
                        <a:t>0.524</a:t>
                      </a:r>
                      <a:endParaRPr kumimoji="1" lang="ja-JP" altLang="ja-JP" sz="1800" b="0" kern="1200" dirty="0">
                        <a:solidFill>
                          <a:schemeClr val="dk1"/>
                        </a:solidFill>
                        <a:latin typeface="Calibri 本文"/>
                        <a:ea typeface="BIZ UDゴシック" panose="020B0400000000000000" pitchFamily="49" charset="-128"/>
                        <a:cs typeface="+mn-cs"/>
                      </a:endParaRPr>
                    </a:p>
                  </a:txBody>
                  <a:tcPr marL="68580" marR="68580" marT="0" marB="0"/>
                </a:tc>
                <a:extLst>
                  <a:ext uri="{0D108BD9-81ED-4DB2-BD59-A6C34878D82A}">
                    <a16:rowId xmlns:a16="http://schemas.microsoft.com/office/drawing/2014/main" val="2659702056"/>
                  </a:ext>
                </a:extLst>
              </a:tr>
            </a:tbl>
          </a:graphicData>
        </a:graphic>
      </p:graphicFrame>
      <p:sp>
        <p:nvSpPr>
          <p:cNvPr id="3" name="タイトル 2">
            <a:extLst>
              <a:ext uri="{FF2B5EF4-FFF2-40B4-BE49-F238E27FC236}">
                <a16:creationId xmlns:a16="http://schemas.microsoft.com/office/drawing/2014/main" id="{53FD126E-ADED-A43F-9E13-9362D48CE175}"/>
              </a:ext>
            </a:extLst>
          </p:cNvPr>
          <p:cNvSpPr>
            <a:spLocks noGrp="1"/>
          </p:cNvSpPr>
          <p:nvPr>
            <p:ph type="title"/>
          </p:nvPr>
        </p:nvSpPr>
        <p:spPr/>
        <p:txBody>
          <a:bodyPr>
            <a:normAutofit fontScale="90000"/>
          </a:bodyPr>
          <a:lstStyle/>
          <a:p>
            <a:r>
              <a:rPr kumimoji="1" lang="ja-JP" altLang="en-US" dirty="0"/>
              <a:t>基盤 </a:t>
            </a:r>
            <a:r>
              <a:rPr kumimoji="1" lang="en-US" altLang="ja-JP" dirty="0" err="1"/>
              <a:t>LoRA</a:t>
            </a:r>
            <a:r>
              <a:rPr kumimoji="1" lang="en-US" altLang="ja-JP" dirty="0"/>
              <a:t> </a:t>
            </a:r>
            <a:r>
              <a:rPr kumimoji="1" lang="ja-JP" altLang="en-US" dirty="0"/>
              <a:t>更新後 </a:t>
            </a:r>
            <a:r>
              <a:rPr kumimoji="1" lang="en-US" altLang="ja-JP" dirty="0"/>
              <a:t>— </a:t>
            </a:r>
            <a:r>
              <a:rPr kumimoji="1" lang="en-US" altLang="ja-JP" dirty="0" err="1"/>
              <a:t>server_eval</a:t>
            </a:r>
            <a:r>
              <a:rPr kumimoji="1" lang="ja-JP" altLang="en-US" dirty="0"/>
              <a:t>（</a:t>
            </a:r>
            <a:r>
              <a:rPr kumimoji="1" lang="en-US" altLang="ja-JP" dirty="0"/>
              <a:t>30 </a:t>
            </a:r>
            <a:r>
              <a:rPr kumimoji="1" lang="ja-JP" altLang="en-US" dirty="0"/>
              <a:t>件）</a:t>
            </a:r>
          </a:p>
        </p:txBody>
      </p:sp>
      <p:sp>
        <p:nvSpPr>
          <p:cNvPr id="4" name="スライド番号プレースホルダー 3">
            <a:extLst>
              <a:ext uri="{FF2B5EF4-FFF2-40B4-BE49-F238E27FC236}">
                <a16:creationId xmlns:a16="http://schemas.microsoft.com/office/drawing/2014/main" id="{B381E760-49BD-10E3-F958-4752529C8BCA}"/>
              </a:ext>
            </a:extLst>
          </p:cNvPr>
          <p:cNvSpPr>
            <a:spLocks noGrp="1"/>
          </p:cNvSpPr>
          <p:nvPr>
            <p:ph type="sldNum" sz="quarter" idx="4"/>
          </p:nvPr>
        </p:nvSpPr>
        <p:spPr/>
        <p:txBody>
          <a:bodyPr/>
          <a:lstStyle/>
          <a:p>
            <a:fld id="{C088C981-6885-4100-82A1-DE7074EC4480}" type="slidenum">
              <a:rPr lang="ja-JP" altLang="en-US" smtClean="0"/>
              <a:t>20</a:t>
            </a:fld>
            <a:endParaRPr lang="ja-JP" altLang="en-US"/>
          </a:p>
        </p:txBody>
      </p:sp>
    </p:spTree>
    <p:extLst>
      <p:ext uri="{BB962C8B-B14F-4D97-AF65-F5344CB8AC3E}">
        <p14:creationId xmlns:p14="http://schemas.microsoft.com/office/powerpoint/2010/main" val="1432646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F247519-B582-6066-E7ED-DA9FA28EA8F0}"/>
              </a:ext>
            </a:extLst>
          </p:cNvPr>
          <p:cNvSpPr>
            <a:spLocks noGrp="1"/>
          </p:cNvSpPr>
          <p:nvPr>
            <p:ph type="title"/>
          </p:nvPr>
        </p:nvSpPr>
        <p:spPr/>
        <p:txBody>
          <a:bodyPr/>
          <a:lstStyle/>
          <a:p>
            <a:r>
              <a:rPr kumimoji="1" lang="ja-JP" altLang="en-US"/>
              <a:t>実験結果１（ラウンド別 </a:t>
            </a:r>
            <a:r>
              <a:rPr kumimoji="1" lang="en-US" altLang="ja-JP"/>
              <a:t>— </a:t>
            </a:r>
            <a:r>
              <a:rPr kumimoji="1" lang="ja-JP" altLang="en-US"/>
              <a:t>精度・重み）</a:t>
            </a:r>
          </a:p>
        </p:txBody>
      </p:sp>
      <p:sp>
        <p:nvSpPr>
          <p:cNvPr id="4" name="スライド番号プレースホルダー 3">
            <a:extLst>
              <a:ext uri="{FF2B5EF4-FFF2-40B4-BE49-F238E27FC236}">
                <a16:creationId xmlns:a16="http://schemas.microsoft.com/office/drawing/2014/main" id="{9FA8076A-F0C9-D877-131D-06E240036619}"/>
              </a:ext>
            </a:extLst>
          </p:cNvPr>
          <p:cNvSpPr>
            <a:spLocks noGrp="1"/>
          </p:cNvSpPr>
          <p:nvPr>
            <p:ph type="sldNum" sz="quarter" idx="4"/>
          </p:nvPr>
        </p:nvSpPr>
        <p:spPr/>
        <p:txBody>
          <a:bodyPr/>
          <a:lstStyle/>
          <a:p>
            <a:fld id="{C088C981-6885-4100-82A1-DE7074EC4480}" type="slidenum">
              <a:rPr lang="ja-JP" altLang="en-US" smtClean="0"/>
              <a:t>21</a:t>
            </a:fld>
            <a:endParaRPr lang="ja-JP" altLang="en-US"/>
          </a:p>
        </p:txBody>
      </p:sp>
      <p:sp>
        <p:nvSpPr>
          <p:cNvPr id="10" name="Rectangle 2">
            <a:extLst>
              <a:ext uri="{FF2B5EF4-FFF2-40B4-BE49-F238E27FC236}">
                <a16:creationId xmlns:a16="http://schemas.microsoft.com/office/drawing/2014/main" id="{752393D6-3375-D1B2-B686-BF20432C607E}"/>
              </a:ext>
            </a:extLst>
          </p:cNvPr>
          <p:cNvSpPr>
            <a:spLocks noChangeArrowheads="1"/>
          </p:cNvSpPr>
          <p:nvPr/>
        </p:nvSpPr>
        <p:spPr bwMode="auto">
          <a:xfrm>
            <a:off x="220664" y="1164503"/>
            <a:ext cx="33353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ja-JP" sz="2800" b="1" i="0" u="none" strike="noStrike" cap="none" normalizeH="0" baseline="0">
                <a:ln>
                  <a:noFill/>
                </a:ln>
                <a:solidFill>
                  <a:schemeClr val="tx1"/>
                </a:solidFill>
                <a:effectLst/>
                <a:latin typeface="ＭＳ Ｐゴシック" panose="020B0600070205080204" pitchFamily="50" charset="-128"/>
                <a:ea typeface="ＭＳ Ｐゴシック" panose="020B0600070205080204" pitchFamily="50" charset="-128"/>
                <a:cs typeface="Times New Roman" panose="02020603050405020304" pitchFamily="18" charset="0"/>
              </a:rPr>
              <a:t>Client 0 </a:t>
            </a:r>
            <a:endParaRPr kumimoji="0" lang="en-US" altLang="ja-JP" sz="1600" b="0" i="0" u="none" strike="noStrike" cap="none" normalizeH="0" baseline="0">
              <a:ln>
                <a:noFill/>
              </a:ln>
              <a:solidFill>
                <a:schemeClr val="tx1"/>
              </a:solidFill>
              <a:effectLst/>
              <a:latin typeface="ＭＳ Ｐゴシック" panose="020B0600070205080204" pitchFamily="50" charset="-128"/>
              <a:ea typeface="ＭＳ Ｐゴシック" panose="020B0600070205080204" pitchFamily="50" charset="-128"/>
            </a:endParaRPr>
          </a:p>
        </p:txBody>
      </p:sp>
      <p:sp>
        <p:nvSpPr>
          <p:cNvPr id="16" name="テキスト ボックス 15">
            <a:extLst>
              <a:ext uri="{FF2B5EF4-FFF2-40B4-BE49-F238E27FC236}">
                <a16:creationId xmlns:a16="http://schemas.microsoft.com/office/drawing/2014/main" id="{72C08A3A-67F3-CC6E-516C-35093B082F16}"/>
              </a:ext>
            </a:extLst>
          </p:cNvPr>
          <p:cNvSpPr txBox="1"/>
          <p:nvPr/>
        </p:nvSpPr>
        <p:spPr>
          <a:xfrm>
            <a:off x="338667" y="3795122"/>
            <a:ext cx="4617154"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2800" b="1"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Times New Roman" panose="02020603050405020304" pitchFamily="18" charset="0"/>
              </a:rPr>
              <a:t>Client 1 </a:t>
            </a:r>
            <a:endParaRPr kumimoji="0" lang="en-US" altLang="ja-JP" sz="5400" b="0" i="0" u="none" strike="noStrike" kern="1200" cap="none" spc="0" normalizeH="0" baseline="0" noProof="0" dirty="0">
              <a:ln>
                <a:noFill/>
              </a:ln>
              <a:solidFill>
                <a:prstClr val="black"/>
              </a:solidFill>
              <a:effectLst/>
              <a:uLnTx/>
              <a:uFillTx/>
              <a:latin typeface="ＭＳ Ｐゴシック" panose="020B0600070205080204" pitchFamily="50" charset="-128"/>
              <a:ea typeface="ＭＳ Ｐゴシック" panose="020B0600070205080204" pitchFamily="50" charset="-128"/>
              <a:cs typeface="+mn-cs"/>
            </a:endParaRPr>
          </a:p>
        </p:txBody>
      </p:sp>
      <p:graphicFrame>
        <p:nvGraphicFramePr>
          <p:cNvPr id="6" name="コンテンツ プレースホルダー 7">
            <a:extLst>
              <a:ext uri="{FF2B5EF4-FFF2-40B4-BE49-F238E27FC236}">
                <a16:creationId xmlns:a16="http://schemas.microsoft.com/office/drawing/2014/main" id="{4F51F090-5CBF-A991-9718-902D8A965FED}"/>
              </a:ext>
            </a:extLst>
          </p:cNvPr>
          <p:cNvGraphicFramePr>
            <a:graphicFrameLocks noGrp="1"/>
          </p:cNvGraphicFramePr>
          <p:nvPr>
            <p:ph idx="1"/>
            <p:extLst>
              <p:ext uri="{D42A27DB-BD31-4B8C-83A1-F6EECF244321}">
                <p14:modId xmlns:p14="http://schemas.microsoft.com/office/powerpoint/2010/main" val="631684410"/>
              </p:ext>
            </p:extLst>
          </p:nvPr>
        </p:nvGraphicFramePr>
        <p:xfrm>
          <a:off x="872490" y="1687723"/>
          <a:ext cx="7254880" cy="2135435"/>
        </p:xfrm>
        <a:graphic>
          <a:graphicData uri="http://schemas.openxmlformats.org/drawingml/2006/table">
            <a:tbl>
              <a:tblPr firstRow="1" firstCol="1" bandRow="1">
                <a:tableStyleId>{5C22544A-7EE6-4342-B048-85BDC9FD1C3A}</a:tableStyleId>
              </a:tblPr>
              <a:tblGrid>
                <a:gridCol w="448625">
                  <a:extLst>
                    <a:ext uri="{9D8B030D-6E8A-4147-A177-3AD203B41FA5}">
                      <a16:colId xmlns:a16="http://schemas.microsoft.com/office/drawing/2014/main" val="1598768619"/>
                    </a:ext>
                  </a:extLst>
                </a:gridCol>
                <a:gridCol w="1700774">
                  <a:extLst>
                    <a:ext uri="{9D8B030D-6E8A-4147-A177-3AD203B41FA5}">
                      <a16:colId xmlns:a16="http://schemas.microsoft.com/office/drawing/2014/main" val="1517561440"/>
                    </a:ext>
                  </a:extLst>
                </a:gridCol>
                <a:gridCol w="1701827">
                  <a:extLst>
                    <a:ext uri="{9D8B030D-6E8A-4147-A177-3AD203B41FA5}">
                      <a16:colId xmlns:a16="http://schemas.microsoft.com/office/drawing/2014/main" val="2915673569"/>
                    </a:ext>
                  </a:extLst>
                </a:gridCol>
                <a:gridCol w="1701827">
                  <a:extLst>
                    <a:ext uri="{9D8B030D-6E8A-4147-A177-3AD203B41FA5}">
                      <a16:colId xmlns:a16="http://schemas.microsoft.com/office/drawing/2014/main" val="3706188884"/>
                    </a:ext>
                  </a:extLst>
                </a:gridCol>
                <a:gridCol w="1701827">
                  <a:extLst>
                    <a:ext uri="{9D8B030D-6E8A-4147-A177-3AD203B41FA5}">
                      <a16:colId xmlns:a16="http://schemas.microsoft.com/office/drawing/2014/main" val="2837739366"/>
                    </a:ext>
                  </a:extLst>
                </a:gridCol>
              </a:tblGrid>
              <a:tr h="427087">
                <a:tc rowSpan="2">
                  <a:txBody>
                    <a:bodyPr/>
                    <a:lstStyle/>
                    <a:p>
                      <a:pPr>
                        <a:buNone/>
                      </a:pPr>
                      <a:r>
                        <a:rPr lang="en-US" sz="2000" kern="100" dirty="0">
                          <a:effectLst/>
                        </a:rPr>
                        <a:t>R</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gridSpan="2">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tc gridSpan="2">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extLst>
                  <a:ext uri="{0D108BD9-81ED-4DB2-BD59-A6C34878D82A}">
                    <a16:rowId xmlns:a16="http://schemas.microsoft.com/office/drawing/2014/main" val="3781947735"/>
                  </a:ext>
                </a:extLst>
              </a:tr>
              <a:tr h="427087">
                <a:tc vMerge="1">
                  <a:txBody>
                    <a:bodyPr/>
                    <a:lstStyle/>
                    <a:p>
                      <a:endParaRPr kumimoji="1" lang="ja-JP" altLang="en-US"/>
                    </a:p>
                  </a:txBody>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427087">
                <a:tc>
                  <a:txBody>
                    <a:bodyPr/>
                    <a:lstStyle/>
                    <a:p>
                      <a:pPr algn="ctr" fontAlgn="t" latinLnBrk="0">
                        <a:buNone/>
                      </a:pPr>
                      <a:r>
                        <a:rPr lang="ja-JP" sz="2000" b="1" i="0" dirty="0">
                          <a:solidFill>
                            <a:schemeClr val="bg1"/>
                          </a:solidFill>
                          <a:effectLst/>
                          <a:latin typeface="Calibri 本文"/>
                        </a:rPr>
                        <a:t>1</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extLst>
                  <a:ext uri="{0D108BD9-81ED-4DB2-BD59-A6C34878D82A}">
                    <a16:rowId xmlns:a16="http://schemas.microsoft.com/office/drawing/2014/main" val="4090492979"/>
                  </a:ext>
                </a:extLst>
              </a:tr>
              <a:tr h="427087">
                <a:tc>
                  <a:txBody>
                    <a:bodyPr/>
                    <a:lstStyle/>
                    <a:p>
                      <a:pPr algn="ctr" fontAlgn="t" latinLnBrk="0">
                        <a:buNone/>
                      </a:pPr>
                      <a:r>
                        <a:rPr lang="ja-JP" sz="2000" b="1" i="0" dirty="0">
                          <a:solidFill>
                            <a:schemeClr val="bg1"/>
                          </a:solidFill>
                          <a:effectLst/>
                          <a:latin typeface="Calibri 本文"/>
                        </a:rPr>
                        <a:t>2</a:t>
                      </a:r>
                    </a:p>
                  </a:txBody>
                  <a:tcPr marL="68580" marR="68580" marT="38100" marB="38100"/>
                </a:tc>
                <a:tc>
                  <a:txBody>
                    <a:bodyPr/>
                    <a:lstStyle/>
                    <a:p>
                      <a:pPr algn="ctr" fontAlgn="t" latinLnBrk="0">
                        <a:buNone/>
                      </a:pPr>
                      <a:r>
                        <a:rPr lang="ja-JP" sz="2000" b="0" i="0" dirty="0">
                          <a:solidFill>
                            <a:schemeClr val="tx1"/>
                          </a:solidFill>
                          <a:effectLst/>
                          <a:latin typeface="Calibri 本文"/>
                        </a:rPr>
                        <a:t>0.533</a:t>
                      </a:r>
                    </a:p>
                  </a:txBody>
                  <a:tcPr marL="68580" marR="68580" marT="38100" marB="38100"/>
                </a:tc>
                <a:tc>
                  <a:txBody>
                    <a:bodyPr/>
                    <a:lstStyle/>
                    <a:p>
                      <a:pPr algn="ctr" fontAlgn="t" latinLnBrk="0">
                        <a:buNone/>
                      </a:pPr>
                      <a:r>
                        <a:rPr lang="ja-JP" sz="2000" b="0" i="0" dirty="0">
                          <a:solidFill>
                            <a:schemeClr val="tx1"/>
                          </a:solidFill>
                          <a:effectLst/>
                          <a:latin typeface="Calibri 本文"/>
                        </a:rPr>
                        <a:t>0.533</a:t>
                      </a:r>
                    </a:p>
                  </a:txBody>
                  <a:tcPr marL="68580" marR="68580" marT="38100" marB="38100"/>
                </a:tc>
                <a:tc>
                  <a:txBody>
                    <a:bodyPr/>
                    <a:lstStyle/>
                    <a:p>
                      <a:pPr algn="ctr" fontAlgn="t" latinLnBrk="0">
                        <a:buNone/>
                      </a:pPr>
                      <a:r>
                        <a:rPr lang="ja-JP" sz="2000" b="0" i="0">
                          <a:solidFill>
                            <a:schemeClr val="tx1"/>
                          </a:solidFill>
                          <a:effectLst/>
                          <a:latin typeface="Calibri 本文"/>
                        </a:rPr>
                        <a:t>0.567</a:t>
                      </a:r>
                    </a:p>
                  </a:txBody>
                  <a:tcPr marL="68580" marR="68580" marT="38100" marB="38100"/>
                </a:tc>
                <a:tc>
                  <a:txBody>
                    <a:bodyPr/>
                    <a:lstStyle/>
                    <a:p>
                      <a:pPr algn="ctr" fontAlgn="t" latinLnBrk="0">
                        <a:buNone/>
                      </a:pPr>
                      <a:r>
                        <a:rPr lang="ja-JP" sz="2000" b="0" i="0">
                          <a:solidFill>
                            <a:schemeClr val="tx1"/>
                          </a:solidFill>
                          <a:effectLst/>
                          <a:latin typeface="Calibri 本文"/>
                        </a:rPr>
                        <a:t>0.566</a:t>
                      </a:r>
                    </a:p>
                  </a:txBody>
                  <a:tcPr marL="68580" marR="68580" marT="38100" marB="38100"/>
                </a:tc>
                <a:extLst>
                  <a:ext uri="{0D108BD9-81ED-4DB2-BD59-A6C34878D82A}">
                    <a16:rowId xmlns:a16="http://schemas.microsoft.com/office/drawing/2014/main" val="936111106"/>
                  </a:ext>
                </a:extLst>
              </a:tr>
              <a:tr h="427087">
                <a:tc>
                  <a:txBody>
                    <a:bodyPr/>
                    <a:lstStyle/>
                    <a:p>
                      <a:pPr algn="ctr" fontAlgn="t" latinLnBrk="0">
                        <a:buNone/>
                      </a:pPr>
                      <a:r>
                        <a:rPr lang="ja-JP" sz="2000" b="1" i="0" dirty="0">
                          <a:solidFill>
                            <a:schemeClr val="bg1"/>
                          </a:solidFill>
                          <a:effectLst/>
                          <a:latin typeface="Calibri 本文"/>
                        </a:rPr>
                        <a:t>3</a:t>
                      </a:r>
                    </a:p>
                  </a:txBody>
                  <a:tcPr marL="68580" marR="68580" marT="38100" marB="38100"/>
                </a:tc>
                <a:tc>
                  <a:txBody>
                    <a:bodyPr/>
                    <a:lstStyle/>
                    <a:p>
                      <a:pPr algn="ctr" fontAlgn="t" latinLnBrk="0">
                        <a:buNone/>
                      </a:pPr>
                      <a:r>
                        <a:rPr lang="ja-JP" sz="2000" b="0" i="0" dirty="0">
                          <a:solidFill>
                            <a:srgbClr val="FF0000"/>
                          </a:solidFill>
                          <a:effectLst/>
                          <a:latin typeface="Calibri 本文"/>
                        </a:rPr>
                        <a:t>0.633</a:t>
                      </a:r>
                    </a:p>
                  </a:txBody>
                  <a:tcPr marL="68580" marR="68580" marT="38100" marB="38100"/>
                </a:tc>
                <a:tc>
                  <a:txBody>
                    <a:bodyPr/>
                    <a:lstStyle/>
                    <a:p>
                      <a:pPr algn="ctr" fontAlgn="t" latinLnBrk="0">
                        <a:buNone/>
                      </a:pPr>
                      <a:r>
                        <a:rPr lang="ja-JP" sz="2000" b="0" i="0" dirty="0">
                          <a:solidFill>
                            <a:srgbClr val="FF0000"/>
                          </a:solidFill>
                          <a:effectLst/>
                          <a:latin typeface="Calibri 本文"/>
                        </a:rPr>
                        <a:t>0.630</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0.598</a:t>
                      </a:r>
                    </a:p>
                  </a:txBody>
                  <a:tcPr marL="68580" marR="68580" marT="38100" marB="38100"/>
                </a:tc>
                <a:extLst>
                  <a:ext uri="{0D108BD9-81ED-4DB2-BD59-A6C34878D82A}">
                    <a16:rowId xmlns:a16="http://schemas.microsoft.com/office/drawing/2014/main" val="2659702056"/>
                  </a:ext>
                </a:extLst>
              </a:tr>
            </a:tbl>
          </a:graphicData>
        </a:graphic>
      </p:graphicFrame>
      <p:graphicFrame>
        <p:nvGraphicFramePr>
          <p:cNvPr id="7" name="コンテンツ プレースホルダー 7">
            <a:extLst>
              <a:ext uri="{FF2B5EF4-FFF2-40B4-BE49-F238E27FC236}">
                <a16:creationId xmlns:a16="http://schemas.microsoft.com/office/drawing/2014/main" id="{339E8A35-FB62-F7B4-6502-DCF4549FC80F}"/>
              </a:ext>
            </a:extLst>
          </p:cNvPr>
          <p:cNvGraphicFramePr>
            <a:graphicFrameLocks/>
          </p:cNvGraphicFramePr>
          <p:nvPr>
            <p:extLst>
              <p:ext uri="{D42A27DB-BD31-4B8C-83A1-F6EECF244321}">
                <p14:modId xmlns:p14="http://schemas.microsoft.com/office/powerpoint/2010/main" val="2893686101"/>
              </p:ext>
            </p:extLst>
          </p:nvPr>
        </p:nvGraphicFramePr>
        <p:xfrm>
          <a:off x="872490" y="4346378"/>
          <a:ext cx="7254880" cy="2135435"/>
        </p:xfrm>
        <a:graphic>
          <a:graphicData uri="http://schemas.openxmlformats.org/drawingml/2006/table">
            <a:tbl>
              <a:tblPr firstRow="1" firstCol="1" bandRow="1">
                <a:tableStyleId>{5C22544A-7EE6-4342-B048-85BDC9FD1C3A}</a:tableStyleId>
              </a:tblPr>
              <a:tblGrid>
                <a:gridCol w="448625">
                  <a:extLst>
                    <a:ext uri="{9D8B030D-6E8A-4147-A177-3AD203B41FA5}">
                      <a16:colId xmlns:a16="http://schemas.microsoft.com/office/drawing/2014/main" val="1598768619"/>
                    </a:ext>
                  </a:extLst>
                </a:gridCol>
                <a:gridCol w="1700774">
                  <a:extLst>
                    <a:ext uri="{9D8B030D-6E8A-4147-A177-3AD203B41FA5}">
                      <a16:colId xmlns:a16="http://schemas.microsoft.com/office/drawing/2014/main" val="1517561440"/>
                    </a:ext>
                  </a:extLst>
                </a:gridCol>
                <a:gridCol w="1701827">
                  <a:extLst>
                    <a:ext uri="{9D8B030D-6E8A-4147-A177-3AD203B41FA5}">
                      <a16:colId xmlns:a16="http://schemas.microsoft.com/office/drawing/2014/main" val="2915673569"/>
                    </a:ext>
                  </a:extLst>
                </a:gridCol>
                <a:gridCol w="1701827">
                  <a:extLst>
                    <a:ext uri="{9D8B030D-6E8A-4147-A177-3AD203B41FA5}">
                      <a16:colId xmlns:a16="http://schemas.microsoft.com/office/drawing/2014/main" val="3706188884"/>
                    </a:ext>
                  </a:extLst>
                </a:gridCol>
                <a:gridCol w="1701827">
                  <a:extLst>
                    <a:ext uri="{9D8B030D-6E8A-4147-A177-3AD203B41FA5}">
                      <a16:colId xmlns:a16="http://schemas.microsoft.com/office/drawing/2014/main" val="2837739366"/>
                    </a:ext>
                  </a:extLst>
                </a:gridCol>
              </a:tblGrid>
              <a:tr h="427087">
                <a:tc rowSpan="2">
                  <a:txBody>
                    <a:bodyPr/>
                    <a:lstStyle/>
                    <a:p>
                      <a:pPr>
                        <a:buNone/>
                      </a:pPr>
                      <a:r>
                        <a:rPr lang="en-US" sz="2000" kern="100" dirty="0">
                          <a:effectLst/>
                        </a:rPr>
                        <a:t>R</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gridSpan="2">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tc gridSpan="2">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hMerge="1">
                  <a:txBody>
                    <a:bodyPr/>
                    <a:lstStyle/>
                    <a:p>
                      <a:endParaRPr dirty="0"/>
                    </a:p>
                  </a:txBody>
                  <a:tcPr marL="68580" marR="68580" marT="0" marB="0"/>
                </a:tc>
                <a:extLst>
                  <a:ext uri="{0D108BD9-81ED-4DB2-BD59-A6C34878D82A}">
                    <a16:rowId xmlns:a16="http://schemas.microsoft.com/office/drawing/2014/main" val="3781947735"/>
                  </a:ext>
                </a:extLst>
              </a:tr>
              <a:tr h="427087">
                <a:tc vMerge="1">
                  <a:txBody>
                    <a:bodyPr/>
                    <a:lstStyle/>
                    <a:p>
                      <a:endParaRPr kumimoji="1" lang="ja-JP" altLang="en-US"/>
                    </a:p>
                  </a:txBody>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sz="2000" b="1" kern="100" dirty="0">
                          <a:solidFill>
                            <a:schemeClr val="bg1"/>
                          </a:solidFill>
                          <a:effectLst/>
                          <a:latin typeface="Calibri 本文"/>
                          <a:ea typeface="BIZ UDゴシック" panose="020B0400000000000000" pitchFamily="49" charset="-128"/>
                        </a:rPr>
                        <a:t>acc</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a:solidFill>
                            <a:schemeClr val="bg1"/>
                          </a:solidFill>
                          <a:effectLst/>
                          <a:latin typeface="Calibri 本文"/>
                          <a:ea typeface="BIZ UDゴシック" panose="020B0400000000000000" pitchFamily="49" charset="-128"/>
                          <a:cs typeface="Times New Roman" panose="02020603050405020304" pitchFamily="18" charset="0"/>
                        </a:rPr>
                        <a:t>F1</a:t>
                      </a:r>
                      <a:endParaRPr lang="ja-JP"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427087">
                <a:tc>
                  <a:txBody>
                    <a:bodyPr/>
                    <a:lstStyle/>
                    <a:p>
                      <a:pPr algn="ctr" fontAlgn="t" latinLnBrk="0">
                        <a:buNone/>
                      </a:pPr>
                      <a:r>
                        <a:rPr lang="ja-JP" sz="2000" b="1" i="0" dirty="0">
                          <a:solidFill>
                            <a:schemeClr val="bg1"/>
                          </a:solidFill>
                          <a:effectLst/>
                          <a:latin typeface="Calibri 本文"/>
                        </a:rPr>
                        <a:t>1</a:t>
                      </a:r>
                    </a:p>
                  </a:txBody>
                  <a:tcPr marL="68580" marR="68580" marT="38100" marB="38100"/>
                </a:tc>
                <a:tc>
                  <a:txBody>
                    <a:bodyPr/>
                    <a:lstStyle/>
                    <a:p>
                      <a:pPr algn="ctr" fontAlgn="t" latinLnBrk="0">
                        <a:buNone/>
                      </a:pPr>
                      <a:r>
                        <a:rPr lang="ja-JP" sz="2000" b="0" i="0" dirty="0">
                          <a:solidFill>
                            <a:schemeClr val="tx1"/>
                          </a:solidFill>
                          <a:effectLst/>
                          <a:latin typeface="Calibri 本文"/>
                        </a:rPr>
                        <a:t>0.500</a:t>
                      </a:r>
                    </a:p>
                  </a:txBody>
                  <a:tcPr marL="68580" marR="68580" marT="38100" marB="38100"/>
                </a:tc>
                <a:tc>
                  <a:txBody>
                    <a:bodyPr/>
                    <a:lstStyle/>
                    <a:p>
                      <a:pPr algn="ctr" fontAlgn="t" latinLnBrk="0">
                        <a:buNone/>
                      </a:pPr>
                      <a:r>
                        <a:rPr lang="ja-JP" sz="2000" b="0" i="0">
                          <a:solidFill>
                            <a:schemeClr val="tx1"/>
                          </a:solidFill>
                          <a:effectLst/>
                          <a:latin typeface="Calibri 本文"/>
                        </a:rPr>
                        <a:t>0.333</a:t>
                      </a:r>
                    </a:p>
                  </a:txBody>
                  <a:tcPr marL="68580" marR="68580" marT="38100" marB="38100"/>
                </a:tc>
                <a:tc>
                  <a:txBody>
                    <a:bodyPr/>
                    <a:lstStyle/>
                    <a:p>
                      <a:pPr algn="ctr" fontAlgn="t" latinLnBrk="0">
                        <a:buNone/>
                      </a:pPr>
                      <a:r>
                        <a:rPr lang="ja-JP" sz="2000" b="0" i="0">
                          <a:solidFill>
                            <a:schemeClr val="tx1"/>
                          </a:solidFill>
                          <a:effectLst/>
                          <a:latin typeface="Calibri 本文"/>
                        </a:rPr>
                        <a:t>0.500</a:t>
                      </a:r>
                    </a:p>
                  </a:txBody>
                  <a:tcPr marL="68580" marR="68580" marT="38100" marB="38100"/>
                </a:tc>
                <a:tc>
                  <a:txBody>
                    <a:bodyPr/>
                    <a:lstStyle/>
                    <a:p>
                      <a:pPr algn="ctr" fontAlgn="t" latinLnBrk="0">
                        <a:buNone/>
                      </a:pPr>
                      <a:r>
                        <a:rPr lang="ja-JP" sz="2000" b="0" i="0">
                          <a:solidFill>
                            <a:schemeClr val="tx1"/>
                          </a:solidFill>
                          <a:effectLst/>
                          <a:latin typeface="Calibri 本文"/>
                        </a:rPr>
                        <a:t>0.333</a:t>
                      </a:r>
                    </a:p>
                  </a:txBody>
                  <a:tcPr marL="68580" marR="68580" marT="38100" marB="38100"/>
                </a:tc>
                <a:extLst>
                  <a:ext uri="{0D108BD9-81ED-4DB2-BD59-A6C34878D82A}">
                    <a16:rowId xmlns:a16="http://schemas.microsoft.com/office/drawing/2014/main" val="4090492979"/>
                  </a:ext>
                </a:extLst>
              </a:tr>
              <a:tr h="427087">
                <a:tc>
                  <a:txBody>
                    <a:bodyPr/>
                    <a:lstStyle/>
                    <a:p>
                      <a:pPr algn="ctr" fontAlgn="t" latinLnBrk="0">
                        <a:buNone/>
                      </a:pPr>
                      <a:r>
                        <a:rPr lang="ja-JP" sz="2000" b="1" i="0" dirty="0">
                          <a:solidFill>
                            <a:schemeClr val="bg1"/>
                          </a:solidFill>
                          <a:effectLst/>
                          <a:latin typeface="Calibri 本文"/>
                        </a:rPr>
                        <a:t>2</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0.524</a:t>
                      </a:r>
                    </a:p>
                  </a:txBody>
                  <a:tcPr marL="68580" marR="68580" marT="38100" marB="38100"/>
                </a:tc>
                <a:tc>
                  <a:txBody>
                    <a:bodyPr/>
                    <a:lstStyle/>
                    <a:p>
                      <a:pPr algn="ctr" fontAlgn="t" latinLnBrk="0">
                        <a:buNone/>
                      </a:pPr>
                      <a:r>
                        <a:rPr lang="ja-JP" sz="2000" b="0" i="0">
                          <a:solidFill>
                            <a:schemeClr val="tx1"/>
                          </a:solidFill>
                          <a:effectLst/>
                          <a:latin typeface="Calibri 本文"/>
                        </a:rPr>
                        <a:t>0.600</a:t>
                      </a:r>
                    </a:p>
                  </a:txBody>
                  <a:tcPr marL="68580" marR="68580" marT="38100" marB="38100"/>
                </a:tc>
                <a:tc>
                  <a:txBody>
                    <a:bodyPr/>
                    <a:lstStyle/>
                    <a:p>
                      <a:pPr algn="ctr" fontAlgn="t" latinLnBrk="0">
                        <a:buNone/>
                      </a:pPr>
                      <a:r>
                        <a:rPr lang="ja-JP" sz="2000" b="0" i="0">
                          <a:solidFill>
                            <a:schemeClr val="tx1"/>
                          </a:solidFill>
                          <a:effectLst/>
                          <a:latin typeface="Calibri 本文"/>
                        </a:rPr>
                        <a:t>0.524</a:t>
                      </a:r>
                    </a:p>
                  </a:txBody>
                  <a:tcPr marL="68580" marR="68580" marT="38100" marB="38100"/>
                </a:tc>
                <a:extLst>
                  <a:ext uri="{0D108BD9-81ED-4DB2-BD59-A6C34878D82A}">
                    <a16:rowId xmlns:a16="http://schemas.microsoft.com/office/drawing/2014/main" val="936111106"/>
                  </a:ext>
                </a:extLst>
              </a:tr>
              <a:tr h="427087">
                <a:tc>
                  <a:txBody>
                    <a:bodyPr/>
                    <a:lstStyle/>
                    <a:p>
                      <a:pPr algn="ctr" fontAlgn="t" latinLnBrk="0">
                        <a:buNone/>
                      </a:pPr>
                      <a:r>
                        <a:rPr lang="ja-JP" sz="2000" b="1" i="0" dirty="0">
                          <a:solidFill>
                            <a:schemeClr val="bg1"/>
                          </a:solidFill>
                          <a:effectLst/>
                          <a:latin typeface="Calibri 本文"/>
                        </a:rPr>
                        <a:t>3</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0.593</a:t>
                      </a:r>
                    </a:p>
                  </a:txBody>
                  <a:tcPr marL="68580" marR="68580" marT="38100" marB="38100"/>
                </a:tc>
                <a:tc>
                  <a:txBody>
                    <a:bodyPr/>
                    <a:lstStyle/>
                    <a:p>
                      <a:pPr algn="ctr" fontAlgn="t" latinLnBrk="0">
                        <a:buNone/>
                      </a:pPr>
                      <a:r>
                        <a:rPr lang="ja-JP" sz="2000" b="0" i="0" dirty="0">
                          <a:solidFill>
                            <a:schemeClr val="tx1"/>
                          </a:solidFill>
                          <a:effectLst/>
                          <a:latin typeface="Calibri 本文"/>
                        </a:rPr>
                        <a:t>0.600</a:t>
                      </a:r>
                    </a:p>
                  </a:txBody>
                  <a:tcPr marL="68580" marR="68580" marT="38100" marB="38100"/>
                </a:tc>
                <a:tc>
                  <a:txBody>
                    <a:bodyPr/>
                    <a:lstStyle/>
                    <a:p>
                      <a:pPr algn="ctr" fontAlgn="t" latinLnBrk="0">
                        <a:buNone/>
                      </a:pPr>
                      <a:r>
                        <a:rPr lang="ja-JP" sz="2000" b="0" i="0" dirty="0">
                          <a:solidFill>
                            <a:schemeClr val="tx1"/>
                          </a:solidFill>
                          <a:effectLst/>
                          <a:latin typeface="Calibri 本文"/>
                        </a:rPr>
                        <a:t>0.593</a:t>
                      </a:r>
                    </a:p>
                  </a:txBody>
                  <a:tcPr marL="68580" marR="68580" marT="38100" marB="38100"/>
                </a:tc>
                <a:extLst>
                  <a:ext uri="{0D108BD9-81ED-4DB2-BD59-A6C34878D82A}">
                    <a16:rowId xmlns:a16="http://schemas.microsoft.com/office/drawing/2014/main" val="2659702056"/>
                  </a:ext>
                </a:extLst>
              </a:tr>
            </a:tbl>
          </a:graphicData>
        </a:graphic>
      </p:graphicFrame>
    </p:spTree>
    <p:extLst>
      <p:ext uri="{BB962C8B-B14F-4D97-AF65-F5344CB8AC3E}">
        <p14:creationId xmlns:p14="http://schemas.microsoft.com/office/powerpoint/2010/main" val="3973756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18F77-4A95-0C3C-B5E1-CFCE32BB676C}"/>
            </a:ext>
          </a:extLst>
        </p:cNvPr>
        <p:cNvGrpSpPr/>
        <p:nvPr/>
      </p:nvGrpSpPr>
      <p:grpSpPr>
        <a:xfrm>
          <a:off x="0" y="0"/>
          <a:ext cx="0" cy="0"/>
          <a:chOff x="0" y="0"/>
          <a:chExt cx="0" cy="0"/>
        </a:xfrm>
      </p:grpSpPr>
      <p:graphicFrame>
        <p:nvGraphicFramePr>
          <p:cNvPr id="8" name="コンテンツ プレースホルダー 7">
            <a:extLst>
              <a:ext uri="{FF2B5EF4-FFF2-40B4-BE49-F238E27FC236}">
                <a16:creationId xmlns:a16="http://schemas.microsoft.com/office/drawing/2014/main" id="{B5F08269-482A-1A36-5C11-0243A5844547}"/>
              </a:ext>
            </a:extLst>
          </p:cNvPr>
          <p:cNvGraphicFramePr>
            <a:graphicFrameLocks noGrp="1"/>
          </p:cNvGraphicFramePr>
          <p:nvPr>
            <p:ph idx="1"/>
            <p:extLst>
              <p:ext uri="{D42A27DB-BD31-4B8C-83A1-F6EECF244321}">
                <p14:modId xmlns:p14="http://schemas.microsoft.com/office/powerpoint/2010/main" val="4213959751"/>
              </p:ext>
            </p:extLst>
          </p:nvPr>
        </p:nvGraphicFramePr>
        <p:xfrm>
          <a:off x="944560" y="1293565"/>
          <a:ext cx="7254880" cy="2135435"/>
        </p:xfrm>
        <a:graphic>
          <a:graphicData uri="http://schemas.openxmlformats.org/drawingml/2006/table">
            <a:tbl>
              <a:tblPr firstRow="1" firstCol="1" bandRow="1">
                <a:tableStyleId>{5C22544A-7EE6-4342-B048-85BDC9FD1C3A}</a:tableStyleId>
              </a:tblPr>
              <a:tblGrid>
                <a:gridCol w="448625">
                  <a:extLst>
                    <a:ext uri="{9D8B030D-6E8A-4147-A177-3AD203B41FA5}">
                      <a16:colId xmlns:a16="http://schemas.microsoft.com/office/drawing/2014/main" val="1598768619"/>
                    </a:ext>
                  </a:extLst>
                </a:gridCol>
                <a:gridCol w="3402601">
                  <a:extLst>
                    <a:ext uri="{9D8B030D-6E8A-4147-A177-3AD203B41FA5}">
                      <a16:colId xmlns:a16="http://schemas.microsoft.com/office/drawing/2014/main" val="1517561440"/>
                    </a:ext>
                  </a:extLst>
                </a:gridCol>
                <a:gridCol w="3403654">
                  <a:extLst>
                    <a:ext uri="{9D8B030D-6E8A-4147-A177-3AD203B41FA5}">
                      <a16:colId xmlns:a16="http://schemas.microsoft.com/office/drawing/2014/main" val="3706188884"/>
                    </a:ext>
                  </a:extLst>
                </a:gridCol>
              </a:tblGrid>
              <a:tr h="427087">
                <a:tc rowSpan="2">
                  <a:txBody>
                    <a:bodyPr/>
                    <a:lstStyle/>
                    <a:p>
                      <a:pPr>
                        <a:buNone/>
                      </a:pPr>
                      <a:r>
                        <a:rPr lang="en-US" sz="2000" kern="100" dirty="0">
                          <a:effectLst/>
                        </a:rPr>
                        <a:t>R</a:t>
                      </a:r>
                      <a:endParaRPr lang="ja-JP"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rPr>
                        <a:t>①通常</a:t>
                      </a:r>
                      <a:r>
                        <a:rPr lang="ja-JP" altLang="ja-JP" sz="2000" dirty="0"/>
                        <a:t>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tc>
                  <a:txBody>
                    <a:bodyPr/>
                    <a:lstStyle/>
                    <a:p>
                      <a:pPr>
                        <a:buNone/>
                      </a:pPr>
                      <a:r>
                        <a:rPr lang="ja-JP" altLang="en-US" sz="2000" dirty="0"/>
                        <a:t>②</a:t>
                      </a:r>
                      <a:r>
                        <a:rPr lang="ja-JP" altLang="ja-JP" sz="2000" dirty="0"/>
                        <a:t>FedAdam型optimizer</a:t>
                      </a:r>
                      <a:endParaRPr lang="ja-JP" altLang="en-US" sz="2000"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tc>
                <a:extLst>
                  <a:ext uri="{0D108BD9-81ED-4DB2-BD59-A6C34878D82A}">
                    <a16:rowId xmlns:a16="http://schemas.microsoft.com/office/drawing/2014/main" val="3781947735"/>
                  </a:ext>
                </a:extLst>
              </a:tr>
              <a:tr h="427087">
                <a:tc vMerge="1">
                  <a:txBody>
                    <a:bodyPr/>
                    <a:lstStyle/>
                    <a:p>
                      <a:endParaRPr kumimoji="1" lang="ja-JP" altLang="en-US"/>
                    </a:p>
                  </a:txBody>
                  <a:tcPr/>
                </a:tc>
                <a:tc>
                  <a:txBody>
                    <a:bodyPr/>
                    <a:lstStyle/>
                    <a:p>
                      <a:pPr algn="ctr">
                        <a:buNone/>
                      </a:pPr>
                      <a:r>
                        <a:rPr lang="en-US" altLang="ja-JP" sz="2000" b="1" kern="100" dirty="0" err="1">
                          <a:solidFill>
                            <a:schemeClr val="bg1"/>
                          </a:solidFill>
                          <a:effectLst/>
                          <a:latin typeface="Calibri 本文"/>
                          <a:ea typeface="BIZ UDゴシック" panose="020B0400000000000000" pitchFamily="49" charset="-128"/>
                        </a:rPr>
                        <a:t>Lpred</a:t>
                      </a:r>
                      <a:endParaRPr lang="ja-JP" altLang="en-US"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tc>
                  <a:txBody>
                    <a:bodyPr/>
                    <a:lstStyle/>
                    <a:p>
                      <a:pPr algn="ctr">
                        <a:buNone/>
                      </a:pPr>
                      <a:r>
                        <a:rPr lang="en-US" altLang="ja-JP" sz="2000" b="1" kern="100" dirty="0" err="1">
                          <a:solidFill>
                            <a:schemeClr val="bg1"/>
                          </a:solidFill>
                          <a:effectLst/>
                          <a:latin typeface="Calibri 本文"/>
                          <a:ea typeface="BIZ UDゴシック" panose="020B0400000000000000" pitchFamily="49" charset="-128"/>
                        </a:rPr>
                        <a:t>Lpred</a:t>
                      </a:r>
                      <a:endParaRPr lang="ja-JP" altLang="en-US" sz="2000" b="1" kern="100" dirty="0">
                        <a:solidFill>
                          <a:schemeClr val="bg1"/>
                        </a:solidFill>
                        <a:effectLst/>
                        <a:latin typeface="Calibri 本文"/>
                        <a:ea typeface="BIZ UDゴシック" panose="020B0400000000000000" pitchFamily="49" charset="-128"/>
                        <a:cs typeface="Times New Roman" panose="02020603050405020304" pitchFamily="18" charset="0"/>
                      </a:endParaRPr>
                    </a:p>
                  </a:txBody>
                  <a:tcPr marL="68580" marR="68580" marT="0" marB="0">
                    <a:solidFill>
                      <a:srgbClr val="4472C4"/>
                    </a:solidFill>
                  </a:tcPr>
                </a:tc>
                <a:extLst>
                  <a:ext uri="{0D108BD9-81ED-4DB2-BD59-A6C34878D82A}">
                    <a16:rowId xmlns:a16="http://schemas.microsoft.com/office/drawing/2014/main" val="311818790"/>
                  </a:ext>
                </a:extLst>
              </a:tr>
              <a:tr h="427087">
                <a:tc>
                  <a:txBody>
                    <a:bodyPr/>
                    <a:lstStyle/>
                    <a:p>
                      <a:pPr algn="ctr" fontAlgn="t" latinLnBrk="0">
                        <a:buNone/>
                      </a:pPr>
                      <a:r>
                        <a:rPr lang="ja-JP" sz="2000" b="1" i="0" dirty="0">
                          <a:solidFill>
                            <a:schemeClr val="bg1"/>
                          </a:solidFill>
                          <a:effectLst/>
                          <a:latin typeface="Calibri 本文"/>
                        </a:rPr>
                        <a:t>1</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0.0909</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0.0750</a:t>
                      </a:r>
                    </a:p>
                  </a:txBody>
                  <a:tcPr marL="68580" marR="68580" marT="38100" marB="38100"/>
                </a:tc>
                <a:extLst>
                  <a:ext uri="{0D108BD9-81ED-4DB2-BD59-A6C34878D82A}">
                    <a16:rowId xmlns:a16="http://schemas.microsoft.com/office/drawing/2014/main" val="4090492979"/>
                  </a:ext>
                </a:extLst>
              </a:tr>
              <a:tr h="427087">
                <a:tc>
                  <a:txBody>
                    <a:bodyPr/>
                    <a:lstStyle/>
                    <a:p>
                      <a:pPr algn="ctr" fontAlgn="t" latinLnBrk="0">
                        <a:buNone/>
                      </a:pPr>
                      <a:r>
                        <a:rPr lang="ja-JP" sz="2000" b="1" i="0" dirty="0">
                          <a:solidFill>
                            <a:schemeClr val="bg1"/>
                          </a:solidFill>
                          <a:effectLst/>
                          <a:latin typeface="Calibri 本文"/>
                        </a:rPr>
                        <a:t>2</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0.000824</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0.00114</a:t>
                      </a:r>
                    </a:p>
                  </a:txBody>
                  <a:tcPr marL="68580" marR="68580" marT="38100" marB="38100"/>
                </a:tc>
                <a:extLst>
                  <a:ext uri="{0D108BD9-81ED-4DB2-BD59-A6C34878D82A}">
                    <a16:rowId xmlns:a16="http://schemas.microsoft.com/office/drawing/2014/main" val="936111106"/>
                  </a:ext>
                </a:extLst>
              </a:tr>
              <a:tr h="427087">
                <a:tc>
                  <a:txBody>
                    <a:bodyPr/>
                    <a:lstStyle/>
                    <a:p>
                      <a:pPr algn="ctr" fontAlgn="t" latinLnBrk="0">
                        <a:buNone/>
                      </a:pPr>
                      <a:r>
                        <a:rPr lang="ja-JP" sz="2000" b="1" i="0" dirty="0">
                          <a:solidFill>
                            <a:schemeClr val="bg1"/>
                          </a:solidFill>
                          <a:effectLst/>
                          <a:latin typeface="Calibri 本文"/>
                        </a:rPr>
                        <a:t>3</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0.0232</a:t>
                      </a:r>
                    </a:p>
                  </a:txBody>
                  <a:tcPr marL="68580" marR="68580" marT="38100" marB="38100"/>
                </a:tc>
                <a:tc>
                  <a:txBody>
                    <a:bodyPr/>
                    <a:lstStyle/>
                    <a:p>
                      <a:pPr algn="ctr" fontAlgn="t" latinLnBrk="0">
                        <a:buNone/>
                      </a:pPr>
                      <a:r>
                        <a:rPr lang="en-US" altLang="ja-JP" sz="2000" b="0" i="0" dirty="0">
                          <a:solidFill>
                            <a:schemeClr val="tx1"/>
                          </a:solidFill>
                          <a:effectLst/>
                          <a:latin typeface="Calibri 本文"/>
                        </a:rPr>
                        <a:t>0.0160</a:t>
                      </a:r>
                    </a:p>
                  </a:txBody>
                  <a:tcPr marL="68580" marR="68580" marT="38100" marB="38100"/>
                </a:tc>
                <a:extLst>
                  <a:ext uri="{0D108BD9-81ED-4DB2-BD59-A6C34878D82A}">
                    <a16:rowId xmlns:a16="http://schemas.microsoft.com/office/drawing/2014/main" val="2659702056"/>
                  </a:ext>
                </a:extLst>
              </a:tr>
            </a:tbl>
          </a:graphicData>
        </a:graphic>
      </p:graphicFrame>
      <p:sp>
        <p:nvSpPr>
          <p:cNvPr id="3" name="タイトル 2">
            <a:extLst>
              <a:ext uri="{FF2B5EF4-FFF2-40B4-BE49-F238E27FC236}">
                <a16:creationId xmlns:a16="http://schemas.microsoft.com/office/drawing/2014/main" id="{D4C23FC1-013E-7833-A2CE-B762B2E2F974}"/>
              </a:ext>
            </a:extLst>
          </p:cNvPr>
          <p:cNvSpPr>
            <a:spLocks noGrp="1"/>
          </p:cNvSpPr>
          <p:nvPr>
            <p:ph type="title"/>
          </p:nvPr>
        </p:nvSpPr>
        <p:spPr/>
        <p:txBody>
          <a:bodyPr>
            <a:normAutofit/>
          </a:bodyPr>
          <a:lstStyle/>
          <a:p>
            <a:r>
              <a:rPr lang="ja-JP" altLang="ja-JP" dirty="0"/>
              <a:t>サーバ整合損失</a:t>
            </a:r>
            <a:endParaRPr kumimoji="1" lang="ja-JP" altLang="en-US" dirty="0"/>
          </a:p>
        </p:txBody>
      </p:sp>
      <p:sp>
        <p:nvSpPr>
          <p:cNvPr id="4" name="スライド番号プレースホルダー 3">
            <a:extLst>
              <a:ext uri="{FF2B5EF4-FFF2-40B4-BE49-F238E27FC236}">
                <a16:creationId xmlns:a16="http://schemas.microsoft.com/office/drawing/2014/main" id="{4AF9E688-91B0-313F-2A64-C49AE1CC07AA}"/>
              </a:ext>
            </a:extLst>
          </p:cNvPr>
          <p:cNvSpPr>
            <a:spLocks noGrp="1"/>
          </p:cNvSpPr>
          <p:nvPr>
            <p:ph type="sldNum" sz="quarter" idx="4"/>
          </p:nvPr>
        </p:nvSpPr>
        <p:spPr/>
        <p:txBody>
          <a:bodyPr/>
          <a:lstStyle/>
          <a:p>
            <a:fld id="{C088C981-6885-4100-82A1-DE7074EC4480}" type="slidenum">
              <a:rPr lang="ja-JP" altLang="en-US" smtClean="0"/>
              <a:t>22</a:t>
            </a:fld>
            <a:endParaRPr lang="ja-JP" altLang="en-US"/>
          </a:p>
        </p:txBody>
      </p:sp>
    </p:spTree>
    <p:extLst>
      <p:ext uri="{BB962C8B-B14F-4D97-AF65-F5344CB8AC3E}">
        <p14:creationId xmlns:p14="http://schemas.microsoft.com/office/powerpoint/2010/main" val="3592191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矢印: 下 10">
            <a:extLst>
              <a:ext uri="{FF2B5EF4-FFF2-40B4-BE49-F238E27FC236}">
                <a16:creationId xmlns:a16="http://schemas.microsoft.com/office/drawing/2014/main" id="{792BB593-F927-B334-C549-7326FF3D3A75}"/>
              </a:ext>
            </a:extLst>
          </p:cNvPr>
          <p:cNvSpPr/>
          <p:nvPr/>
        </p:nvSpPr>
        <p:spPr>
          <a:xfrm rot="14263979">
            <a:off x="3637133" y="-309647"/>
            <a:ext cx="2095500" cy="8328117"/>
          </a:xfrm>
          <a:prstGeom prst="downArrow">
            <a:avLst/>
          </a:prstGeom>
          <a:solidFill>
            <a:schemeClr val="accent1">
              <a:lumMod val="20000"/>
              <a:lumOff val="80000"/>
              <a:alpha val="4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2">
            <a:extLst>
              <a:ext uri="{FF2B5EF4-FFF2-40B4-BE49-F238E27FC236}">
                <a16:creationId xmlns:a16="http://schemas.microsoft.com/office/drawing/2014/main" id="{B8527E83-F818-DB36-FBA5-465069693515}"/>
              </a:ext>
            </a:extLst>
          </p:cNvPr>
          <p:cNvSpPr>
            <a:spLocks noGrp="1"/>
          </p:cNvSpPr>
          <p:nvPr>
            <p:ph type="title"/>
          </p:nvPr>
        </p:nvSpPr>
        <p:spPr/>
        <p:txBody>
          <a:bodyPr/>
          <a:lstStyle/>
          <a:p>
            <a:r>
              <a:rPr lang="ja-JP" altLang="en-US"/>
              <a:t>今後</a:t>
            </a:r>
            <a:endParaRPr kumimoji="1" lang="ja-JP" altLang="en-US"/>
          </a:p>
        </p:txBody>
      </p:sp>
      <p:sp>
        <p:nvSpPr>
          <p:cNvPr id="4" name="スライド番号プレースホルダー 3">
            <a:extLst>
              <a:ext uri="{FF2B5EF4-FFF2-40B4-BE49-F238E27FC236}">
                <a16:creationId xmlns:a16="http://schemas.microsoft.com/office/drawing/2014/main" id="{3BA01AF1-8F3C-19B4-862E-2658AB213251}"/>
              </a:ext>
            </a:extLst>
          </p:cNvPr>
          <p:cNvSpPr>
            <a:spLocks noGrp="1"/>
          </p:cNvSpPr>
          <p:nvPr>
            <p:ph type="sldNum" sz="quarter" idx="4"/>
          </p:nvPr>
        </p:nvSpPr>
        <p:spPr/>
        <p:txBody>
          <a:bodyPr/>
          <a:lstStyle/>
          <a:p>
            <a:fld id="{C088C981-6885-4100-82A1-DE7074EC4480}" type="slidenum">
              <a:rPr lang="ja-JP" altLang="en-US" smtClean="0"/>
              <a:t>23</a:t>
            </a:fld>
            <a:endParaRPr lang="ja-JP" altLang="en-US"/>
          </a:p>
        </p:txBody>
      </p:sp>
      <p:sp>
        <p:nvSpPr>
          <p:cNvPr id="5" name="四角形: 角を丸くする 4">
            <a:extLst>
              <a:ext uri="{FF2B5EF4-FFF2-40B4-BE49-F238E27FC236}">
                <a16:creationId xmlns:a16="http://schemas.microsoft.com/office/drawing/2014/main" id="{99FA3378-ECF3-E2D8-A22C-7B33807A6982}"/>
              </a:ext>
            </a:extLst>
          </p:cNvPr>
          <p:cNvSpPr/>
          <p:nvPr/>
        </p:nvSpPr>
        <p:spPr>
          <a:xfrm>
            <a:off x="4847975" y="1937873"/>
            <a:ext cx="2029326" cy="1143000"/>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ＭＳ ゴシック" panose="020B0609070205080204" pitchFamily="49" charset="-128"/>
                <a:ea typeface="ＭＳ ゴシック" panose="020B0609070205080204" pitchFamily="49" charset="-128"/>
              </a:rPr>
              <a:t>データセットのスケールアップ</a:t>
            </a:r>
          </a:p>
        </p:txBody>
      </p:sp>
      <p:sp>
        <p:nvSpPr>
          <p:cNvPr id="7" name="四角形: 角を丸くする 6">
            <a:extLst>
              <a:ext uri="{FF2B5EF4-FFF2-40B4-BE49-F238E27FC236}">
                <a16:creationId xmlns:a16="http://schemas.microsoft.com/office/drawing/2014/main" id="{C13ADB43-3EE5-B14A-AB8F-822A6804EB6D}"/>
              </a:ext>
            </a:extLst>
          </p:cNvPr>
          <p:cNvSpPr/>
          <p:nvPr/>
        </p:nvSpPr>
        <p:spPr>
          <a:xfrm>
            <a:off x="6877301" y="1937873"/>
            <a:ext cx="2276976" cy="1143000"/>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ＭＳ ゴシック" panose="020B0609070205080204" pitchFamily="49" charset="-128"/>
                <a:ea typeface="ＭＳ ゴシック" panose="020B0609070205080204" pitchFamily="49" charset="-128"/>
              </a:rPr>
              <a:t>Non-IID</a:t>
            </a:r>
            <a:r>
              <a:rPr kumimoji="1" lang="ja-JP" altLang="en-US">
                <a:solidFill>
                  <a:schemeClr val="tx1"/>
                </a:solidFill>
                <a:latin typeface="ＭＳ ゴシック" panose="020B0609070205080204" pitchFamily="49" charset="-128"/>
                <a:ea typeface="ＭＳ ゴシック" panose="020B0609070205080204" pitchFamily="49" charset="-128"/>
              </a:rPr>
              <a:t>環境でのベースライン検証</a:t>
            </a:r>
          </a:p>
        </p:txBody>
      </p:sp>
      <p:sp>
        <p:nvSpPr>
          <p:cNvPr id="8" name="四角形: 角を丸くする 7">
            <a:extLst>
              <a:ext uri="{FF2B5EF4-FFF2-40B4-BE49-F238E27FC236}">
                <a16:creationId xmlns:a16="http://schemas.microsoft.com/office/drawing/2014/main" id="{C5B3A3BD-8ED6-5725-1A00-31B1A639ADCE}"/>
              </a:ext>
            </a:extLst>
          </p:cNvPr>
          <p:cNvSpPr/>
          <p:nvPr/>
        </p:nvSpPr>
        <p:spPr>
          <a:xfrm>
            <a:off x="3173390" y="3626898"/>
            <a:ext cx="2029326" cy="1143000"/>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ＭＳ ゴシック" panose="020B0609070205080204" pitchFamily="49" charset="-128"/>
                <a:ea typeface="ＭＳ ゴシック" panose="020B0609070205080204" pitchFamily="49" charset="-128"/>
              </a:rPr>
              <a:t>クラウド環境（</a:t>
            </a:r>
            <a:r>
              <a:rPr kumimoji="1" lang="en-US" altLang="ja-JP">
                <a:solidFill>
                  <a:schemeClr val="tx1"/>
                </a:solidFill>
                <a:latin typeface="ＭＳ ゴシック" panose="020B0609070205080204" pitchFamily="49" charset="-128"/>
                <a:ea typeface="ＭＳ ゴシック" panose="020B0609070205080204" pitchFamily="49" charset="-128"/>
              </a:rPr>
              <a:t>GCP</a:t>
            </a:r>
            <a:r>
              <a:rPr kumimoji="1" lang="ja-JP" altLang="en-US">
                <a:solidFill>
                  <a:schemeClr val="tx1"/>
                </a:solidFill>
                <a:latin typeface="ＭＳ ゴシック" panose="020B0609070205080204" pitchFamily="49" charset="-128"/>
                <a:ea typeface="ＭＳ ゴシック" panose="020B0609070205080204" pitchFamily="49" charset="-128"/>
              </a:rPr>
              <a:t>）への移行</a:t>
            </a:r>
          </a:p>
        </p:txBody>
      </p:sp>
      <mc:AlternateContent xmlns:mc="http://schemas.openxmlformats.org/markup-compatibility/2006" xmlns:a14="http://schemas.microsoft.com/office/drawing/2010/main">
        <mc:Choice Requires="a14">
          <p:sp>
            <p:nvSpPr>
              <p:cNvPr id="6" name="四角形: 角を丸くする 5">
                <a:extLst>
                  <a:ext uri="{FF2B5EF4-FFF2-40B4-BE49-F238E27FC236}">
                    <a16:creationId xmlns:a16="http://schemas.microsoft.com/office/drawing/2014/main" id="{3CA49574-2D28-749A-630A-C835F2D79FEE}"/>
                  </a:ext>
                </a:extLst>
              </p:cNvPr>
              <p:cNvSpPr/>
              <p:nvPr/>
            </p:nvSpPr>
            <p:spPr>
              <a:xfrm>
                <a:off x="113520" y="5283374"/>
                <a:ext cx="2984613" cy="1315370"/>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latin typeface="ＭＳ ゴシック" panose="020B0609070205080204" pitchFamily="49" charset="-128"/>
                    <a:ea typeface="ＭＳ ゴシック" panose="020B0609070205080204" pitchFamily="49" charset="-128"/>
                  </a:rPr>
                  <a:t>提案手法</a:t>
                </a:r>
                <a:endParaRPr kumimoji="1" lang="en-US" altLang="ja-JP" dirty="0">
                  <a:solidFill>
                    <a:schemeClr val="tx1"/>
                  </a:solidFill>
                  <a:latin typeface="ＭＳ ゴシック" panose="020B0609070205080204" pitchFamily="49" charset="-128"/>
                  <a:ea typeface="ＭＳ ゴシック" panose="020B0609070205080204" pitchFamily="49" charset="-128"/>
                </a:endParaRPr>
              </a:p>
              <a:p>
                <a:pPr algn="ctr"/>
                <a:r>
                  <a:rPr lang="ja-JP" altLang="en-US" dirty="0">
                    <a:solidFill>
                      <a:schemeClr val="tx1"/>
                    </a:solidFill>
                  </a:rPr>
                  <a:t>・</a:t>
                </a:r>
                <a14:m>
                  <m:oMath xmlns:m="http://schemas.openxmlformats.org/officeDocument/2006/math">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1</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𝑝𝑟𝑒𝑑</m:t>
                        </m:r>
                      </m:sub>
                    </m:sSub>
                    <m:r>
                      <a:rPr lang="ja-JP" altLang="en-US" i="1">
                        <a:solidFill>
                          <a:schemeClr val="tx1"/>
                        </a:solidFill>
                        <a:latin typeface="Cambria Math" panose="02040503050406030204" pitchFamily="18" charset="0"/>
                      </a:rPr>
                      <m:t>　・</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2</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𝑟𝑒𝑝𝑟</m:t>
                        </m:r>
                      </m:sub>
                    </m:sSub>
                  </m:oMath>
                </a14:m>
                <a:endParaRPr lang="en-US" altLang="ja-JP" i="1" dirty="0">
                  <a:solidFill>
                    <a:schemeClr val="tx1"/>
                  </a:solidFill>
                  <a:latin typeface="Cambria Math" panose="02040503050406030204" pitchFamily="18" charset="0"/>
                </a:endParaRPr>
              </a:p>
              <a:p>
                <a:pPr algn="ctr"/>
                <a:r>
                  <a:rPr lang="ja-JP" altLang="en-US" dirty="0">
                    <a:solidFill>
                      <a:schemeClr val="tx1"/>
                    </a:solidFill>
                  </a:rPr>
                  <a:t>・</a:t>
                </a:r>
                <a14:m>
                  <m:oMath xmlns:m="http://schemas.openxmlformats.org/officeDocument/2006/math">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3</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𝑔𝑟𝑎𝑑</m:t>
                        </m:r>
                      </m:sub>
                    </m:sSub>
                    <m:r>
                      <a:rPr lang="ja-JP" altLang="en-US" i="1">
                        <a:solidFill>
                          <a:schemeClr val="tx1"/>
                        </a:solidFill>
                        <a:latin typeface="Cambria Math" panose="02040503050406030204" pitchFamily="18" charset="0"/>
                      </a:rPr>
                      <m:t>　・</m:t>
                    </m:r>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𝜆</m:t>
                        </m:r>
                      </m:e>
                      <m:sub>
                        <m:r>
                          <a:rPr lang="en-US" altLang="ja-JP" i="1">
                            <a:solidFill>
                              <a:schemeClr val="tx1"/>
                            </a:solidFill>
                            <a:latin typeface="Cambria Math" panose="02040503050406030204" pitchFamily="18" charset="0"/>
                          </a:rPr>
                          <m:t>4</m:t>
                        </m:r>
                      </m:sub>
                    </m:sSub>
                    <m:sSub>
                      <m:sSubPr>
                        <m:ctrlPr>
                          <a:rPr lang="ja-JP" altLang="ja-JP" i="1">
                            <a:solidFill>
                              <a:schemeClr val="tx1"/>
                            </a:solidFill>
                            <a:latin typeface="Cambria Math" panose="02040503050406030204" pitchFamily="18" charset="0"/>
                          </a:rPr>
                        </m:ctrlPr>
                      </m:sSubPr>
                      <m:e>
                        <m:r>
                          <a:rPr lang="en-US" altLang="ja-JP" i="1">
                            <a:solidFill>
                              <a:schemeClr val="tx1"/>
                            </a:solidFill>
                            <a:latin typeface="Cambria Math" panose="02040503050406030204" pitchFamily="18" charset="0"/>
                          </a:rPr>
                          <m:t>𝐿</m:t>
                        </m:r>
                      </m:e>
                      <m:sub>
                        <m:r>
                          <a:rPr lang="en-US" altLang="ja-JP" i="1">
                            <a:solidFill>
                              <a:schemeClr val="tx1"/>
                            </a:solidFill>
                            <a:latin typeface="Cambria Math" panose="02040503050406030204" pitchFamily="18" charset="0"/>
                          </a:rPr>
                          <m:t>𝑝𝑜𝑠𝑡</m:t>
                        </m:r>
                      </m:sub>
                    </m:sSub>
                    <m:r>
                      <a:rPr lang="en-US" altLang="ja-JP" i="1">
                        <a:solidFill>
                          <a:schemeClr val="tx1"/>
                        </a:solidFill>
                        <a:latin typeface="Cambria Math" panose="02040503050406030204" pitchFamily="18" charset="0"/>
                      </a:rPr>
                      <m:t> </m:t>
                    </m:r>
                  </m:oMath>
                </a14:m>
                <a:endParaRPr lang="en-US" altLang="ja-JP" dirty="0">
                  <a:solidFill>
                    <a:schemeClr val="tx1"/>
                  </a:solidFill>
                  <a:latin typeface="ＭＳ ゴシック" panose="020B0609070205080204" pitchFamily="49" charset="-128"/>
                </a:endParaRPr>
              </a:p>
              <a:p>
                <a:pPr algn="r"/>
                <a:r>
                  <a:rPr kumimoji="1" lang="ja-JP" altLang="en-US" dirty="0">
                    <a:solidFill>
                      <a:schemeClr val="tx1"/>
                    </a:solidFill>
                    <a:latin typeface="ＭＳ ゴシック" panose="020B0609070205080204" pitchFamily="49" charset="-128"/>
                    <a:ea typeface="ＭＳ ゴシック" panose="020B0609070205080204" pitchFamily="49" charset="-128"/>
                  </a:rPr>
                  <a:t>の検証</a:t>
                </a:r>
              </a:p>
            </p:txBody>
          </p:sp>
        </mc:Choice>
        <mc:Fallback xmlns="">
          <p:sp>
            <p:nvSpPr>
              <p:cNvPr id="6" name="四角形: 角を丸くする 5">
                <a:extLst>
                  <a:ext uri="{FF2B5EF4-FFF2-40B4-BE49-F238E27FC236}">
                    <a16:creationId xmlns:a16="http://schemas.microsoft.com/office/drawing/2014/main" id="{3CA49574-2D28-749A-630A-C835F2D79FEE}"/>
                  </a:ext>
                </a:extLst>
              </p:cNvPr>
              <p:cNvSpPr>
                <a:spLocks noRot="1" noChangeAspect="1" noMove="1" noResize="1" noEditPoints="1" noAdjustHandles="1" noChangeArrowheads="1" noChangeShapeType="1" noTextEdit="1"/>
              </p:cNvSpPr>
              <p:nvPr/>
            </p:nvSpPr>
            <p:spPr>
              <a:xfrm>
                <a:off x="113520" y="5283374"/>
                <a:ext cx="2984613" cy="1315370"/>
              </a:xfrm>
              <a:prstGeom prst="roundRect">
                <a:avLst/>
              </a:prstGeom>
              <a:blipFill>
                <a:blip r:embed="rId3"/>
                <a:stretch>
                  <a:fillRect t="-455" b="-4545"/>
                </a:stretch>
              </a:blipFill>
              <a:ln w="28575">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3322282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54BDF3-3E75-600D-1ED1-4C7DA63C15A8}"/>
              </a:ext>
            </a:extLst>
          </p:cNvPr>
          <p:cNvSpPr>
            <a:spLocks noGrp="1"/>
          </p:cNvSpPr>
          <p:nvPr>
            <p:ph idx="1"/>
          </p:nvPr>
        </p:nvSpPr>
        <p:spPr/>
        <p:txBody>
          <a:bodyPr/>
          <a:lstStyle/>
          <a:p>
            <a:endParaRPr kumimoji="1" lang="ja-JP" altLang="en-US"/>
          </a:p>
        </p:txBody>
      </p:sp>
      <p:sp>
        <p:nvSpPr>
          <p:cNvPr id="3" name="タイトル 2">
            <a:extLst>
              <a:ext uri="{FF2B5EF4-FFF2-40B4-BE49-F238E27FC236}">
                <a16:creationId xmlns:a16="http://schemas.microsoft.com/office/drawing/2014/main" id="{F3226B27-8F54-C333-3164-D1EEAE0352AB}"/>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F38785B-20BC-0F61-586E-DC1BB304C3E7}"/>
              </a:ext>
            </a:extLst>
          </p:cNvPr>
          <p:cNvSpPr>
            <a:spLocks noGrp="1"/>
          </p:cNvSpPr>
          <p:nvPr>
            <p:ph type="sldNum" sz="quarter" idx="4"/>
          </p:nvPr>
        </p:nvSpPr>
        <p:spPr/>
        <p:txBody>
          <a:bodyPr/>
          <a:lstStyle/>
          <a:p>
            <a:fld id="{C088C981-6885-4100-82A1-DE7074EC4480}" type="slidenum">
              <a:rPr lang="ja-JP" altLang="en-US" smtClean="0"/>
              <a:t>24</a:t>
            </a:fld>
            <a:endParaRPr lang="ja-JP" altLang="en-US"/>
          </a:p>
        </p:txBody>
      </p:sp>
    </p:spTree>
    <p:extLst>
      <p:ext uri="{BB962C8B-B14F-4D97-AF65-F5344CB8AC3E}">
        <p14:creationId xmlns:p14="http://schemas.microsoft.com/office/powerpoint/2010/main" val="3096156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9F162992-ECB9-1162-6310-BC2A34BBD323}"/>
              </a:ext>
            </a:extLst>
          </p:cNvPr>
          <p:cNvGraphicFramePr>
            <a:graphicFrameLocks noGrp="1"/>
          </p:cNvGraphicFramePr>
          <p:nvPr>
            <p:ph idx="1"/>
            <p:extLst>
              <p:ext uri="{D42A27DB-BD31-4B8C-83A1-F6EECF244321}">
                <p14:modId xmlns:p14="http://schemas.microsoft.com/office/powerpoint/2010/main" val="3278532452"/>
              </p:ext>
            </p:extLst>
          </p:nvPr>
        </p:nvGraphicFramePr>
        <p:xfrm>
          <a:off x="0" y="2335213"/>
          <a:ext cx="9144000" cy="2133600"/>
        </p:xfrm>
        <a:graphic>
          <a:graphicData uri="http://schemas.openxmlformats.org/drawingml/2006/table">
            <a:tbl>
              <a:tblPr firstRow="1" bandRow="1">
                <a:tableStyleId>{5C22544A-7EE6-4342-B048-85BDC9FD1C3A}</a:tableStyleId>
              </a:tblPr>
              <a:tblGrid>
                <a:gridCol w="1539240">
                  <a:extLst>
                    <a:ext uri="{9D8B030D-6E8A-4147-A177-3AD203B41FA5}">
                      <a16:colId xmlns:a16="http://schemas.microsoft.com/office/drawing/2014/main" val="272293390"/>
                    </a:ext>
                  </a:extLst>
                </a:gridCol>
                <a:gridCol w="1478280">
                  <a:extLst>
                    <a:ext uri="{9D8B030D-6E8A-4147-A177-3AD203B41FA5}">
                      <a16:colId xmlns:a16="http://schemas.microsoft.com/office/drawing/2014/main" val="1199282619"/>
                    </a:ext>
                  </a:extLst>
                </a:gridCol>
                <a:gridCol w="6126480">
                  <a:extLst>
                    <a:ext uri="{9D8B030D-6E8A-4147-A177-3AD203B41FA5}">
                      <a16:colId xmlns:a16="http://schemas.microsoft.com/office/drawing/2014/main" val="4196253120"/>
                    </a:ext>
                  </a:extLst>
                </a:gridCol>
              </a:tblGrid>
              <a:tr h="370840">
                <a:tc>
                  <a:txBody>
                    <a:bodyPr/>
                    <a:lstStyle/>
                    <a:p>
                      <a:pPr algn="l" fontAlgn="t">
                        <a:buNone/>
                      </a:pPr>
                      <a:r>
                        <a:rPr lang="ja-JP" sz="2000" b="1" i="0" dirty="0">
                          <a:solidFill>
                            <a:srgbClr val="DADADA"/>
                          </a:solidFill>
                          <a:effectLst/>
                          <a:latin typeface="Calibri 本文"/>
                        </a:rPr>
                        <a:t>記号</a:t>
                      </a:r>
                    </a:p>
                  </a:txBody>
                  <a:tcPr marL="68580" marR="68580" marT="38100" marB="38100"/>
                </a:tc>
                <a:tc>
                  <a:txBody>
                    <a:bodyPr/>
                    <a:lstStyle/>
                    <a:p>
                      <a:pPr algn="l" fontAlgn="t">
                        <a:buNone/>
                      </a:pPr>
                      <a:r>
                        <a:rPr lang="ja-JP" sz="2000" b="1" i="0" dirty="0">
                          <a:solidFill>
                            <a:srgbClr val="DADADA"/>
                          </a:solidFill>
                          <a:effectLst/>
                          <a:latin typeface="Calibri 本文"/>
                        </a:rPr>
                        <a:t>値</a:t>
                      </a:r>
                    </a:p>
                  </a:txBody>
                  <a:tcPr marL="68580" marR="68580" marT="38100" marB="38100"/>
                </a:tc>
                <a:tc>
                  <a:txBody>
                    <a:bodyPr/>
                    <a:lstStyle/>
                    <a:p>
                      <a:pPr algn="l" fontAlgn="t">
                        <a:buNone/>
                      </a:pPr>
                      <a:r>
                        <a:rPr lang="ja-JP" sz="2000" b="1" i="0" dirty="0">
                          <a:solidFill>
                            <a:srgbClr val="DADADA"/>
                          </a:solidFill>
                          <a:effectLst/>
                          <a:latin typeface="Calibri 本文"/>
                        </a:rPr>
                        <a:t>意味（この研究での使い方）</a:t>
                      </a:r>
                    </a:p>
                  </a:txBody>
                  <a:tcPr marL="68580" marR="68580" marT="38100" marB="38100"/>
                </a:tc>
                <a:extLst>
                  <a:ext uri="{0D108BD9-81ED-4DB2-BD59-A6C34878D82A}">
                    <a16:rowId xmlns:a16="http://schemas.microsoft.com/office/drawing/2014/main" val="224176861"/>
                  </a:ext>
                </a:extLst>
              </a:tr>
              <a:tr h="370840">
                <a:tc>
                  <a:txBody>
                    <a:bodyPr/>
                    <a:lstStyle/>
                    <a:p>
                      <a:pPr algn="ctr" fontAlgn="t" latinLnBrk="0">
                        <a:buNone/>
                      </a:pPr>
                      <a:r>
                        <a:rPr lang="ja-JP" sz="2000" b="1" i="0" dirty="0">
                          <a:solidFill>
                            <a:schemeClr val="tx1"/>
                          </a:solidFill>
                          <a:effectLst/>
                          <a:latin typeface="Segoe WPC"/>
                        </a:rPr>
                        <a:t>β1</a:t>
                      </a:r>
                      <a:endParaRPr lang="ja-JP" sz="2000" b="0" i="0" dirty="0">
                        <a:solidFill>
                          <a:schemeClr val="tx1"/>
                        </a:solidFill>
                        <a:effectLst/>
                        <a:latin typeface="Segoe WPC"/>
                      </a:endParaRPr>
                    </a:p>
                  </a:txBody>
                  <a:tcPr marL="68580" marR="68580" marT="38100" marB="38100"/>
                </a:tc>
                <a:tc>
                  <a:txBody>
                    <a:bodyPr/>
                    <a:lstStyle/>
                    <a:p>
                      <a:pPr algn="ctr" fontAlgn="t" latinLnBrk="0">
                        <a:buNone/>
                      </a:pPr>
                      <a:r>
                        <a:rPr lang="ja-JP" sz="2000" b="0" i="0" dirty="0">
                          <a:solidFill>
                            <a:schemeClr val="tx1"/>
                          </a:solidFill>
                          <a:effectLst/>
                          <a:latin typeface="Segoe WPC"/>
                        </a:rPr>
                        <a:t>0.9</a:t>
                      </a:r>
                    </a:p>
                  </a:txBody>
                  <a:tcPr marL="68580" marR="68580" marT="38100" marB="38100"/>
                </a:tc>
                <a:tc>
                  <a:txBody>
                    <a:bodyPr/>
                    <a:lstStyle/>
                    <a:p>
                      <a:pPr algn="ctr" fontAlgn="t" latinLnBrk="0">
                        <a:buNone/>
                      </a:pPr>
                      <a:r>
                        <a:rPr lang="ja-JP" sz="2000" b="0" i="0" dirty="0">
                          <a:solidFill>
                            <a:schemeClr val="tx1"/>
                          </a:solidFill>
                          <a:effectLst/>
                          <a:latin typeface="Segoe WPC"/>
                        </a:rPr>
                        <a:t>勾配の移動平均（勢い）をどれだけ残すか</a:t>
                      </a:r>
                    </a:p>
                  </a:txBody>
                  <a:tcPr marL="68580" marR="68580" marT="38100" marB="38100"/>
                </a:tc>
                <a:extLst>
                  <a:ext uri="{0D108BD9-81ED-4DB2-BD59-A6C34878D82A}">
                    <a16:rowId xmlns:a16="http://schemas.microsoft.com/office/drawing/2014/main" val="3399355654"/>
                  </a:ext>
                </a:extLst>
              </a:tr>
              <a:tr h="370840">
                <a:tc>
                  <a:txBody>
                    <a:bodyPr/>
                    <a:lstStyle/>
                    <a:p>
                      <a:pPr algn="ctr" fontAlgn="t" latinLnBrk="0">
                        <a:buNone/>
                      </a:pPr>
                      <a:r>
                        <a:rPr lang="ja-JP" sz="2000" b="1" i="0">
                          <a:solidFill>
                            <a:schemeClr val="tx1"/>
                          </a:solidFill>
                          <a:effectLst/>
                          <a:latin typeface="Segoe WPC"/>
                        </a:rPr>
                        <a:t>β2</a:t>
                      </a:r>
                      <a:endParaRPr lang="ja-JP" sz="2000" b="0" i="0">
                        <a:solidFill>
                          <a:schemeClr val="tx1"/>
                        </a:solidFill>
                        <a:effectLst/>
                        <a:latin typeface="Segoe WPC"/>
                      </a:endParaRPr>
                    </a:p>
                  </a:txBody>
                  <a:tcPr marL="68580" marR="68580" marT="38100" marB="38100"/>
                </a:tc>
                <a:tc>
                  <a:txBody>
                    <a:bodyPr/>
                    <a:lstStyle/>
                    <a:p>
                      <a:pPr algn="ctr" fontAlgn="t" latinLnBrk="0">
                        <a:buNone/>
                      </a:pPr>
                      <a:r>
                        <a:rPr lang="ja-JP" sz="2000" b="0" i="0" dirty="0">
                          <a:solidFill>
                            <a:schemeClr val="tx1"/>
                          </a:solidFill>
                          <a:effectLst/>
                          <a:latin typeface="Segoe WPC"/>
                        </a:rPr>
                        <a:t>0.99</a:t>
                      </a:r>
                    </a:p>
                  </a:txBody>
                  <a:tcPr marL="68580" marR="68580" marT="38100" marB="38100"/>
                </a:tc>
                <a:tc>
                  <a:txBody>
                    <a:bodyPr/>
                    <a:lstStyle/>
                    <a:p>
                      <a:pPr algn="ctr" fontAlgn="t" latinLnBrk="0">
                        <a:buNone/>
                      </a:pPr>
                      <a:r>
                        <a:rPr lang="ja-JP" sz="2000" b="0" i="0" dirty="0">
                          <a:solidFill>
                            <a:schemeClr val="tx1"/>
                          </a:solidFill>
                          <a:effectLst/>
                          <a:latin typeface="Segoe WPC"/>
                        </a:rPr>
                        <a:t>勾配の二乗の移動平均をどれだけ残すか（学習率の自動調整用）</a:t>
                      </a:r>
                    </a:p>
                  </a:txBody>
                  <a:tcPr marL="68580" marR="68580" marT="38100" marB="38100"/>
                </a:tc>
                <a:extLst>
                  <a:ext uri="{0D108BD9-81ED-4DB2-BD59-A6C34878D82A}">
                    <a16:rowId xmlns:a16="http://schemas.microsoft.com/office/drawing/2014/main" val="2872427966"/>
                  </a:ext>
                </a:extLst>
              </a:tr>
              <a:tr h="370840">
                <a:tc>
                  <a:txBody>
                    <a:bodyPr/>
                    <a:lstStyle/>
                    <a:p>
                      <a:pPr algn="ctr" fontAlgn="t" latinLnBrk="0">
                        <a:buNone/>
                      </a:pPr>
                      <a:r>
                        <a:rPr lang="ja-JP" sz="2000" b="1" i="0">
                          <a:solidFill>
                            <a:schemeClr val="tx1"/>
                          </a:solidFill>
                          <a:effectLst/>
                          <a:latin typeface="Segoe WPC"/>
                        </a:rPr>
                        <a:t>τ</a:t>
                      </a:r>
                      <a:endParaRPr lang="ja-JP" sz="2000" b="0" i="0">
                        <a:solidFill>
                          <a:schemeClr val="tx1"/>
                        </a:solidFill>
                        <a:effectLst/>
                        <a:latin typeface="Segoe WPC"/>
                      </a:endParaRPr>
                    </a:p>
                  </a:txBody>
                  <a:tcPr marL="68580" marR="68580" marT="38100" marB="38100"/>
                </a:tc>
                <a:tc>
                  <a:txBody>
                    <a:bodyPr/>
                    <a:lstStyle/>
                    <a:p>
                      <a:pPr algn="ctr" fontAlgn="t" latinLnBrk="0">
                        <a:buNone/>
                      </a:pPr>
                      <a:r>
                        <a:rPr lang="ja-JP" sz="2000" b="0" i="0" dirty="0">
                          <a:solidFill>
                            <a:schemeClr val="tx1"/>
                          </a:solidFill>
                          <a:effectLst/>
                          <a:latin typeface="Segoe WPC"/>
                        </a:rPr>
                        <a:t>1e-3</a:t>
                      </a:r>
                    </a:p>
                  </a:txBody>
                  <a:tcPr marL="68580" marR="68580" marT="38100" marB="38100"/>
                </a:tc>
                <a:tc>
                  <a:txBody>
                    <a:bodyPr/>
                    <a:lstStyle/>
                    <a:p>
                      <a:pPr algn="ctr" fontAlgn="t" latinLnBrk="0">
                        <a:buNone/>
                      </a:pPr>
                      <a:r>
                        <a:rPr lang="ja-JP" sz="2000" b="0" i="0" dirty="0">
                          <a:solidFill>
                            <a:schemeClr val="tx1"/>
                          </a:solidFill>
                          <a:effectLst/>
                          <a:latin typeface="Segoe WPC"/>
                        </a:rPr>
                        <a:t>数値安定のための小さい定数。実装では Adam の </a:t>
                      </a:r>
                      <a:r>
                        <a:rPr lang="ja-JP" sz="2000" b="1" i="0" dirty="0">
                          <a:solidFill>
                            <a:schemeClr val="tx1"/>
                          </a:solidFill>
                          <a:effectLst/>
                          <a:latin typeface="Segoe WPC"/>
                        </a:rPr>
                        <a:t>eps</a:t>
                      </a:r>
                      <a:r>
                        <a:rPr lang="ja-JP" sz="2000" b="0" i="0" dirty="0">
                          <a:solidFill>
                            <a:schemeClr val="tx1"/>
                          </a:solidFill>
                          <a:effectLst/>
                          <a:latin typeface="Segoe WPC"/>
                        </a:rPr>
                        <a:t> に対応</a:t>
                      </a:r>
                    </a:p>
                  </a:txBody>
                  <a:tcPr marL="68580" marR="68580" marT="38100" marB="38100"/>
                </a:tc>
                <a:extLst>
                  <a:ext uri="{0D108BD9-81ED-4DB2-BD59-A6C34878D82A}">
                    <a16:rowId xmlns:a16="http://schemas.microsoft.com/office/drawing/2014/main" val="3007400947"/>
                  </a:ext>
                </a:extLst>
              </a:tr>
            </a:tbl>
          </a:graphicData>
        </a:graphic>
      </p:graphicFrame>
      <p:sp>
        <p:nvSpPr>
          <p:cNvPr id="3" name="タイトル 2">
            <a:extLst>
              <a:ext uri="{FF2B5EF4-FFF2-40B4-BE49-F238E27FC236}">
                <a16:creationId xmlns:a16="http://schemas.microsoft.com/office/drawing/2014/main" id="{19C92325-5C91-878F-E3EE-AFD34934C9E4}"/>
              </a:ext>
            </a:extLst>
          </p:cNvPr>
          <p:cNvSpPr>
            <a:spLocks noGrp="1"/>
          </p:cNvSpPr>
          <p:nvPr>
            <p:ph type="title"/>
          </p:nvPr>
        </p:nvSpPr>
        <p:spPr/>
        <p:txBody>
          <a:bodyPr/>
          <a:lstStyle/>
          <a:p>
            <a:r>
              <a:rPr kumimoji="1" lang="en-US" altLang="ja-JP" dirty="0" err="1"/>
              <a:t>FedAdam</a:t>
            </a:r>
            <a:r>
              <a:rPr kumimoji="1" lang="en-US" altLang="ja-JP" dirty="0"/>
              <a:t> </a:t>
            </a:r>
            <a:r>
              <a:rPr kumimoji="1" lang="ja-JP" altLang="en-US" dirty="0"/>
              <a:t>型 </a:t>
            </a:r>
            <a:r>
              <a:rPr kumimoji="1" lang="en-US" altLang="ja-JP" dirty="0"/>
              <a:t>optimizer </a:t>
            </a:r>
            <a:r>
              <a:rPr kumimoji="1" lang="ja-JP" altLang="en-US" dirty="0"/>
              <a:t>の係数</a:t>
            </a:r>
          </a:p>
        </p:txBody>
      </p:sp>
      <p:sp>
        <p:nvSpPr>
          <p:cNvPr id="4" name="スライド番号プレースホルダー 3">
            <a:extLst>
              <a:ext uri="{FF2B5EF4-FFF2-40B4-BE49-F238E27FC236}">
                <a16:creationId xmlns:a16="http://schemas.microsoft.com/office/drawing/2014/main" id="{A9267F84-841C-9EE3-0FAD-4E1687383E5C}"/>
              </a:ext>
            </a:extLst>
          </p:cNvPr>
          <p:cNvSpPr>
            <a:spLocks noGrp="1"/>
          </p:cNvSpPr>
          <p:nvPr>
            <p:ph type="sldNum" sz="quarter" idx="4"/>
          </p:nvPr>
        </p:nvSpPr>
        <p:spPr/>
        <p:txBody>
          <a:bodyPr/>
          <a:lstStyle/>
          <a:p>
            <a:fld id="{C088C981-6885-4100-82A1-DE7074EC4480}" type="slidenum">
              <a:rPr lang="ja-JP" altLang="en-US" smtClean="0"/>
              <a:t>25</a:t>
            </a:fld>
            <a:endParaRPr lang="ja-JP" altLang="en-US"/>
          </a:p>
        </p:txBody>
      </p:sp>
    </p:spTree>
    <p:extLst>
      <p:ext uri="{BB962C8B-B14F-4D97-AF65-F5344CB8AC3E}">
        <p14:creationId xmlns:p14="http://schemas.microsoft.com/office/powerpoint/2010/main" val="800990282"/>
      </p:ext>
    </p:extLst>
  </p:cSld>
  <p:clrMapOvr>
    <a:masterClrMapping/>
  </p:clrMapOvr>
</p:sld>
</file>

<file path=ppt/theme/theme1.xml><?xml version="1.0" encoding="utf-8"?>
<a:theme xmlns:a="http://schemas.openxmlformats.org/drawingml/2006/main" name="2_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otalTime>1371</TotalTime>
  <Words>2469</Words>
  <Application>Microsoft Office PowerPoint</Application>
  <PresentationFormat>画面に合わせる (4:3)</PresentationFormat>
  <Paragraphs>577</Paragraphs>
  <Slides>26</Slides>
  <Notes>24</Notes>
  <HiddenSlides>2</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26</vt:i4>
      </vt:variant>
    </vt:vector>
  </HeadingPairs>
  <TitlesOfParts>
    <vt:vector size="40" baseType="lpstr">
      <vt:lpstr>Calibri 本文</vt:lpstr>
      <vt:lpstr>ＭＳ Ｐゴシック</vt:lpstr>
      <vt:lpstr>ＭＳ ゴシック</vt:lpstr>
      <vt:lpstr>Segoe WPC</vt:lpstr>
      <vt:lpstr>游ゴシック</vt:lpstr>
      <vt:lpstr>游明朝</vt:lpstr>
      <vt:lpstr>Aptos Slab Black</vt:lpstr>
      <vt:lpstr>Arial</vt:lpstr>
      <vt:lpstr>Calibri</vt:lpstr>
      <vt:lpstr>Cambria Math</vt:lpstr>
      <vt:lpstr>Courier New</vt:lpstr>
      <vt:lpstr>Impact</vt:lpstr>
      <vt:lpstr>Wingdings</vt:lpstr>
      <vt:lpstr>2_Office テーマ</vt:lpstr>
      <vt:lpstr> 進捗会  サーバ側最適化の効果の検証 Surrogateモデルによる連合継続学習</vt:lpstr>
      <vt:lpstr>目的</vt:lpstr>
      <vt:lpstr>今週やったこと、目的</vt:lpstr>
      <vt:lpstr>研究概要</vt:lpstr>
      <vt:lpstr>実験設定の具体化と実装  surrogate適応情報を用いた基盤モデル更新 を含めたループ  </vt:lpstr>
      <vt:lpstr>研究概要</vt:lpstr>
      <vt:lpstr>研究概要</vt:lpstr>
      <vt:lpstr>4.次ラウンドへのループ(再配布・蒸留工程)</vt:lpstr>
      <vt:lpstr>1.次ラウンドへのループ(再配布・蒸留工程)</vt:lpstr>
      <vt:lpstr>2．学習（fitフェーズ）</vt:lpstr>
      <vt:lpstr>3. サーバーでの集約</vt:lpstr>
      <vt:lpstr>3. サーバーでの集約</vt:lpstr>
      <vt:lpstr>3. サーバーでの集約、基盤更新</vt:lpstr>
      <vt:lpstr>集約と基盤更新の詳細</vt:lpstr>
      <vt:lpstr>3. サーバーでの集約</vt:lpstr>
      <vt:lpstr>4.次ラウンドへのループ(再配布・蒸留工程)</vt:lpstr>
      <vt:lpstr>詳細</vt:lpstr>
      <vt:lpstr>実験設定</vt:lpstr>
      <vt:lpstr>FedOpt とは</vt:lpstr>
      <vt:lpstr>集約と基盤更新の詳細</vt:lpstr>
      <vt:lpstr>基盤 LoRA 更新後 — server_eval（30 件）</vt:lpstr>
      <vt:lpstr>実験結果１（ラウンド別 — 精度・重み）</vt:lpstr>
      <vt:lpstr>サーバ整合損失</vt:lpstr>
      <vt:lpstr>今後</vt:lpstr>
      <vt:lpstr>PowerPoint プレゼンテーション</vt:lpstr>
      <vt:lpstr>FedAdam 型 optimizer の係数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脳波を用いた最適なメガネレンズ選択システムの乱視に関する基礎的検討</dc:title>
  <dc:creator>黎郎 佐橋</dc:creator>
  <cp:lastModifiedBy>YOSHIMURA Aoi</cp:lastModifiedBy>
  <cp:revision>4</cp:revision>
  <dcterms:created xsi:type="dcterms:W3CDTF">2025-07-10T09:13:17Z</dcterms:created>
  <dcterms:modified xsi:type="dcterms:W3CDTF">2026-07-10T00:55:10Z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0x0101000C10158878E2284E8AED8783CF70B9A9</vt:lpwstr>
  </property>
  <property fmtid="{D5CDD505-2E9C-101B-9397-08002B2CF9AE}" pid="3" name="MediaServiceImageTags">
    <vt:lpwstr/>
  </property>
  <property fmtid="{D5CDD505-2E9C-101B-9397-08002B2CF9AE}" pid="4" name="ICV">
    <vt:lpwstr/>
  </property>
  <property fmtid="{D5CDD505-2E9C-101B-9397-08002B2CF9AE}" pid="5" name="KSOProductBuildVer">
    <vt:lpwstr>1033-11.1.0.11723</vt:lpwstr>
  </property>
</Properties>
</file>