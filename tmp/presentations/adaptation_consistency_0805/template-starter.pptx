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e135bae2e425c" /><Relationship Type="http://schemas.openxmlformats.org/officeDocument/2006/relationships/extended-properties" Target="/docProps/app.xml" Id="Ra9cc006b772d405f" /><Relationship Type="http://schemas.openxmlformats.org/officeDocument/2006/relationships/officeDocument" Target="/ppt/presentation.xml" Id="Red21d335d2a54f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3aa98258b4d64"/>
  </p:sldMasterIdLst>
  <p:notesMasterIdLst>
    <p:notesMasterId xmlns:r="http://schemas.openxmlformats.org/officeDocument/2006/relationships" r:id="R5381484518924761"/>
  </p:notesMasterIdLst>
  <p:sldIdLst>
    <p:sldId xmlns:r="http://schemas.openxmlformats.org/officeDocument/2006/relationships" id="256" r:id="R96cc900d008e4bd5"/>
    <p:sldId xmlns:r="http://schemas.openxmlformats.org/officeDocument/2006/relationships" id="257" r:id="R5dcd0e81adb74273"/>
    <p:sldId xmlns:r="http://schemas.openxmlformats.org/officeDocument/2006/relationships" id="258" r:id="R9ff908efef6b44ee"/>
    <p:sldId xmlns:r="http://schemas.openxmlformats.org/officeDocument/2006/relationships" id="259" r:id="R0f59fe82f4264f29"/>
    <p:sldId xmlns:r="http://schemas.openxmlformats.org/officeDocument/2006/relationships" id="260" r:id="R697178def024454e"/>
    <p:sldId xmlns:r="http://schemas.openxmlformats.org/officeDocument/2006/relationships" id="261" r:id="Rde3f67ce830d40a8"/>
    <p:sldId xmlns:r="http://schemas.openxmlformats.org/officeDocument/2006/relationships" id="262" r:id="R35cb117e1e4d4d84"/>
    <p:sldId xmlns:r="http://schemas.openxmlformats.org/officeDocument/2006/relationships" id="263" r:id="R68a78b38786940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324c529684844" /><Relationship Type="http://schemas.openxmlformats.org/officeDocument/2006/relationships/slideMaster" Target="/ppt/slideMasters/slideMaster1.xml" Id="R4853aa98258b4d64" /><Relationship Type="http://schemas.openxmlformats.org/officeDocument/2006/relationships/notesMaster" Target="/ppt/notesMasters/notesMaster1.xml" Id="R5381484518924761" /><Relationship Type="http://schemas.openxmlformats.org/officeDocument/2006/relationships/presProps" Target="/ppt/presProps.xml" Id="R7d9b64f61fde4d98" /><Relationship Type="http://schemas.openxmlformats.org/officeDocument/2006/relationships/viewProps" Target="/ppt/viewProps.xml" Id="R8761f699c74849a8" /><Relationship Type="http://schemas.openxmlformats.org/officeDocument/2006/relationships/tableStyles" Target="/ppt/tableStyles.xml" Id="R836132ef2b004b4d" /><Relationship Type="http://schemas.openxmlformats.org/officeDocument/2006/relationships/slide" Target="/ppt/slides/slide1.xml" Id="R96cc900d008e4bd5" /><Relationship Type="http://schemas.openxmlformats.org/officeDocument/2006/relationships/slide" Target="/ppt/slides/slide2.xml" Id="R5dcd0e81adb74273" /><Relationship Type="http://schemas.openxmlformats.org/officeDocument/2006/relationships/slide" Target="/ppt/slides/slide3.xml" Id="R9ff908efef6b44ee" /><Relationship Type="http://schemas.openxmlformats.org/officeDocument/2006/relationships/slide" Target="/ppt/slides/slide4.xml" Id="R0f59fe82f4264f29" /><Relationship Type="http://schemas.openxmlformats.org/officeDocument/2006/relationships/slide" Target="/ppt/slides/slide5.xml" Id="R697178def024454e" /><Relationship Type="http://schemas.openxmlformats.org/officeDocument/2006/relationships/slide" Target="/ppt/slides/slide6.xml" Id="Rde3f67ce830d40a8" /><Relationship Type="http://schemas.openxmlformats.org/officeDocument/2006/relationships/slide" Target="/ppt/slides/slide7.xml" Id="R35cb117e1e4d4d84" /><Relationship Type="http://schemas.openxmlformats.org/officeDocument/2006/relationships/slide" Target="/ppt/slides/slide8.xml" Id="R68a78b38786940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a3b8a5de5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a0f99e6624fc9" /><Relationship Type="http://schemas.openxmlformats.org/officeDocument/2006/relationships/notesMaster" Target="/ppt/notesMasters/notesMaster1.xml" Id="Rf4ea0ce0d359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b1ba06aaa4c74" /><Relationship Type="http://schemas.openxmlformats.org/officeDocument/2006/relationships/notesMaster" Target="/ppt/notesMasters/notesMaster1.xml" Id="R41f14310aa31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3b03f2fbb44d8" /><Relationship Type="http://schemas.openxmlformats.org/officeDocument/2006/relationships/notesMaster" Target="/ppt/notesMasters/notesMaster1.xml" Id="Rb38641ea3d24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526956ab6a4491" /><Relationship Type="http://schemas.openxmlformats.org/officeDocument/2006/relationships/notesMaster" Target="/ppt/notesMasters/notesMaster1.xml" Id="R2c074f372c4a42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c0af81ea6455e" /><Relationship Type="http://schemas.openxmlformats.org/officeDocument/2006/relationships/notesMaster" Target="/ppt/notesMasters/notesMaster1.xml" Id="R67cbae9a5b584e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0b91a79cfd4602" /><Relationship Type="http://schemas.openxmlformats.org/officeDocument/2006/relationships/notesMaster" Target="/ppt/notesMasters/notesMaster1.xml" Id="R1e37a72e8d7d48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ef35ac99c4285" /><Relationship Type="http://schemas.openxmlformats.org/officeDocument/2006/relationships/notesMaster" Target="/ppt/notesMasters/notesMaster1.xml" Id="R20ad5e1c1b1c44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380426ebb845c3" /><Relationship Type="http://schemas.openxmlformats.org/officeDocument/2006/relationships/notesMaster" Target="/ppt/notesMasters/notesMaster1.xml" Id="R82d10848279d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進捗会0724_吉村有生.pptx（視覚テンプレート）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FedMD: https://arxiv.org/abs/1910.03581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- FedMKT: https://aclanthology.org/2025.coling-main.17/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p.1, p.4,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p.2-p.5, p.8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p.2-p.5</a:t>
            </a:r>
          </a:p>
          <a:p xmlns:a="http://schemas.openxmlformats.org/drawingml/2006/main">
            <a:r>
              <a:t>- FedDF: https://arxiv.org/abs/2006.07242</a:t>
            </a:r>
          </a:p>
          <a:p xmlns:a="http://schemas.openxmlformats.org/drawingml/2006/main">
            <a:r>
              <a:t>- Fed-ET: https://www.ijcai.org/proceedings/2022/399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研究会_0724.pdf p.5-p.6, p.8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71cb67b6d40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0145e56a944cb" /><Relationship Type="http://schemas.openxmlformats.org/officeDocument/2006/relationships/image" Target="/ppt/media/image.png" Id="R99d85377ef3c461e" /><Relationship Type="http://schemas.openxmlformats.org/officeDocument/2006/relationships/image" Target="/ppt/media/image.svg" Id="Ra20f071cf4264b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dbd2271f945ba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283CC6F-D7E1-4F9D-AA92-D0FB0D5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0408BEE-B885-4DB2-8925-6FA1EA3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1F9C6-0C60-4A16-A620-FF5B59F497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E5E8DC-0C8B-46D7-BC6B-ACBE6B841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B3DA4-3AA3-44E8-B918-958E2DE03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CAEDA2-3D33-474F-9D24-7EF1612F84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85377ef3c461e">
            <a:extLst>
              <a:ext uri="{96DAC541-7B7A-43D3-8B79-37D633B846F1}">
                <asvg:svgBlip xmlns:asvg="http://schemas.microsoft.com/office/drawing/2016/SVG/main" r:embed="Ra20f071cf4264b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1e7efa77343cc" /><Relationship Type="http://schemas.openxmlformats.org/officeDocument/2006/relationships/slideLayout" Target="/ppt/slideLayouts/slideLayout1.xml" Id="R1a78498cdf6e482a" /><Relationship Type="http://schemas.openxmlformats.org/officeDocument/2006/relationships/slideLayout" Target="/ppt/slideLayouts/slideLayout2.xml" Id="R07b6ccfeac1d464b" /><Relationship Type="http://schemas.openxmlformats.org/officeDocument/2006/relationships/slideLayout" Target="/ppt/slideLayouts/slideLayout3.xml" Id="R5d47f3a2a26a4d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5382-2201-48F9-A582-114E214E1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6AAC26-C826-4D59-8269-88D41540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17C167-B3DA-413C-B5A5-E0B8642056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78498cdf6e482a"/>
    <p:sldLayoutId xmlns:r="http://schemas.openxmlformats.org/officeDocument/2006/relationships" id="2147483650" r:id="R07b6ccfeac1d464b"/>
    <p:sldLayoutId xmlns:r="http://schemas.openxmlformats.org/officeDocument/2006/relationships" id="2147483651" r:id="R5d47f3a2a26a4d1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a09d6e3664588" /><Relationship Type="http://schemas.openxmlformats.org/officeDocument/2006/relationships/notesSlide" Target="/ppt/notesSlides/notesSlide1.xml" Id="Rcf98a926a8e8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9bdd33c8f4c65" /><Relationship Type="http://schemas.openxmlformats.org/officeDocument/2006/relationships/notesSlide" Target="/ppt/notesSlides/notesSlide2.xml" Id="R0726055c874445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8f1095797a48ed" /><Relationship Type="http://schemas.openxmlformats.org/officeDocument/2006/relationships/notesSlide" Target="/ppt/notesSlides/notesSlide3.xml" Id="R8a1b9cf8b22d47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e0a3533c6f4f74" /><Relationship Type="http://schemas.openxmlformats.org/officeDocument/2006/relationships/notesSlide" Target="/ppt/notesSlides/notesSlide4.xml" Id="R7e57d36a7f204a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2a3bd6a6c54e43" /><Relationship Type="http://schemas.openxmlformats.org/officeDocument/2006/relationships/notesSlide" Target="/ppt/notesSlides/notesSlide5.xml" Id="Rd93eb6e732444d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ea45e64114ae9" /><Relationship Type="http://schemas.openxmlformats.org/officeDocument/2006/relationships/notesSlide" Target="/ppt/notesSlides/notesSlide6.xml" Id="Ree56ed5f37b0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c2c5f93434c7b" /><Relationship Type="http://schemas.openxmlformats.org/officeDocument/2006/relationships/notesSlide" Target="/ppt/notesSlides/notesSlide7.xml" Id="Rc4c4709aadfb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dda22470f54b6f" /><Relationship Type="http://schemas.openxmlformats.org/officeDocument/2006/relationships/notesSlide" Target="/ppt/notesSlides/notesSlide8.xml" Id="R0d5fee0a603c4c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CBD7472-B432-4791-BBE3-376502F08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surrogateモデルを用いた連合知識蒸留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中心主張と評価設計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8E27A0A-6C53-4449-93EF-6A2991432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7月31日報告会</a:t>
            </a:r>
          </a:p>
        </p:txBody>
      </p:sp>
    </p:spTree>
    <p:extLst>
      <p:ext uri="{BB962C8B-B14F-4D97-AF65-F5344CB8AC3E}">
        <p14:creationId xmlns:p14="http://schemas.microsoft.com/office/powerpoint/2010/main" val="316715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今回の結論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細部の実装より先に，研究の「出口」を固定する</a:t>
            </a:r>
          </a:p>
          <a:p xmlns:a="http://schemas.openxmlformats.org/drawingml/2006/main">
            <a:pPr marL="52" indent="-28">
              <a:buChar char="□"/>
            </a:pPr>
            <a:r>
              <a:t>FedMD・FedDFに対して，何を改善する研究かを明示する</a:t>
            </a:r>
          </a:p>
          <a:p xmlns:a="http://schemas.openxmlformats.org/drawingml/2006/main">
            <a:pPr marL="52" indent="-28">
              <a:buChar char="□"/>
            </a:pPr>
            <a:r>
              <a:t>何ができれば成功かを，評価指標と比較条件で定義する</a:t>
            </a:r>
          </a:p>
          <a:p xmlns:a="http://schemas.openxmlformats.org/drawingml/2006/main">
            <a:pPr marL="52" indent="-28">
              <a:buChar char="□"/>
            </a:pPr>
            <a:r>
              <a:t>Lpred・Lgrad・Lpostは，目的に応じて後から選択する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関連研究との位置づけ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手法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モデル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情報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残る論点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公開data上のlogits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proxy dataへ依存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異種client→server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非label data＋ensemble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server蒸留は既存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Fed-ET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小型client→大型server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weighted consensus logits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小型→大型は既存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FedMKT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SLM↔LLM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公開data＋相互転送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双方向循環も既存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本研究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VLM 3B↔7B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少量共有情報＋循環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資源・新知識・共有量を評価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研究の中心主張（暫定）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エッジ上の小型surrogateから，端末固有の新しい知識を大型基盤へ反映する</a:t>
            </a:r>
          </a:p>
          <a:p xmlns:a="http://schemas.openxmlformats.org/drawingml/2006/main">
            <a:pPr marL="52" indent="-28">
              <a:buChar char="□"/>
            </a:pPr>
            <a:r>
              <a:t>対象：同一モデル系列のサイズ差（client 3B／server 7B）</a:t>
            </a:r>
          </a:p>
          <a:p xmlns:a="http://schemas.openxmlformats.org/drawingml/2006/main">
            <a:pPr marL="52" indent="-28">
              <a:buChar char="□"/>
            </a:pPr>
            <a:r>
              <a:t>制約：生データを送らず，固定公開D_alignへの依存を抑える</a:t>
            </a:r>
          </a:p>
          <a:p xmlns:a="http://schemas.openxmlformats.org/drawingml/2006/main">
            <a:pPr marL="52" indent="-28">
              <a:buChar char="□"/>
            </a:pPr>
            <a:r>
              <a:t>価値：端末資源を抑え，server・client性能を維持／改善する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AF6143-84B6-D69B-DFA7-6FE3337A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成功条件：同等性能で資源・共有データを減らす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F1FCFE9-FF3E-0027-AB1A-144619D6CA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graphicFrame>
        <p:nvGraphicFramePr>
          <p:cNvPr id="7" name="コンテンツ プレースホルダー 4"/>
          <p:cNvGraphicFramePr/>
          <p:nvPr/>
        </p:nvGraphicFramePr>
        <p:xfrm>
          <a:off xmlns:a="http://schemas.openxmlformats.org/drawingml/2006/main" x="721078" y="1233305"/>
          <a:ext xmlns:a="http://schemas.openxmlformats.org/drawingml/2006/main" cx="10749844" cy="4951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7461"/>
                <a:gridCol w="2687461"/>
                <a:gridCol w="2687461"/>
                <a:gridCol w="2687461"/>
              </a:tblGrid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評価軸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測定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比較基準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成功判定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Accuracy／F1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6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次round後F1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非劣化／改善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収束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目標F1到達round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logits蒸留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少ないround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peak GPU memory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端末時間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学習秒／round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7B端末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短縮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通信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bytes／round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LoRA／logits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同等性能で削減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共有data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|D_align|・属性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固定公開data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小規模化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モデル差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3B/3B vs 7B/3B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同サイズ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異サイズでも成立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新知識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client-only test 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server単独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client知識を反映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73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比較する5条件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条件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役割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中央集約上限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7B＋全data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性能上限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client知識なし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client単独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—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局所性能の基準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logits蒸留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FedDF／ET型比較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提案循環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7B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3B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server・client双方を更新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実験の順序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一度に複数の論点を入れず，外側から検証する</a:t>
            </a:r>
          </a:p>
          <a:p xmlns:a="http://schemas.openxmlformats.org/drawingml/2006/main">
            <a:pPr marL="52" indent="-28">
              <a:buChar char="□"/>
            </a:pPr>
            <a:r>
              <a:t>段階1：Lpredのみで7B/3Bフローと評価軸を検証する</a:t>
            </a:r>
          </a:p>
          <a:p xmlns:a="http://schemas.openxmlformats.org/drawingml/2006/main">
            <a:pPr marL="52" indent="-28">
              <a:buChar char="□"/>
            </a:pPr>
            <a:r>
              <a:t>段階2：D_alignの量・domain・共有範囲を変えて依存度を測る</a:t>
            </a:r>
          </a:p>
          <a:p xmlns:a="http://schemas.openxmlformats.org/drawingml/2006/main">
            <a:pPr marL="52" indent="-28">
              <a:buChar char="□"/>
            </a:pPr>
            <a:r>
              <a:t>段階3：不足する指標にだけLgrad・Lpost・optimizerを追加する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直近の実施項目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まず研究の外側を確定し，実装箇所を後から絞る</a:t>
            </a:r>
          </a:p>
          <a:p xmlns:a="http://schemas.openxmlformats.org/drawingml/2006/main">
            <a:pPr marL="52" indent="-28">
              <a:buChar char="□"/>
            </a:pPr>
            <a:r>
              <a:t>中心主張を1文に固定する</a:t>
            </a:r>
          </a:p>
          <a:p xmlns:a="http://schemas.openxmlformats.org/drawingml/2006/main">
            <a:pPr marL="52" indent="-28">
              <a:buChar char="□"/>
            </a:pPr>
            <a:r>
              <a:t>関連研究との差分表と成功条件を確定する</a:t>
            </a:r>
          </a:p>
          <a:p xmlns:a="http://schemas.openxmlformats.org/drawingml/2006/main">
            <a:pPr marL="52" indent="-28">
              <a:buChar char="□"/>
            </a:pPr>
            <a:r>
              <a:t>比較条件を実装し，資源・精度・収束・共有量を計測する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2026-08-05T08:35:32.6150000Z</dcterms:created>
  <dcterms:modified xsi:type="dcterms:W3CDTF">2026-08-05T08:35:32.6150000Z</dcterms:modified>
</coreProperties>
</file>