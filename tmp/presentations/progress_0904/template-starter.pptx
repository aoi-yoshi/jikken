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cfc10336214061" /><Relationship Type="http://schemas.openxmlformats.org/officeDocument/2006/relationships/extended-properties" Target="/docProps/app.xml" Id="R8764ead21ca74290" /><Relationship Type="http://schemas.openxmlformats.org/officeDocument/2006/relationships/officeDocument" Target="/ppt/presentation.xml" Id="R1bce452aecbe46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537cdbecba44c1"/>
  </p:sldMasterIdLst>
  <p:notesMasterIdLst>
    <p:notesMasterId xmlns:r="http://schemas.openxmlformats.org/officeDocument/2006/relationships" r:id="Rf7ef9467c3a0405d"/>
  </p:notesMasterIdLst>
  <p:sldIdLst>
    <p:sldId xmlns:r="http://schemas.openxmlformats.org/officeDocument/2006/relationships" id="256" r:id="Rc1903b5b17b54b85"/>
    <p:sldId xmlns:r="http://schemas.openxmlformats.org/officeDocument/2006/relationships" id="257" r:id="R94c3b0c4912841ee"/>
    <p:sldId xmlns:r="http://schemas.openxmlformats.org/officeDocument/2006/relationships" id="258" r:id="R9939daffc3f94343"/>
    <p:sldId xmlns:r="http://schemas.openxmlformats.org/officeDocument/2006/relationships" id="259" r:id="R68b0c785dbdb4abd"/>
    <p:sldId xmlns:r="http://schemas.openxmlformats.org/officeDocument/2006/relationships" id="260" r:id="Ree3c07f199654c99"/>
    <p:sldId xmlns:r="http://schemas.openxmlformats.org/officeDocument/2006/relationships" id="261" r:id="R79ec2fb8b02b4aca"/>
    <p:sldId xmlns:r="http://schemas.openxmlformats.org/officeDocument/2006/relationships" id="262" r:id="Rba09a20af6e44392"/>
    <p:sldId xmlns:r="http://schemas.openxmlformats.org/officeDocument/2006/relationships" id="263" r:id="R1e5d9659b51642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0e7ced15a646b9" /><Relationship Type="http://schemas.openxmlformats.org/officeDocument/2006/relationships/slideMaster" Target="/ppt/slideMasters/slideMaster1.xml" Id="Rab537cdbecba44c1" /><Relationship Type="http://schemas.openxmlformats.org/officeDocument/2006/relationships/notesMaster" Target="/ppt/notesMasters/notesMaster1.xml" Id="Rf7ef9467c3a0405d" /><Relationship Type="http://schemas.openxmlformats.org/officeDocument/2006/relationships/presProps" Target="/ppt/presProps.xml" Id="Rc0c443b8942f4f9e" /><Relationship Type="http://schemas.openxmlformats.org/officeDocument/2006/relationships/viewProps" Target="/ppt/viewProps.xml" Id="R5ecd0885eb8e4221" /><Relationship Type="http://schemas.openxmlformats.org/officeDocument/2006/relationships/tableStyles" Target="/ppt/tableStyles.xml" Id="R0ae5ef5eaee54408" /><Relationship Type="http://schemas.openxmlformats.org/officeDocument/2006/relationships/slide" Target="/ppt/slides/slide1.xml" Id="Rc1903b5b17b54b85" /><Relationship Type="http://schemas.openxmlformats.org/officeDocument/2006/relationships/slide" Target="/ppt/slides/slide2.xml" Id="R94c3b0c4912841ee" /><Relationship Type="http://schemas.openxmlformats.org/officeDocument/2006/relationships/slide" Target="/ppt/slides/slide3.xml" Id="R9939daffc3f94343" /><Relationship Type="http://schemas.openxmlformats.org/officeDocument/2006/relationships/slide" Target="/ppt/slides/slide4.xml" Id="R68b0c785dbdb4abd" /><Relationship Type="http://schemas.openxmlformats.org/officeDocument/2006/relationships/slide" Target="/ppt/slides/slide5.xml" Id="Ree3c07f199654c99" /><Relationship Type="http://schemas.openxmlformats.org/officeDocument/2006/relationships/slide" Target="/ppt/slides/slide6.xml" Id="R79ec2fb8b02b4aca" /><Relationship Type="http://schemas.openxmlformats.org/officeDocument/2006/relationships/slide" Target="/ppt/slides/slide7.xml" Id="Rba09a20af6e44392" /><Relationship Type="http://schemas.openxmlformats.org/officeDocument/2006/relationships/slide" Target="/ppt/slides/slide8.xml" Id="R1e5d9659b51642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dcc85207e4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3b28f607ef4f22" /><Relationship Type="http://schemas.openxmlformats.org/officeDocument/2006/relationships/notesMaster" Target="/ppt/notesMasters/notesMaster1.xml" Id="R5643254e08ca45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cd4cd530264162" /><Relationship Type="http://schemas.openxmlformats.org/officeDocument/2006/relationships/notesMaster" Target="/ppt/notesMasters/notesMaster1.xml" Id="R78e6bc0823a540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0f4ef5c5a347be" /><Relationship Type="http://schemas.openxmlformats.org/officeDocument/2006/relationships/notesMaster" Target="/ppt/notesMasters/notesMaster1.xml" Id="R90f531d5a56f4b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e9c754f7844eec" /><Relationship Type="http://schemas.openxmlformats.org/officeDocument/2006/relationships/notesMaster" Target="/ppt/notesMasters/notesMaster1.xml" Id="R1f5133fc3dc449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26fa82b4bd40ab" /><Relationship Type="http://schemas.openxmlformats.org/officeDocument/2006/relationships/notesMaster" Target="/ppt/notesMasters/notesMaster1.xml" Id="R69cd4cde1bdd40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93f330aa024454" /><Relationship Type="http://schemas.openxmlformats.org/officeDocument/2006/relationships/notesMaster" Target="/ppt/notesMasters/notesMaster1.xml" Id="Rb5562d16816146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3ff9d1013e4b3f" /><Relationship Type="http://schemas.openxmlformats.org/officeDocument/2006/relationships/notesMaster" Target="/ppt/notesMasters/notesMaster1.xml" Id="R107ea89460054a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99a673eb894ad2" /><Relationship Type="http://schemas.openxmlformats.org/officeDocument/2006/relationships/notesMaster" Target="/ppt/notesMasters/notesMaster1.xml" Id="Rcf6c2de5316744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07acd071b43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c7ced8cf842ca" /><Relationship Type="http://schemas.openxmlformats.org/officeDocument/2006/relationships/image" Target="/ppt/media/image.png" Id="Re827582ea76d412f" /><Relationship Type="http://schemas.openxmlformats.org/officeDocument/2006/relationships/image" Target="/ppt/media/image.svg" Id="R41097168a6cf40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35184fb1a4679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DB964F86-C282-4B76-8A36-11F2830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6506936"/>
            <a:ext cx="12192000" cy="351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FCC7D057-70F5-4F0F-B705-A4A596EF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84" y="3553218"/>
            <a:ext cx="10951029" cy="1452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138DAC-3D90-4CC8-81CA-FE7786A08BB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64029" y="2355104"/>
            <a:ext cx="10863943" cy="735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000"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マスター タイトル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8FC334-D7ED-4C7B-BF44-AAFBFD9414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40929" y="4531180"/>
            <a:ext cx="5606143" cy="99779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800" baseline="0">
                <a:solidFill>
                  <a:srgbClr val="20386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四角形: 角を丸くする 3">
            <a:extLst xmlns:a="http://schemas.openxmlformats.org/drawingml/2006/main">
              <a:ext uri="{FF2B5EF4-FFF2-40B4-BE49-F238E27FC236}">
                <a16:creationId xmlns:a16="http://schemas.microsoft.com/office/drawing/2014/main" id="{899430FE-7148-562D-2697-FE50FB06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333187" cy="65731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7C15DC-83E5-435F-A235-5E51A6E53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8108"/>
            <a:ext cx="10515600" cy="65731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マスター タイトルの書式設定</a:t>
            </a:r>
            <a:endParaRPr/>
          </a:p>
        </p:txBody>
      </p:sp>
      <p:sp>
        <p:nvSpPr>
          <p:cNvPr id="5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4468391-2DE1-4712-8F9F-EEAD5FE199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02533" y="73989"/>
            <a:ext cx="4158343" cy="3540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C088C981-6885-4100-82A1-DE7074EC4480}" type="slidenum"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11" name="グラフィックス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7582ea76d412f">
            <a:extLst>
              <a:ext uri="{96DAC541-7B7A-43D3-8B79-37D633B846F1}">
                <asvg:svgBlip xmlns:asvg="http://schemas.microsoft.com/office/drawing/2016/SVG/main" r:embed="R41097168a6cf401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17" y="125479"/>
            <a:ext cx="581890" cy="550303"/>
          </a:xfrm>
          <a:prstGeom xmlns:a="http://schemas.openxmlformats.org/drawingml/2006/main" prst="rect">
            <a:avLst/>
          </a:prstGeom>
        </p:spPr>
      </p:pic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D491BE-1262-0E08-893E-2C20EC2083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1" y="811748"/>
            <a:ext cx="12191999" cy="6046253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282CDBC-F22B-88AF-C5DA-7570CECC629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5fcb494cfd4afc" /><Relationship Type="http://schemas.openxmlformats.org/officeDocument/2006/relationships/slideLayout" Target="/ppt/slideLayouts/slideLayout1.xml" Id="R2d80fe2525bd48b1" /><Relationship Type="http://schemas.openxmlformats.org/officeDocument/2006/relationships/slideLayout" Target="/ppt/slideLayouts/slideLayout2.xml" Id="R866dc39c1e774ed8" /><Relationship Type="http://schemas.openxmlformats.org/officeDocument/2006/relationships/slideLayout" Target="/ppt/slideLayouts/slideLayout3.xml" Id="R4972b2575c24401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3B1DDC-D837-472B-B2F2-CFC0665A9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1344168"/>
            <a:ext cx="12192000" cy="55138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  <a:endParaRPr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739ADD9-52A6-454F-850E-806620F66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90048"/>
            <a:ext cx="10515600" cy="934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  <a:endParaRPr/>
          </a:p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7B09263-498B-4E9F-A0F7-6F573090C4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195458" y="190048"/>
            <a:ext cx="4158343" cy="3540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088C981-6885-4100-82A1-DE7074EC448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80fe2525bd48b1"/>
    <p:sldLayoutId xmlns:r="http://schemas.openxmlformats.org/officeDocument/2006/relationships" id="2147483650" r:id="R866dc39c1e774ed8"/>
    <p:sldLayoutId xmlns:r="http://schemas.openxmlformats.org/officeDocument/2006/relationships" id="2147483651" r:id="R4972b2575c244016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 baseline="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000"/>
        </a:spcBef>
        <a:buFont typeface="Aptos Slab Black"/>
        <a:buChar char="┃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971550" indent="-514350" algn="l" defTabSz="914400">
        <a:lnSpc>
          <a:spcPct val="100000"/>
        </a:lnSpc>
        <a:spcBef>
          <a:spcPts val="500"/>
        </a:spcBef>
        <a:buFont typeface="Wingdings"/>
        <a:buChar char="p"/>
        <a:defRPr sz="28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2pPr>
      <a:lvl3pPr xmlns:a="http://schemas.openxmlformats.org/drawingml/2006/main" marL="1143000" indent="-228600" algn="l" defTabSz="914400">
        <a:lnSpc>
          <a:spcPct val="100000"/>
        </a:lnSpc>
        <a:spcBef>
          <a:spcPts val="500"/>
        </a:spcBef>
        <a:buFont typeface="Wingdings"/>
        <a:buChar char="ü"/>
        <a:defRPr sz="24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3pPr>
      <a:lvl4pPr xmlns:a="http://schemas.openxmlformats.org/drawingml/2006/main" marL="16002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4pPr>
      <a:lvl5pPr xmlns:a="http://schemas.openxmlformats.org/drawingml/2006/main"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5deeb86cf439d" /><Relationship Type="http://schemas.openxmlformats.org/officeDocument/2006/relationships/notesSlide" Target="/ppt/notesSlides/notesSlide1.xml" Id="R6d6fa4c9e6ac42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6c48f020814c0c" /><Relationship Type="http://schemas.openxmlformats.org/officeDocument/2006/relationships/notesSlide" Target="/ppt/notesSlides/notesSlide2.xml" Id="Rdd816145a7394a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3691894bc544c2" /><Relationship Type="http://schemas.openxmlformats.org/officeDocument/2006/relationships/image" Target="/ppt/media/image2.png" Id="R1ebc362ac46e4e26" /><Relationship Type="http://schemas.openxmlformats.org/officeDocument/2006/relationships/notesSlide" Target="/ppt/notesSlides/notesSlide3.xml" Id="R85e50b4e089744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11d4141d39468f" /><Relationship Type="http://schemas.openxmlformats.org/officeDocument/2006/relationships/image" Target="/ppt/media/image2.png" Id="R67e6fc05ac9b47dd" /><Relationship Type="http://schemas.openxmlformats.org/officeDocument/2006/relationships/notesSlide" Target="/ppt/notesSlides/notesSlide4.xml" Id="Radb6359474cc47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78635c4429450c" /><Relationship Type="http://schemas.openxmlformats.org/officeDocument/2006/relationships/image" Target="/ppt/media/image2.png" Id="R0d9164515bc44c85" /><Relationship Type="http://schemas.openxmlformats.org/officeDocument/2006/relationships/notesSlide" Target="/ppt/notesSlides/notesSlide5.xml" Id="Rdcd17c52eb5b40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e1e102592d412d" /><Relationship Type="http://schemas.openxmlformats.org/officeDocument/2006/relationships/image" Target="/ppt/media/image2.png" Id="R345a6510d3744386" /><Relationship Type="http://schemas.openxmlformats.org/officeDocument/2006/relationships/notesSlide" Target="/ppt/notesSlides/notesSlide6.xml" Id="R618a35399e444c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f573256f6e46aa" /><Relationship Type="http://schemas.openxmlformats.org/officeDocument/2006/relationships/notesSlide" Target="/ppt/notesSlides/notesSlide7.xml" Id="Ra87ee1dbeac64b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cd13616ae14b13" /><Relationship Type="http://schemas.openxmlformats.org/officeDocument/2006/relationships/notesSlide" Target="/ppt/notesSlides/notesSlide8.xml" Id="R21966ab2bc7746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FCB51195-0596-4AD4-9431-14014FC0EC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65950" y="1963066"/>
            <a:ext cx="11650199" cy="146593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br/>
            <a:r>
              <a:rPr sz="3600"/>
              <a:t>従来手法との差、評価方針</a:t>
            </a:r>
            <a:r>
              <a:rPr sz="3600"/>
              <a:t>の</a:t>
            </a:r>
            <a:r>
              <a:rPr sz="3600"/>
              <a:t>整理</a:t>
            </a:r>
            <a:br/>
            <a:r>
              <a:rPr sz="3600"/>
              <a:t>共通処理フローとLpredによる基盤LoRA更新フロー</a:t>
            </a:r>
            <a:r>
              <a:rPr sz="3600"/>
              <a:t>の</a:t>
            </a:r>
            <a:r>
              <a:rPr sz="3600"/>
              <a:t>整理</a:t>
            </a:r>
            <a:r>
              <a:rPr sz="2000" b="1"/>
              <a:t>surrogate適応情報を用いた基盤モデル更新</a:t>
            </a:r>
            <a:endParaRPr sz="2000"/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445D42DE-B5C6-49B8-AA20-364840FE92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78656" y="5150533"/>
            <a:ext cx="8681629" cy="14659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名古屋大学</a:t>
            </a:r>
            <a:endParaRPr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情報学研究科</a:t>
            </a:r>
            <a:endParaRPr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知能システム学専攻　</a:t>
            </a: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年</a:t>
            </a:r>
          </a:p>
        </p:txBody>
      </p:sp>
      <p:sp>
        <p:nvSpPr>
          <p:cNvPr id="4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1612D3FA-1A10-5639-0AA3-B6A8434E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304" y="3923283"/>
            <a:ext cx="8273488" cy="1465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975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吉村　有生</a:t>
            </a:r>
          </a:p>
        </p:txBody>
      </p:sp>
      <p:sp>
        <p:nvSpPr>
          <p:cNvPr id="6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CE0640E-73E9-D3BD-0989-8E8E4C3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269" y="3273443"/>
            <a:ext cx="8477558" cy="1465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975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7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月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31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日報告会</a:t>
            </a:r>
          </a:p>
        </p:txBody>
      </p:sp>
    </p:spTree>
    <p:extLst>
      <p:ext uri="{BB962C8B-B14F-4D97-AF65-F5344CB8AC3E}">
        <p14:creationId xmlns:p14="http://schemas.microsoft.com/office/powerpoint/2010/main" val="2881359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139B2868-D68D-635A-C02A-E7EBD79225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今後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52CC01F4-A3D2-466A-5DD6-132AF87938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9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B76B181-2959-3110-9E60-DC98FD1AE5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規模の異なる同一系統モデル間で、更新後の基盤LoRAからサロゲートLoRAへ、どのように知識を移転すれば、精度・収束速度・エッジ計算量を両立できるか</a:t>
            </a:r>
            <a:endParaRPr/>
          </a:p>
          <a:p xmlns:a="http://schemas.openxmlformats.org/drawingml/2006/main">
            <a:pPr lvl="1">
              <a:buNone/>
            </a:pPr>
            <a:r>
              <a:t>どの情報を移転するか</a:t>
            </a:r>
            <a:endParaRPr/>
          </a:p>
          <a:p xmlns:a="http://schemas.openxmlformats.org/drawingml/2006/main">
            <a:pPr lvl="1">
              <a:buNone/>
            </a:pPr>
            <a:r>
              <a:t>サイズ差をどう吸収するか</a:t>
            </a:r>
            <a:endParaRPr/>
          </a:p>
          <a:p xmlns:a="http://schemas.openxmlformats.org/drawingml/2006/main">
            <a:pPr lvl="1">
              <a:buNone/>
            </a:pPr>
            <a:r>
              <a:t>どうすれば速く収束するか</a:t>
            </a:r>
            <a:endParaRPr/>
          </a:p>
          <a:p xmlns:a="http://schemas.openxmlformats.org/drawingml/2006/main">
            <a:pPr lvl="1">
              <a:buNone/>
            </a:pPr>
            <a:r>
              <a:t>エッジ上で本当に利益があるか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920358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87CB9EAF-70E8-3A78-8ED5-6A2A35C3B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クラウド側基盤LoRA更新の詳細フロー</a:t>
            </a:r>
            <a:endParaRPr/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B37B5C62-71A1-A677-3AF2-C7B36340160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3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7" name="コンテンツ プレースホルダー 22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1ebc362ac46e4e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0226" y="904413"/>
            <a:ext cx="7586662" cy="59535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854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87CB9EAF-70E8-3A78-8ED5-6A2A35C3B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クラウド側基盤LoRA更新の詳細フロー</a:t>
            </a:r>
            <a:endParaRPr/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B37B5C62-71A1-A677-3AF2-C7B36340160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3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7" name="コンテンツ プレースホルダー 22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67e6fc05ac9b47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0226" y="904413"/>
            <a:ext cx="7586662" cy="59535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854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87CB9EAF-70E8-3A78-8ED5-6A2A35C3B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クラウド側基盤LoRA更新の詳細フロー</a:t>
            </a:r>
            <a:endParaRPr/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B37B5C62-71A1-A677-3AF2-C7B36340160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3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7" name="コンテンツ プレースホルダー 22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0d9164515bc44c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0226" y="904413"/>
            <a:ext cx="7586662" cy="59535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854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87CB9EAF-70E8-3A78-8ED5-6A2A35C3B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クラウド側基盤LoRA更新の詳細フロー</a:t>
            </a:r>
            <a:endParaRPr/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B37B5C62-71A1-A677-3AF2-C7B36340160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3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7" name="コンテンツ プレースホルダー 22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345a6510d3744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0226" y="904413"/>
            <a:ext cx="7586662" cy="59535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854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6B0477CE-741B-7F09-E3AB-36371B787A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目次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684C799-49CE-BBA5-7BEC-8B69292756A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1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3CDC051-1225-CA6A-EAA8-7A7372C1B3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全体処理フロー</a:t>
            </a:r>
            <a:endParaRPr/>
          </a:p>
          <a:p xmlns:a="http://schemas.openxmlformats.org/drawingml/2006/main">
            <a:r>
              <a:t>基盤LoRA更新の処理フロー</a:t>
            </a:r>
            <a:endParaRPr/>
          </a:p>
          <a:p xmlns:a="http://schemas.openxmlformats.org/drawingml/2006/main">
            <a:r>
              <a:t>評価方針</a:t>
            </a:r>
            <a:r>
              <a:t>の</a:t>
            </a:r>
            <a:r>
              <a:t>整理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232594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139B2868-D68D-635A-C02A-E7EBD79225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今後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52CC01F4-A3D2-466A-5DD6-132AF87938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9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B76B181-2959-3110-9E60-DC98FD1AE5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規模の異なる同一系統モデル間で、更新後の基盤LoRAからサロゲートLoRAへ、どのように知識を移転すれば、精度・収束速度・エッジ計算量を両立できるか</a:t>
            </a:r>
            <a:endParaRPr/>
          </a:p>
          <a:p xmlns:a="http://schemas.openxmlformats.org/drawingml/2006/main">
            <a:pPr lvl="1">
              <a:buNone/>
            </a:pPr>
            <a:r>
              <a:t>どの情報を移転するか</a:t>
            </a:r>
            <a:endParaRPr/>
          </a:p>
          <a:p xmlns:a="http://schemas.openxmlformats.org/drawingml/2006/main">
            <a:pPr lvl="1">
              <a:buNone/>
            </a:pPr>
            <a:r>
              <a:t>サイズ差をどう吸収するか</a:t>
            </a:r>
            <a:endParaRPr/>
          </a:p>
          <a:p xmlns:a="http://schemas.openxmlformats.org/drawingml/2006/main">
            <a:pPr lvl="1">
              <a:buNone/>
            </a:pPr>
            <a:r>
              <a:t>どうすれば速く収束するか</a:t>
            </a:r>
            <a:endParaRPr/>
          </a:p>
          <a:p xmlns:a="http://schemas.openxmlformats.org/drawingml/2006/main">
            <a:pPr lvl="1">
              <a:buNone/>
            </a:pPr>
            <a:r>
              <a:t>エッジ上で本当に利益があるか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92035896"/>
      </p:ext>
    </p:extLst>
  </p:cSld>
</p:sld>
</file>

<file path=ppt/theme/theme1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2026-09-03T13:55:59.9970000Z</dcterms:created>
  <dcterms:modified xsi:type="dcterms:W3CDTF">2026-09-03T13:55:59.9970000Z</dcterms:modified>
</coreProperties>
</file>