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9a184380b04061" /><Relationship Type="http://schemas.openxmlformats.org/officeDocument/2006/relationships/extended-properties" Target="/docProps/app.xml" Id="Rf072438f90154399" /><Relationship Type="http://schemas.openxmlformats.org/officeDocument/2006/relationships/officeDocument" Target="/ppt/presentation.xml" Id="Rb2b56462e7f24197" /></Relationships>
</file>

<file path=ppt/presentation.xml><?xml version="1.0" encoding="utf-8"?>
<p:presentation xmlns:p="http://schemas.openxmlformats.org/presentationml/2006/main">
  <p:sldMasterIdLst>
    <p:sldMasterId xmlns:r="http://schemas.openxmlformats.org/officeDocument/2006/relationships" id="2147483648" r:id="Rd0e4abd988084fa8"/>
  </p:sldMasterIdLst>
  <p:notesMasterIdLst>
    <p:notesMasterId xmlns:r="http://schemas.openxmlformats.org/officeDocument/2006/relationships" r:id="R4aa4ebb44888495c"/>
  </p:notesMasterIdLst>
  <p:sldIdLst>
    <p:sldId xmlns:r="http://schemas.openxmlformats.org/officeDocument/2006/relationships" id="256" r:id="Rca7735266b48437e"/>
    <p:sldId xmlns:r="http://schemas.openxmlformats.org/officeDocument/2006/relationships" id="257" r:id="R44a65557fea8488a"/>
    <p:sldId xmlns:r="http://schemas.openxmlformats.org/officeDocument/2006/relationships" id="258" r:id="Rf892dfe18b0b4cb7"/>
    <p:sldId xmlns:r="http://schemas.openxmlformats.org/officeDocument/2006/relationships" id="259" r:id="Rc66087d5c9554e36"/>
    <p:sldId xmlns:r="http://schemas.openxmlformats.org/officeDocument/2006/relationships" id="260" r:id="R9646bfe001c544b5"/>
    <p:sldId xmlns:r="http://schemas.openxmlformats.org/officeDocument/2006/relationships" id="261" r:id="Rb8936e02a64b4273"/>
    <p:sldId xmlns:r="http://schemas.openxmlformats.org/officeDocument/2006/relationships" id="262" r:id="R2c072d8f99294574"/>
    <p:sldId xmlns:r="http://schemas.openxmlformats.org/officeDocument/2006/relationships" id="263" r:id="R9051a26343524935"/>
    <p:sldId xmlns:r="http://schemas.openxmlformats.org/officeDocument/2006/relationships" id="264" r:id="R1367ba7431154afa"/>
    <p:sldId xmlns:r="http://schemas.openxmlformats.org/officeDocument/2006/relationships" id="265" r:id="R9c5295ea93cd46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5515f6cf6f473a" /><Relationship Type="http://schemas.openxmlformats.org/officeDocument/2006/relationships/slideMaster" Target="/ppt/slideMasters/slideMaster1.xml" Id="Rd0e4abd988084fa8" /><Relationship Type="http://schemas.openxmlformats.org/officeDocument/2006/relationships/notesMaster" Target="/ppt/notesMasters/notesMaster1.xml" Id="R4aa4ebb44888495c" /><Relationship Type="http://schemas.openxmlformats.org/officeDocument/2006/relationships/presProps" Target="/ppt/presProps.xml" Id="R68d5beaf3fb245fa" /><Relationship Type="http://schemas.openxmlformats.org/officeDocument/2006/relationships/tableStyles" Target="/ppt/tableStyles.xml" Id="Rab4ffa473ebb4fac" /><Relationship Type="http://schemas.openxmlformats.org/officeDocument/2006/relationships/slide" Target="/ppt/slides/slide1.xml" Id="Rca7735266b48437e" /><Relationship Type="http://schemas.openxmlformats.org/officeDocument/2006/relationships/slide" Target="/ppt/slides/slide2.xml" Id="R44a65557fea8488a" /><Relationship Type="http://schemas.openxmlformats.org/officeDocument/2006/relationships/slide" Target="/ppt/slides/slide3.xml" Id="Rf892dfe18b0b4cb7" /><Relationship Type="http://schemas.openxmlformats.org/officeDocument/2006/relationships/slide" Target="/ppt/slides/slide4.xml" Id="Rc66087d5c9554e36" /><Relationship Type="http://schemas.openxmlformats.org/officeDocument/2006/relationships/slide" Target="/ppt/slides/slide5.xml" Id="R9646bfe001c544b5" /><Relationship Type="http://schemas.openxmlformats.org/officeDocument/2006/relationships/slide" Target="/ppt/slides/slide6.xml" Id="Rb8936e02a64b4273" /><Relationship Type="http://schemas.openxmlformats.org/officeDocument/2006/relationships/slide" Target="/ppt/slides/slide7.xml" Id="R2c072d8f99294574" /><Relationship Type="http://schemas.openxmlformats.org/officeDocument/2006/relationships/slide" Target="/ppt/slides/slide8.xml" Id="R9051a26343524935" /><Relationship Type="http://schemas.openxmlformats.org/officeDocument/2006/relationships/slide" Target="/ppt/slides/slide9.xml" Id="R1367ba7431154afa" /><Relationship Type="http://schemas.openxmlformats.org/officeDocument/2006/relationships/slide" Target="/ppt/slides/slide10.xml" Id="R9c5295ea93cd46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e5dbd2d5944c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65e2c41e25429e" /><Relationship Type="http://schemas.openxmlformats.org/officeDocument/2006/relationships/notesMaster" Target="/ppt/notesMasters/notesMaster1.xml" Id="R7cf7e065ebe346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838e480e42488a" /><Relationship Type="http://schemas.openxmlformats.org/officeDocument/2006/relationships/notesMaster" Target="/ppt/notesMasters/notesMaster1.xml" Id="R8aa915339d7e42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dc50bc66084ff1" /><Relationship Type="http://schemas.openxmlformats.org/officeDocument/2006/relationships/notesMaster" Target="/ppt/notesMasters/notesMaster1.xml" Id="Rd991741ac1b547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03ec08da454a3c" /><Relationship Type="http://schemas.openxmlformats.org/officeDocument/2006/relationships/notesMaster" Target="/ppt/notesMasters/notesMaster1.xml" Id="Re669960eaab146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ed8a186bd646b8" /><Relationship Type="http://schemas.openxmlformats.org/officeDocument/2006/relationships/notesMaster" Target="/ppt/notesMasters/notesMaster1.xml" Id="Re3acc2355d6e48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00e6d06a704c45" /><Relationship Type="http://schemas.openxmlformats.org/officeDocument/2006/relationships/notesMaster" Target="/ppt/notesMasters/notesMaster1.xml" Id="Rb94f3066de3743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760934659545f6" /><Relationship Type="http://schemas.openxmlformats.org/officeDocument/2006/relationships/notesMaster" Target="/ppt/notesMasters/notesMaster1.xml" Id="R143b78bff32046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42033a8c594e11" /><Relationship Type="http://schemas.openxmlformats.org/officeDocument/2006/relationships/notesMaster" Target="/ppt/notesMasters/notesMaster1.xml" Id="R096dc4b224f541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4e89304d5f462e" /><Relationship Type="http://schemas.openxmlformats.org/officeDocument/2006/relationships/notesMaster" Target="/ppt/notesMasters/notesMaster1.xml" Id="R0b4f75a7d8064d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4399ead3ee4748" /><Relationship Type="http://schemas.openxmlformats.org/officeDocument/2006/relationships/notesMaster" Target="/ppt/notesMasters/notesMaster1.xml" Id="R702a6d8f069743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0:00–1:00】</a:t>
            </a:r>
          </a:p>
          <a:p xmlns:a="http://schemas.openxmlformats.org/drawingml/2006/main">
            <a:r>
              <a:t>まず、想定する利用場面です。すべてのclientとcloudは同じ危険検知taskと共通のnormal／riskを持ちます。一方、昼の市街地や夜間の道路ではprivate dataが異なり、各clientは異なる局所適応挙動を得ます。この経験をcloudへ戻し、共通taskの改善に生かすことが目的です。ただしFedAvgは同じ構造のsurrogate間を統合できますが、異種foundationへparameterを直接渡せません。また今回は整合用dataも共有しません。そこでFedPACTは、局所適応後の予測と変化方向を要約し、server seed上のproxyとして表して、この間を接続します。対象は場面の意味内容全体ではなく、共通task上の予測挙動です。server seedだけで十分な場合は追加効果が小さくなるため、効果は今後比較します。今回は性能の証明ではなく、この情報の流れを追跡できるかを確認しました。</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notes/advisor/sources/raw/2026-09-16/slack_zettsu_reply_to_chen_ja_date_unknown_received_2026-09-16.md（11:00、target scenario、既存手法との違い、server seedとproxyの位置付け）</a:t>
            </a:r>
          </a:p>
          <a:p xmlns:a="http://schemas.openxmlformats.org/drawingml/2006/main">
            <a:r>
              <a:t>notes/advisor/sources/raw/2026-09-01/FedPACT手法提案260901.pdf（研究目的とproxy-mediated transfer）</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1:00–1:30】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7bf2610e2a47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0a1bba50c546eb" /><Relationship Type="http://schemas.openxmlformats.org/officeDocument/2006/relationships/slideLayout" Target="/ppt/slideLayouts/slideLayout1.xml" Id="R3bb7c0881f364a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b7c0881f364a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451c613f1e4602" /><Relationship Type="http://schemas.openxmlformats.org/officeDocument/2006/relationships/image" Target="/ppt/media/image.jpeg" Id="R30d69b4c1c344726" /><Relationship Type="http://schemas.openxmlformats.org/officeDocument/2006/relationships/image" Target="/ppt/media/image2.jpeg" Id="R31bb1d0f2831490b" /><Relationship Type="http://schemas.openxmlformats.org/officeDocument/2006/relationships/notesSlide" Target="/ppt/notesSlides/notesSlide1.xml" Id="R9d6fed7d558d49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ad13dc98f94dac" /><Relationship Type="http://schemas.openxmlformats.org/officeDocument/2006/relationships/image" Target="/ppt/media/image3.jpeg" Id="R3d6600b2dfd84135" /><Relationship Type="http://schemas.openxmlformats.org/officeDocument/2006/relationships/image" Target="/ppt/media/image4.jpeg" Id="R591d787f3cac4421" /><Relationship Type="http://schemas.openxmlformats.org/officeDocument/2006/relationships/notesSlide" Target="/ppt/notesSlides/notesSlide2.xml" Id="Rf3911b10570d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f1a23d86a04814" /><Relationship Type="http://schemas.openxmlformats.org/officeDocument/2006/relationships/notesSlide" Target="/ppt/notesSlides/notesSlide3.xml" Id="R6d62c9b280d34d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531422c6cb4388" /><Relationship Type="http://schemas.openxmlformats.org/officeDocument/2006/relationships/notesSlide" Target="/ppt/notesSlides/notesSlide4.xml" Id="R3ebba71809a942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62e37c196a43c7" /><Relationship Type="http://schemas.openxmlformats.org/officeDocument/2006/relationships/image" Target="/ppt/media/image5.jpeg" Id="R547dd8ccc03b4955" /><Relationship Type="http://schemas.openxmlformats.org/officeDocument/2006/relationships/image" Target="/ppt/media/image6.jpeg" Id="Re518058184024c9d" /><Relationship Type="http://schemas.openxmlformats.org/officeDocument/2006/relationships/image" Target="/ppt/media/image7.jpeg" Id="R1fe4997008be403a" /><Relationship Type="http://schemas.openxmlformats.org/officeDocument/2006/relationships/image" Target="/ppt/media/image8.jpeg" Id="R8966f02900e8430a" /><Relationship Type="http://schemas.openxmlformats.org/officeDocument/2006/relationships/notesSlide" Target="/ppt/notesSlides/notesSlide5.xml" Id="Rf5fac0a95f2e46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71f144d15c4f9b" /><Relationship Type="http://schemas.openxmlformats.org/officeDocument/2006/relationships/image" Target="/ppt/media/image9.jpeg" Id="R2117b1019c5843b9" /><Relationship Type="http://schemas.openxmlformats.org/officeDocument/2006/relationships/image" Target="/ppt/media/image10.jpeg" Id="Rf8da64a6a5bb45c9" /><Relationship Type="http://schemas.openxmlformats.org/officeDocument/2006/relationships/image" Target="/ppt/media/image11.jpeg" Id="R13b64878e4834709" /><Relationship Type="http://schemas.openxmlformats.org/officeDocument/2006/relationships/image" Target="/ppt/media/image12.jpeg" Id="R29e9f4ec4aeb4da9" /><Relationship Type="http://schemas.openxmlformats.org/officeDocument/2006/relationships/notesSlide" Target="/ppt/notesSlides/notesSlide6.xml" Id="R5128496e4a5848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97dd9a925940b7" /><Relationship Type="http://schemas.openxmlformats.org/officeDocument/2006/relationships/image" Target="/ppt/media/image13.jpeg" Id="Rc5bb4d527b124286" /><Relationship Type="http://schemas.openxmlformats.org/officeDocument/2006/relationships/image" Target="/ppt/media/image14.jpeg" Id="R1a0afc9aba114796" /><Relationship Type="http://schemas.openxmlformats.org/officeDocument/2006/relationships/image" Target="/ppt/media/image15.jpeg" Id="Rf3d3013bc0194968" /><Relationship Type="http://schemas.openxmlformats.org/officeDocument/2006/relationships/image" Target="/ppt/media/image16.jpeg" Id="R7bdc58bbf2c34b7d" /><Relationship Type="http://schemas.openxmlformats.org/officeDocument/2006/relationships/notesSlide" Target="/ppt/notesSlides/notesSlide7.xml" Id="R47df0971eb7247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b733fa15774bbb" /><Relationship Type="http://schemas.openxmlformats.org/officeDocument/2006/relationships/notesSlide" Target="/ppt/notesSlides/notesSlide8.xml" Id="R53094591bd4444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f97ed47a944c27" /><Relationship Type="http://schemas.openxmlformats.org/officeDocument/2006/relationships/notesSlide" Target="/ppt/notesSlides/notesSlide9.xml" Id="Re4e0dd3b45444c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c9290b3d8b42d8" /><Relationship Type="http://schemas.openxmlformats.org/officeDocument/2006/relationships/notesSlide" Target="/ppt/notesSlides/notesSlide10.xml" Id="Rda935c855c0a4d4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64DE377-A210-4219-B17B-FE756C7B07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6D3291-5699-482E-8CDD-85472F48CDA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4E7E61-3E52-4511-B5E0-A6C5A04A1EEE}"/>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異なる現場で得た適応を、cloud側のfoundationへ還元する</a:t>
            </a:r>
          </a:p>
        </p:txBody>
      </p:sp>
      <p:sp>
        <p:nvSpPr>
          <p:cNvPr id="4" name="">
            <a:extLst xmlns:a="http://schemas.openxmlformats.org/drawingml/2006/main">
              <a:ext uri="{FF2B5EF4-FFF2-40B4-BE49-F238E27FC236}">
                <a16:creationId xmlns:a16="http://schemas.microsoft.com/office/drawing/2014/main" id="{DB1C3608-8EDE-48E6-A07C-8337205A37C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5136DC67-1052-4F24-AF04-78F7675BC5B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18F6E3-0F01-4E89-8599-9359674BA48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4C86B3B-E60B-401B-9929-5C5E0BF79D9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10</a:t>
            </a:r>
          </a:p>
        </p:txBody>
      </p:sp>
      <p:sp>
        <p:nvSpPr>
          <p:cNvPr id="8" name="">
            <a:extLst xmlns:a="http://schemas.openxmlformats.org/drawingml/2006/main">
              <a:ext uri="{FF2B5EF4-FFF2-40B4-BE49-F238E27FC236}">
                <a16:creationId xmlns:a16="http://schemas.microsoft.com/office/drawing/2014/main" id="{B0F4FF2C-47A7-45B1-8558-EFACE9ED2C69}"/>
              </a:ext>
            </a:extLst>
          </p:cNvPr>
          <p:cNvSpPr>
            <a:spLocks xmlns:a="http://schemas.openxmlformats.org/drawingml/2006/main" noGrp="1"/>
          </p:cNvSpPr>
          <p:nvPr/>
        </p:nvSpPr>
        <p:spPr>
          <a:xfrm xmlns:a="http://schemas.openxmlformats.org/drawingml/2006/main">
            <a:off x="666750" y="98107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同じ危険検知task・共通のnormal／riskでも、場所や時間が変われば、各clientが経験する状況は異なる</a:t>
            </a:r>
          </a:p>
        </p:txBody>
      </p:sp>
      <p:sp>
        <p:nvSpPr>
          <p:cNvPr id="9" name="">
            <a:extLst xmlns:a="http://schemas.openxmlformats.org/drawingml/2006/main">
              <a:ext uri="{FF2B5EF4-FFF2-40B4-BE49-F238E27FC236}">
                <a16:creationId xmlns:a16="http://schemas.microsoft.com/office/drawing/2014/main" id="{AFF7B841-98A4-41E0-8D9D-2CAFC81E0726}"/>
              </a:ext>
            </a:extLst>
          </p:cNvPr>
          <p:cNvSpPr>
            <a:spLocks xmlns:a="http://schemas.openxmlformats.org/drawingml/2006/main" noGrp="1"/>
          </p:cNvSpPr>
          <p:nvPr/>
        </p:nvSpPr>
        <p:spPr>
          <a:xfrm xmlns:a="http://schemas.openxmlformats.org/drawingml/2006/main">
            <a:off x="552450" y="143827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1　想定する利用場面と価値</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0d69b4c1c344726"/>
          <a:srcRect xmlns:a="http://schemas.openxmlformats.org/drawingml/2006/main" l="5804" t="0" r="5804" b="0"/>
          <a:stretch xmlns:a="http://schemas.openxmlformats.org/drawingml/2006/main">
            <a:fillRect l="0" t="0" r="0" b="0"/>
          </a:stretch>
        </p:blipFill>
        <p:spPr>
          <a:xfrm xmlns:a="http://schemas.openxmlformats.org/drawingml/2006/main">
            <a:off x="552450" y="1838325"/>
            <a:ext cx="1676400" cy="10668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1bb1d0f2831490b"/>
          <a:srcRect xmlns:a="http://schemas.openxmlformats.org/drawingml/2006/main" l="5804" t="0" r="5804" b="0"/>
          <a:stretch xmlns:a="http://schemas.openxmlformats.org/drawingml/2006/main">
            <a:fillRect l="0" t="0" r="0" b="0"/>
          </a:stretch>
        </p:blipFill>
        <p:spPr>
          <a:xfrm xmlns:a="http://schemas.openxmlformats.org/drawingml/2006/main">
            <a:off x="2343150" y="1838325"/>
            <a:ext cx="1676400" cy="1066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64076D5-8045-4247-977F-2C802D601622}"/>
              </a:ext>
            </a:extLst>
          </p:cNvPr>
          <p:cNvSpPr>
            <a:spLocks xmlns:a="http://schemas.openxmlformats.org/drawingml/2006/main" noGrp="1"/>
          </p:cNvSpPr>
          <p:nvPr/>
        </p:nvSpPr>
        <p:spPr>
          <a:xfrm xmlns:a="http://schemas.openxmlformats.org/drawingml/2006/main">
            <a:off x="5619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A</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昼間・市街地</a:t>
            </a:r>
          </a:p>
        </p:txBody>
      </p:sp>
      <p:sp>
        <p:nvSpPr>
          <p:cNvPr id="13" name="">
            <a:extLst xmlns:a="http://schemas.openxmlformats.org/drawingml/2006/main">
              <a:ext uri="{FF2B5EF4-FFF2-40B4-BE49-F238E27FC236}">
                <a16:creationId xmlns:a16="http://schemas.microsoft.com/office/drawing/2014/main" id="{B9152F90-948B-46B7-A4F5-BFE0BE5ABFB9}"/>
              </a:ext>
            </a:extLst>
          </p:cNvPr>
          <p:cNvSpPr>
            <a:spLocks xmlns:a="http://schemas.openxmlformats.org/drawingml/2006/main" noGrp="1"/>
          </p:cNvSpPr>
          <p:nvPr/>
        </p:nvSpPr>
        <p:spPr>
          <a:xfrm xmlns:a="http://schemas.openxmlformats.org/drawingml/2006/main">
            <a:off x="23526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B</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夜間・交差点</a:t>
            </a:r>
          </a:p>
        </p:txBody>
      </p:sp>
      <p:sp>
        <p:nvSpPr>
          <p:cNvPr id="14" name="">
            <a:extLst xmlns:a="http://schemas.openxmlformats.org/drawingml/2006/main">
              <a:ext uri="{FF2B5EF4-FFF2-40B4-BE49-F238E27FC236}">
                <a16:creationId xmlns:a16="http://schemas.microsoft.com/office/drawing/2014/main" id="{67D19C2A-AF18-4BF9-BE61-2E4F3A525241}"/>
              </a:ext>
            </a:extLst>
          </p:cNvPr>
          <p:cNvSpPr>
            <a:spLocks xmlns:a="http://schemas.openxmlformats.org/drawingml/2006/main" noGrp="1"/>
          </p:cNvSpPr>
          <p:nvPr/>
        </p:nvSpPr>
        <p:spPr>
          <a:xfrm xmlns:a="http://schemas.openxmlformats.org/drawingml/2006/main">
            <a:off x="628650" y="35718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各clientは、自分のprivate dataから</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異なる局所適応挙動を獲得する</a:t>
            </a:r>
          </a:p>
        </p:txBody>
      </p:sp>
      <p:sp>
        <p:nvSpPr>
          <p:cNvPr id="15" name="">
            <a:extLst xmlns:a="http://schemas.openxmlformats.org/drawingml/2006/main">
              <a:ext uri="{FF2B5EF4-FFF2-40B4-BE49-F238E27FC236}">
                <a16:creationId xmlns:a16="http://schemas.microsoft.com/office/drawing/2014/main" id="{0AFBCD94-1117-4D14-BBEB-00D507A5B86D}"/>
              </a:ext>
            </a:extLst>
          </p:cNvPr>
          <p:cNvSpPr>
            <a:spLocks xmlns:a="http://schemas.openxmlformats.org/drawingml/2006/main" noGrp="1"/>
          </p:cNvSpPr>
          <p:nvPr/>
        </p:nvSpPr>
        <p:spPr>
          <a:xfrm xmlns:a="http://schemas.openxmlformats.org/drawingml/2006/main">
            <a:off x="552450" y="4343400"/>
            <a:ext cx="3467100" cy="876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42B3B1-C11A-48C1-A8D3-D76567438311}"/>
              </a:ext>
            </a:extLst>
          </p:cNvPr>
          <p:cNvSpPr>
            <a:spLocks xmlns:a="http://schemas.openxmlformats.org/drawingml/2006/main" noGrp="1"/>
          </p:cNvSpPr>
          <p:nvPr/>
        </p:nvSpPr>
        <p:spPr>
          <a:xfrm xmlns:a="http://schemas.openxmlformats.org/drawingml/2006/main">
            <a:off x="742950" y="4467225"/>
            <a:ext cx="308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目指す価値</a:t>
            </a:r>
          </a:p>
        </p:txBody>
      </p:sp>
      <p:sp>
        <p:nvSpPr>
          <p:cNvPr id="17" name="">
            <a:extLst xmlns:a="http://schemas.openxmlformats.org/drawingml/2006/main">
              <a:ext uri="{FF2B5EF4-FFF2-40B4-BE49-F238E27FC236}">
                <a16:creationId xmlns:a16="http://schemas.microsoft.com/office/drawing/2014/main" id="{492E67C0-DD65-4440-923B-8554469C2CAC}"/>
              </a:ext>
            </a:extLst>
          </p:cNvPr>
          <p:cNvSpPr>
            <a:spLocks xmlns:a="http://schemas.openxmlformats.org/drawingml/2006/main" noGrp="1"/>
          </p:cNvSpPr>
          <p:nvPr/>
        </p:nvSpPr>
        <p:spPr>
          <a:xfrm xmlns:a="http://schemas.openxmlformats.org/drawingml/2006/main">
            <a:off x="723900" y="4752975"/>
            <a:ext cx="312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各現場の経験を、共通taskの</a:t>
            </a:r>
          </a:p>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prediction quality改善に生かす</a:t>
            </a:r>
          </a:p>
        </p:txBody>
      </p:sp>
      <p:sp>
        <p:nvSpPr>
          <p:cNvPr id="18" name="">
            <a:extLst xmlns:a="http://schemas.openxmlformats.org/drawingml/2006/main">
              <a:ext uri="{FF2B5EF4-FFF2-40B4-BE49-F238E27FC236}">
                <a16:creationId xmlns:a16="http://schemas.microsoft.com/office/drawing/2014/main" id="{9DB47151-251E-418A-A464-C4715C75F783}"/>
              </a:ext>
            </a:extLst>
          </p:cNvPr>
          <p:cNvSpPr>
            <a:spLocks xmlns:a="http://schemas.openxmlformats.org/drawingml/2006/main" noGrp="1"/>
          </p:cNvSpPr>
          <p:nvPr/>
        </p:nvSpPr>
        <p:spPr>
          <a:xfrm xmlns:a="http://schemas.openxmlformats.org/drawingml/2006/main">
            <a:off x="42672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AEECF0-AFD6-47F3-B727-3D5CDF1AB479}"/>
              </a:ext>
            </a:extLst>
          </p:cNvPr>
          <p:cNvSpPr>
            <a:spLocks xmlns:a="http://schemas.openxmlformats.org/drawingml/2006/main" noGrp="1"/>
          </p:cNvSpPr>
          <p:nvPr/>
        </p:nvSpPr>
        <p:spPr>
          <a:xfrm xmlns:a="http://schemas.openxmlformats.org/drawingml/2006/main">
            <a:off x="4514850" y="1438275"/>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2　従来手法で残る接続問題</a:t>
            </a:r>
          </a:p>
        </p:txBody>
      </p:sp>
      <p:sp>
        <p:nvSpPr>
          <p:cNvPr id="20" name="">
            <a:extLst xmlns:a="http://schemas.openxmlformats.org/drawingml/2006/main">
              <a:ext uri="{FF2B5EF4-FFF2-40B4-BE49-F238E27FC236}">
                <a16:creationId xmlns:a16="http://schemas.microsoft.com/office/drawing/2014/main" id="{C8855F7D-A2D5-42EB-B629-D0F3D9148159}"/>
              </a:ext>
            </a:extLst>
          </p:cNvPr>
          <p:cNvSpPr>
            <a:spLocks xmlns:a="http://schemas.openxmlformats.org/drawingml/2006/main" noGrp="1"/>
          </p:cNvSpPr>
          <p:nvPr/>
        </p:nvSpPr>
        <p:spPr>
          <a:xfrm xmlns:a="http://schemas.openxmlformats.org/drawingml/2006/main">
            <a:off x="4648200" y="2028825"/>
            <a:ext cx="1285875" cy="4381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client surrogate</a:t>
            </a:r>
          </a:p>
        </p:txBody>
      </p:sp>
      <p:sp>
        <p:nvSpPr>
          <p:cNvPr id="21" name="">
            <a:extLst xmlns:a="http://schemas.openxmlformats.org/drawingml/2006/main">
              <a:ext uri="{FF2B5EF4-FFF2-40B4-BE49-F238E27FC236}">
                <a16:creationId xmlns:a16="http://schemas.microsoft.com/office/drawing/2014/main" id="{40D35764-E00F-4625-AA44-5E61FF0314DF}"/>
              </a:ext>
            </a:extLst>
          </p:cNvPr>
          <p:cNvSpPr>
            <a:spLocks xmlns:a="http://schemas.openxmlformats.org/drawingml/2006/main" noGrp="1"/>
          </p:cNvSpPr>
          <p:nvPr/>
        </p:nvSpPr>
        <p:spPr>
          <a:xfrm xmlns:a="http://schemas.openxmlformats.org/drawingml/2006/main">
            <a:off x="6096000" y="1943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FedAvg</a:t>
            </a:r>
          </a:p>
        </p:txBody>
      </p:sp>
      <p:sp>
        <p:nvSpPr>
          <p:cNvPr id="22" name="">
            <a:extLst xmlns:a="http://schemas.openxmlformats.org/drawingml/2006/main">
              <a:ext uri="{FF2B5EF4-FFF2-40B4-BE49-F238E27FC236}">
                <a16:creationId xmlns:a16="http://schemas.microsoft.com/office/drawing/2014/main" id="{12DAE030-FAD0-45EF-A81B-146094F3B70D}"/>
              </a:ext>
            </a:extLst>
          </p:cNvPr>
          <p:cNvSpPr>
            <a:spLocks xmlns:a="http://schemas.openxmlformats.org/drawingml/2006/main" noGrp="1"/>
          </p:cNvSpPr>
          <p:nvPr/>
        </p:nvSpPr>
        <p:spPr>
          <a:xfrm xmlns:a="http://schemas.openxmlformats.org/drawingml/2006/main">
            <a:off x="5905500" y="2238375"/>
            <a:ext cx="876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75FE503-B689-41CE-8B76-56E7EDEBF7BA}"/>
              </a:ext>
            </a:extLst>
          </p:cNvPr>
          <p:cNvSpPr>
            <a:spLocks xmlns:a="http://schemas.openxmlformats.org/drawingml/2006/main" noGrp="1"/>
          </p:cNvSpPr>
          <p:nvPr/>
        </p:nvSpPr>
        <p:spPr>
          <a:xfrm xmlns:a="http://schemas.openxmlformats.org/drawingml/2006/main">
            <a:off x="6886575" y="1971675"/>
            <a:ext cx="838200" cy="5524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global</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surrogate</a:t>
            </a:r>
          </a:p>
        </p:txBody>
      </p:sp>
      <p:sp>
        <p:nvSpPr>
          <p:cNvPr id="24" name="">
            <a:extLst xmlns:a="http://schemas.openxmlformats.org/drawingml/2006/main">
              <a:ext uri="{FF2B5EF4-FFF2-40B4-BE49-F238E27FC236}">
                <a16:creationId xmlns:a16="http://schemas.microsoft.com/office/drawing/2014/main" id="{AF5FD2E2-C7EE-407B-9177-0F049E25823A}"/>
              </a:ext>
            </a:extLst>
          </p:cNvPr>
          <p:cNvSpPr>
            <a:spLocks xmlns:a="http://schemas.openxmlformats.org/drawingml/2006/main" noGrp="1"/>
          </p:cNvSpPr>
          <p:nvPr/>
        </p:nvSpPr>
        <p:spPr>
          <a:xfrm xmlns:a="http://schemas.openxmlformats.org/drawingml/2006/main">
            <a:off x="5857875" y="27813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B94A3A"/>
                </a:solidFill>
                <a:latin typeface="Yu Gothic"/>
                <a:ea typeface="Yu Gothic"/>
                <a:cs typeface="Yu Gothic"/>
              </a:defRPr>
            </a:pPr>
            <a:r>
              <a:rPr sz="2850" b="1">
                <a:solidFill>
                  <a:srgbClr val="B94A3A"/>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8C57A90F-C9F0-477F-8862-0030E8342011}"/>
              </a:ext>
            </a:extLst>
          </p:cNvPr>
          <p:cNvSpPr>
            <a:spLocks xmlns:a="http://schemas.openxmlformats.org/drawingml/2006/main" noGrp="1"/>
          </p:cNvSpPr>
          <p:nvPr/>
        </p:nvSpPr>
        <p:spPr>
          <a:xfrm xmlns:a="http://schemas.openxmlformats.org/drawingml/2006/main">
            <a:off x="4657725" y="337185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異種のcloud foundationへ</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parameterをそのまま渡せない</a:t>
            </a:r>
          </a:p>
        </p:txBody>
      </p:sp>
      <p:sp>
        <p:nvSpPr>
          <p:cNvPr id="26" name="">
            <a:extLst xmlns:a="http://schemas.openxmlformats.org/drawingml/2006/main">
              <a:ext uri="{FF2B5EF4-FFF2-40B4-BE49-F238E27FC236}">
                <a16:creationId xmlns:a16="http://schemas.microsoft.com/office/drawing/2014/main" id="{1F1D8361-23B8-492F-A8EB-8352E384ED29}"/>
              </a:ext>
            </a:extLst>
          </p:cNvPr>
          <p:cNvSpPr>
            <a:spLocks xmlns:a="http://schemas.openxmlformats.org/drawingml/2006/main" noGrp="1"/>
          </p:cNvSpPr>
          <p:nvPr/>
        </p:nvSpPr>
        <p:spPr>
          <a:xfrm xmlns:a="http://schemas.openxmlformats.org/drawingml/2006/main">
            <a:off x="4619625" y="4248150"/>
            <a:ext cx="302895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181177E-2FC2-473E-A619-0C6CB9572F1D}"/>
              </a:ext>
            </a:extLst>
          </p:cNvPr>
          <p:cNvSpPr>
            <a:spLocks xmlns:a="http://schemas.openxmlformats.org/drawingml/2006/main" noGrp="1"/>
          </p:cNvSpPr>
          <p:nvPr/>
        </p:nvSpPr>
        <p:spPr>
          <a:xfrm xmlns:a="http://schemas.openxmlformats.org/drawingml/2006/main">
            <a:off x="4495800" y="4438650"/>
            <a:ext cx="3276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既存蒸留は共通・公開dataを使う例が多い</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今回は整合用dataを</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client／cloudで共有しない</a:t>
            </a:r>
          </a:p>
        </p:txBody>
      </p:sp>
      <p:sp>
        <p:nvSpPr>
          <p:cNvPr id="28" name="">
            <a:extLst xmlns:a="http://schemas.openxmlformats.org/drawingml/2006/main">
              <a:ext uri="{FF2B5EF4-FFF2-40B4-BE49-F238E27FC236}">
                <a16:creationId xmlns:a16="http://schemas.microsoft.com/office/drawing/2014/main" id="{B915FA33-892C-4D0A-88E1-6DF6A4779B9D}"/>
              </a:ext>
            </a:extLst>
          </p:cNvPr>
          <p:cNvSpPr>
            <a:spLocks xmlns:a="http://schemas.openxmlformats.org/drawingml/2006/main" noGrp="1"/>
          </p:cNvSpPr>
          <p:nvPr/>
        </p:nvSpPr>
        <p:spPr>
          <a:xfrm xmlns:a="http://schemas.openxmlformats.org/drawingml/2006/main">
            <a:off x="79248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80A5CDF-7DCD-4C7B-90B7-0C3804C2BE62}"/>
              </a:ext>
            </a:extLst>
          </p:cNvPr>
          <p:cNvSpPr>
            <a:spLocks xmlns:a="http://schemas.openxmlformats.org/drawingml/2006/main" noGrp="1"/>
          </p:cNvSpPr>
          <p:nvPr/>
        </p:nvSpPr>
        <p:spPr>
          <a:xfrm xmlns:a="http://schemas.openxmlformats.org/drawingml/2006/main">
            <a:off x="8153400" y="143827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3　FedPACTが担う接続</a:t>
            </a:r>
          </a:p>
        </p:txBody>
      </p:sp>
      <p:sp>
        <p:nvSpPr>
          <p:cNvPr id="30" name="">
            <a:extLst xmlns:a="http://schemas.openxmlformats.org/drawingml/2006/main">
              <a:ext uri="{FF2B5EF4-FFF2-40B4-BE49-F238E27FC236}">
                <a16:creationId xmlns:a16="http://schemas.microsoft.com/office/drawing/2014/main" id="{4AFE3270-31AD-4295-88E0-54ECF8B5B27C}"/>
              </a:ext>
            </a:extLst>
          </p:cNvPr>
          <p:cNvSpPr>
            <a:spLocks xmlns:a="http://schemas.openxmlformats.org/drawingml/2006/main" noGrp="1"/>
          </p:cNvSpPr>
          <p:nvPr/>
        </p:nvSpPr>
        <p:spPr>
          <a:xfrm xmlns:a="http://schemas.openxmlformats.org/drawingml/2006/main">
            <a:off x="8334375" y="1952625"/>
            <a:ext cx="3000375" cy="6096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局所適応後の予測と</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変化方向の要約</a:t>
            </a:r>
          </a:p>
        </p:txBody>
      </p:sp>
      <p:sp>
        <p:nvSpPr>
          <p:cNvPr id="31" name="">
            <a:extLst xmlns:a="http://schemas.openxmlformats.org/drawingml/2006/main">
              <a:ext uri="{FF2B5EF4-FFF2-40B4-BE49-F238E27FC236}">
                <a16:creationId xmlns:a16="http://schemas.microsoft.com/office/drawing/2014/main" id="{CE527D85-985E-4291-A9CF-A49E527D98E3}"/>
              </a:ext>
            </a:extLst>
          </p:cNvPr>
          <p:cNvSpPr>
            <a:spLocks xmlns:a="http://schemas.openxmlformats.org/drawingml/2006/main" noGrp="1"/>
          </p:cNvSpPr>
          <p:nvPr/>
        </p:nvSpPr>
        <p:spPr>
          <a:xfrm xmlns:a="http://schemas.openxmlformats.org/drawingml/2006/main">
            <a:off x="9801225" y="2562225"/>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3AFD629-02FD-4032-B310-0163F76D1010}"/>
              </a:ext>
            </a:extLst>
          </p:cNvPr>
          <p:cNvSpPr>
            <a:spLocks xmlns:a="http://schemas.openxmlformats.org/drawingml/2006/main" noGrp="1"/>
          </p:cNvSpPr>
          <p:nvPr/>
        </p:nvSpPr>
        <p:spPr>
          <a:xfrm xmlns:a="http://schemas.openxmlformats.org/drawingml/2006/main">
            <a:off x="8334375" y="2800350"/>
            <a:ext cx="3000375" cy="6477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 seed上で</a:t>
            </a:r>
          </a:p>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server-side proxyとして顕在化</a:t>
            </a:r>
          </a:p>
        </p:txBody>
      </p:sp>
      <p:sp>
        <p:nvSpPr>
          <p:cNvPr id="33" name="">
            <a:extLst xmlns:a="http://schemas.openxmlformats.org/drawingml/2006/main">
              <a:ext uri="{FF2B5EF4-FFF2-40B4-BE49-F238E27FC236}">
                <a16:creationId xmlns:a16="http://schemas.microsoft.com/office/drawing/2014/main" id="{6C8E7387-6D61-40D9-8FE8-AE99B07725E3}"/>
              </a:ext>
            </a:extLst>
          </p:cNvPr>
          <p:cNvSpPr>
            <a:spLocks xmlns:a="http://schemas.openxmlformats.org/drawingml/2006/main" noGrp="1"/>
          </p:cNvSpPr>
          <p:nvPr/>
        </p:nvSpPr>
        <p:spPr>
          <a:xfrm xmlns:a="http://schemas.openxmlformats.org/drawingml/2006/main">
            <a:off x="9801225" y="3448050"/>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89BE2D4-1267-4B37-9C31-2AA79822C2C0}"/>
              </a:ext>
            </a:extLst>
          </p:cNvPr>
          <p:cNvSpPr>
            <a:spLocks xmlns:a="http://schemas.openxmlformats.org/drawingml/2006/main" noGrp="1"/>
          </p:cNvSpPr>
          <p:nvPr/>
        </p:nvSpPr>
        <p:spPr>
          <a:xfrm xmlns:a="http://schemas.openxmlformats.org/drawingml/2006/main">
            <a:off x="8334375" y="3686175"/>
            <a:ext cx="3000375" cy="6477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異種foundationへ</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反映できるかを検証</a:t>
            </a:r>
          </a:p>
        </p:txBody>
      </p:sp>
      <p:sp>
        <p:nvSpPr>
          <p:cNvPr id="35" name="">
            <a:extLst xmlns:a="http://schemas.openxmlformats.org/drawingml/2006/main">
              <a:ext uri="{FF2B5EF4-FFF2-40B4-BE49-F238E27FC236}">
                <a16:creationId xmlns:a16="http://schemas.microsoft.com/office/drawing/2014/main" id="{44F8629D-CC1B-4D73-9612-290885A55764}"/>
              </a:ext>
            </a:extLst>
          </p:cNvPr>
          <p:cNvSpPr>
            <a:spLocks xmlns:a="http://schemas.openxmlformats.org/drawingml/2006/main" noGrp="1"/>
          </p:cNvSpPr>
          <p:nvPr/>
        </p:nvSpPr>
        <p:spPr>
          <a:xfrm xmlns:a="http://schemas.openxmlformats.org/drawingml/2006/main">
            <a:off x="8401050" y="4572000"/>
            <a:ext cx="2867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proxy-mediated transferが</a:t>
            </a:r>
          </a:p>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2つのモデルをつなぐ</a:t>
            </a:r>
          </a:p>
        </p:txBody>
      </p:sp>
      <p:sp>
        <p:nvSpPr>
          <p:cNvPr id="36" name="">
            <a:extLst xmlns:a="http://schemas.openxmlformats.org/drawingml/2006/main">
              <a:ext uri="{FF2B5EF4-FFF2-40B4-BE49-F238E27FC236}">
                <a16:creationId xmlns:a16="http://schemas.microsoft.com/office/drawing/2014/main" id="{20E31B9C-7F49-49D5-B40C-2E402381F4D0}"/>
              </a:ext>
            </a:extLst>
          </p:cNvPr>
          <p:cNvSpPr>
            <a:spLocks xmlns:a="http://schemas.openxmlformats.org/drawingml/2006/main" noGrp="1"/>
          </p:cNvSpPr>
          <p:nvPr/>
        </p:nvSpPr>
        <p:spPr>
          <a:xfrm xmlns:a="http://schemas.openxmlformats.org/drawingml/2006/main">
            <a:off x="552450" y="5562600"/>
            <a:ext cx="11087100" cy="657225"/>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E5CC02D-828C-4D7B-8668-1BD48B7BFFF4}"/>
              </a:ext>
            </a:extLst>
          </p:cNvPr>
          <p:cNvSpPr>
            <a:spLocks xmlns:a="http://schemas.openxmlformats.org/drawingml/2006/main" noGrp="1"/>
          </p:cNvSpPr>
          <p:nvPr/>
        </p:nvSpPr>
        <p:spPr>
          <a:xfrm xmlns:a="http://schemas.openxmlformats.org/drawingml/2006/main">
            <a:off x="781050" y="5743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対象：共通task上のtask-relevantな予測挙動　（private sampleの意味内容全体は対象外）</a:t>
            </a:r>
          </a:p>
        </p:txBody>
      </p:sp>
    </p:spTree>
    <p:extLst>
      <p:ext uri="{BB962C8B-B14F-4D97-AF65-F5344CB8AC3E}">
        <p14:creationId xmlns:p14="http://schemas.microsoft.com/office/powerpoint/2010/main" val="8157957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090CF9-EA15-4268-84C3-088A08F3BB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60ABFF-0B27-4E7F-BFE0-B4C66BB2D6C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60FBDE-492E-4656-B0C2-35B135AB5DF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A7669017-9C91-4A63-83BA-8825D294B58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2CDB9C33-AD00-4ECF-90F0-EEFDDC3CEB3C}"/>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F7AB0A-A836-456D-9FAE-CE27BE41EAD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989FAA5-2518-4945-B489-3A2B99839FF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d6600b2dfd84135"/>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91d787f3cac4421"/>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E0C57D5-C717-4494-BA3C-972A62AD03D5}"/>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74ED7C14-2675-44D9-9850-A9C5027CA8AE}"/>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1565100C-DB92-4493-BB4D-044D03ED95E6}"/>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96852334-86B7-4140-9A42-04976CBBF07F}"/>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0FCF67F8-ABF6-4C04-A19C-17EB68E22E89}"/>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D2A567-32BE-4A59-96CD-B8C94A305BA1}"/>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3196323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C1B3763-D43C-4527-8928-E19AC2AF22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A66D7B-26B6-412E-A7B6-0A51077B109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B6FCA2-1F78-4796-A9C0-498307798733}"/>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D97A7BDD-7D28-487A-AA8F-6EE7BB1BA96E}"/>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30352C59-86F3-40B5-B812-D7487C318A8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C7A7BD-6C49-4838-8233-BA0A4557456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EE4978B-EB3A-4BFE-B3CC-BFD400E96E7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E013BEAA-9F32-49E3-B95C-CA3A3A3E132A}"/>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C364D589-EA0A-47AB-84B6-43E7D944678F}"/>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139488-F43E-4F48-B06A-0586D106D017}"/>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6158B217-E5BD-4E1B-8056-581F0D5CBECD}"/>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2F7A0782-B157-41C9-B6B9-45926856216C}"/>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F1AEAE4B-90D2-4CC6-8573-DB1F269CBFA3}"/>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B29E296-1A94-43E9-8709-13B2D952D9FA}"/>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2194D95B-3A37-468E-9F80-E017A1FD2060}"/>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4F1F101C-6938-4227-B422-9416B4486DA6}"/>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CDE8DEA9-8BD6-437B-86CB-86F5DD7502DF}"/>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14037F5-6E82-481E-A3E8-2859F5231833}"/>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0F42027E-CF8C-47C4-B687-33A05DB9F43A}"/>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4A1F4E18-B7E0-4699-8883-3F10CC055535}"/>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076F3F-5795-40A1-ADF4-9270C602EAF3}"/>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733C7A4-BD6A-4C9A-B612-C19359689B52}"/>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475B5EA4-B092-4250-B9A0-01879D94EBAB}"/>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11927715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B7ECB6-B3C2-41D4-A2BF-EE306BF540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2118F0-9E2C-437F-B046-0D391617F63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CD0F50-7850-4A01-BE47-461A7CBB836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9D50FE78-5AD4-4398-B49E-41028CD5178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FF65A0D1-B637-4CEB-844B-630150A749C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C06B6B-937F-45A4-92FA-FFAC058E88C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54E7F83-E965-4C6D-9EED-C0E798D0BB7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C4B9090A-BA7F-42A0-85FE-0F4A6FDED3A2}"/>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ABAE1710-8AAA-423A-825F-2414108AC1E2}"/>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38AA7ACF-0EF9-44F4-B864-5DEE04A389CD}"/>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20677699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F29CFD-F2EC-40E5-BF24-6CBD13B14E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0AAF0C-D579-4A07-B063-4C77307DE19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31D6A2-A849-47BB-99E4-98822FA4E563}"/>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AAA2C9D3-DBDA-4B4E-B60D-660904B164E2}"/>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0BA100A9-5BFB-4F7D-816A-05408303549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84CF53-4B0F-430D-A1B0-EBA6076130D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6AE597D-24D6-47CC-B1F8-3B7C32C3AEC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E4813588-5929-4F7B-BB07-4B9EC63B5361}"/>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C9CA4E53-3A04-4307-8D34-7C3B3E9DD617}"/>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6B145C09-2258-4928-B2E2-67BC1EF9C564}"/>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392E37E0-D234-4E04-8CB4-9840AEF3AFD4}"/>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7AE2EA5E-CA0A-4E3F-8B42-94189BA1AF06}"/>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F3A70163-70EF-4AAD-B160-A1F0ABC80328}"/>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44F68C3B-4316-445D-859A-BBBFFB044185}"/>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6A6FEBFE-6463-4345-9755-D6C5ED0E43D9}"/>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47dd8ccc03b4955"/>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518058184024c9d"/>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FEAD6F42-8C80-4135-9640-74A761830F7C}"/>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fe4997008be403a"/>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966f02900e8430a"/>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1953004-1BAD-47A4-89E4-2A8F47E2D9BC}"/>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63F5DB9-FCDD-45DA-856E-8884E1445BA4}"/>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63706833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B1B941E-C617-441F-B83E-B5C5A970B5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776C3A-F7CE-4B5E-B10D-A1193FBA105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FE179F-4075-4E59-AA62-05C9EF42B57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DA10A4C6-9A8C-4068-8AC3-5D16B183A0F0}"/>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DD32BC47-D298-41D1-BC4A-530D2F825E1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FE8214-6D53-4046-8023-055E34CCC5FF}"/>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8F557FC-8210-44F9-9B98-535DA5B7591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117b1019c5843b9"/>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8da64a6a5bb45c9"/>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3b64878e4834709"/>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9e9f4ec4aeb4da9"/>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454A53A-9556-4489-B35D-18041A84C78D}"/>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77C8E5C0-0BE2-4D9E-B0A3-687BF3C1BCBB}"/>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9F2CF14F-F840-42E3-9BB4-8E05CD0FE640}"/>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AF746B16-9B5F-45C8-B5A0-479A0A09E6FA}"/>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16C334BC-EF8D-4744-9DF4-4488F06DDDEB}"/>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0259769A-2FB9-4F28-AF39-FCB351416F65}"/>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782CA8BE-741E-462F-A94D-AD134B5DA210}"/>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7B47DE38-38ED-419B-A4D3-1D0CED1F2E25}"/>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B6A23628-2013-407B-A368-6A913443B1A8}"/>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BC7C0203-1285-45A3-8A81-3E5225087FA0}"/>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721F1543-0325-450D-AEBA-11243C580FB6}"/>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068279A5-39D4-44AF-A5F1-6542555EDA59}"/>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EAA6608-009A-44AA-8F59-E9FE79B80683}"/>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27E8EFB8-A6D8-4A05-9C1C-0F2CB0427415}"/>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F05C8A0F-9837-4D07-B897-943B51FDB2EE}"/>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2FB8208B-F105-4992-BBA6-B391EDDE6F8E}"/>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4330453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30EDD07-7C4C-4DB0-BB42-AACCFFB1C4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EB2C99-22CA-49F6-9629-25D36863C6A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4AC5DF-5D2C-4413-AF91-2DD1A13FF3A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362005A9-E7A5-4D58-833B-617D32E421FE}"/>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90B6CCCA-72BB-456B-9488-FA8B45B8F23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2D3AE69-FE43-49BC-9E03-4BD28D57FDC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06AC2A4-C1DC-4EF7-859D-D22FE013B71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0078B839-6B6C-4BC6-AD43-57364AF606B0}"/>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5bb4d527b124286"/>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a0afc9aba114796"/>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3d3013bc0194968"/>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bdc58bbf2c34b7d"/>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EC03735-08EA-42D5-9197-D73649A00BEA}"/>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D604A41D-D636-41EC-B2D4-525C3F5BE980}"/>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318EC13F-973C-4543-8E4E-5C33C3959B84}"/>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0531C8BC-7746-43CB-A934-E86CC7EF5464}"/>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03956B35-67A4-4E7E-AD15-13A3895B7113}"/>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E1CB3A-DB15-423F-B7DA-8AA33FE78BD3}"/>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FEB3B49E-AFAB-4FD9-BC88-E1444F68854F}"/>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29AE13A5-5D3B-423C-90E7-BEAD8A31AFDA}"/>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AB2BAC58-437C-40BF-94CD-EC382A2E1F97}"/>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26949DD4-AABD-4AA2-A472-90C8C5DDA08D}"/>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A9E8191-11B0-4DA4-8D13-B65A9A39140E}"/>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B72AD55E-0670-4171-842E-7EDD077572A6}"/>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1BBC1DC3-90B4-47C0-8C3F-90C7DD289A7A}"/>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1927606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255BF2-870C-4CEC-A460-46DA35E6C6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5DC706-C17B-4D98-8A65-2DEF2F903C3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4DF4B3-76DA-494D-8F8C-7C9FC1D71A04}"/>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3BC2686F-259E-4FA2-A85A-5FEF7C0AEA5E}"/>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67C3564A-6A2E-4242-9FDD-3DE5AC0B0AC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12D0CA-6E85-496C-9E7B-A7426AB2B9A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EFD555C-884A-4EAF-8138-0471E8A8417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D21C6433-9ABB-44C5-83C6-3C25E4B47E65}"/>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DD2B55-9AD7-4ECA-BF78-8E9FAA230950}"/>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3338B9F0-9327-4FDC-A22F-52762FB9E1B9}"/>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10508724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5E5AD2-2320-4B68-87EC-F30C68E192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559174-5691-4CD6-916E-868F4B56245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310FCE-CE76-4A1E-9378-8AF63810C15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ADBC4408-8F13-45B7-94F9-FA97FD7E8A1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5495FD78-39F9-40E0-B4D0-72916328DE7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D86093-C37C-455C-8AE0-CF727FE0380F}"/>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31EEEFC-476B-49F5-97BC-03F6BEA9483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60C8EDA2-5C60-40C0-984E-13EB130F6F62}"/>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34006CB2-8C73-4CEA-9D81-C20DC04A74FE}"/>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DA3D17-A2C6-4CBB-9338-D041712EACFA}"/>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A6B87E27-AF0A-47BE-A987-028E3B58CEBD}"/>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435B5EB5-9EA2-4223-999F-EBE911043FA3}"/>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C25CA1D-FCAD-4E0C-9882-F9211B417807}"/>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A4EE6C17-A377-474E-B4FC-59E1DA79CEB0}"/>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97D14A16-B6A8-4CFD-B6CD-BD46BCB53D4F}"/>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7366712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C951A3E-6161-4F1E-8929-B8BAEB512A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C02196-E508-4CCD-83E8-FAEAF129659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FA6D68-A152-42EE-A5CB-68CBE30AE9B5}"/>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0D9D354D-F21F-46BB-BEB5-9DB9D89FF1D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7C407179-6952-407F-B88D-8A1C3F9C39C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650336-A220-4432-9C06-8AF9CAA92901}"/>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98D59B9-B133-476A-BA7A-B49CEE937F6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E4277EC4-3403-48E8-A91A-980288790D48}"/>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90951F18-EEEA-467D-AF52-6379E537A8D6}"/>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999D626C-6A0A-40D5-BE2D-CA0CEFADD2C8}"/>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C4F1F78A-CC6A-421D-A2D4-6A93E5B075CD}"/>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88EE07-165D-491E-8DCF-6F62120FA0D4}"/>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20A60A88-B3D2-402D-8BAD-B49A230D1532}"/>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814A5CD4-E76D-4B45-8A3E-CFCCE860245D}"/>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1C630639-2848-4BAC-A9AD-137A513AB145}"/>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7123BE4-0BE2-4C54-96F1-12D118B984BE}"/>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E0E38FC1-48E0-47A6-96D7-202220F95D7F}"/>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2901385C-3D95-4950-A322-A4BF4317F5AA}"/>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DF2AA7D3-94A2-4659-801B-E41E2E670ADA}"/>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C4E8100-31B4-42C5-9587-AE6EBC5E7152}"/>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2054760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2026-09-17T18:00:51.1810000Z</dcterms:created>
  <dcterms:modified xsi:type="dcterms:W3CDTF">2026-09-17T18:00:51.1810000Z</dcterms:modified>
</coreProperties>
</file>