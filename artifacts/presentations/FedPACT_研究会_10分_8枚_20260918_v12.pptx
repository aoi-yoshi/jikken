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3a18d890da4aa9" /><Relationship Type="http://schemas.openxmlformats.org/officeDocument/2006/relationships/extended-properties" Target="/docProps/app.xml" Id="Rb504afab05614a56" /><Relationship Type="http://schemas.openxmlformats.org/officeDocument/2006/relationships/officeDocument" Target="/ppt/presentation.xml" Id="Ref4e98f4e32c4165" /></Relationships>
</file>

<file path=ppt/presentation.xml><?xml version="1.0" encoding="utf-8"?>
<p:presentation xmlns:p="http://schemas.openxmlformats.org/presentationml/2006/main">
  <p:sldMasterIdLst>
    <p:sldMasterId xmlns:r="http://schemas.openxmlformats.org/officeDocument/2006/relationships" id="2147483648" r:id="R0e942d89c3b644b3"/>
  </p:sldMasterIdLst>
  <p:notesMasterIdLst>
    <p:notesMasterId xmlns:r="http://schemas.openxmlformats.org/officeDocument/2006/relationships" r:id="Rdfd56848747045d7"/>
  </p:notesMasterIdLst>
  <p:sldIdLst>
    <p:sldId xmlns:r="http://schemas.openxmlformats.org/officeDocument/2006/relationships" id="256" r:id="R979562c203c74623"/>
    <p:sldId xmlns:r="http://schemas.openxmlformats.org/officeDocument/2006/relationships" id="257" r:id="Rd900aaf5939640a1"/>
    <p:sldId xmlns:r="http://schemas.openxmlformats.org/officeDocument/2006/relationships" id="258" r:id="Re8c6ac4dfa2145b6"/>
    <p:sldId xmlns:r="http://schemas.openxmlformats.org/officeDocument/2006/relationships" id="259" r:id="R39eb59a34609432f"/>
    <p:sldId xmlns:r="http://schemas.openxmlformats.org/officeDocument/2006/relationships" id="260" r:id="R0d83b16832e647f1"/>
    <p:sldId xmlns:r="http://schemas.openxmlformats.org/officeDocument/2006/relationships" id="261" r:id="Rcca8fbadbddf4253"/>
    <p:sldId xmlns:r="http://schemas.openxmlformats.org/officeDocument/2006/relationships" id="262" r:id="R97871b9ccb104c15"/>
    <p:sldId xmlns:r="http://schemas.openxmlformats.org/officeDocument/2006/relationships" id="263" r:id="R07789e2cb2594e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a64759579e4e66" /><Relationship Type="http://schemas.openxmlformats.org/officeDocument/2006/relationships/slideMaster" Target="/ppt/slideMasters/slideMaster1.xml" Id="R0e942d89c3b644b3" /><Relationship Type="http://schemas.openxmlformats.org/officeDocument/2006/relationships/notesMaster" Target="/ppt/notesMasters/notesMaster1.xml" Id="Rdfd56848747045d7" /><Relationship Type="http://schemas.openxmlformats.org/officeDocument/2006/relationships/presProps" Target="/ppt/presProps.xml" Id="Rff435db54005457d" /><Relationship Type="http://schemas.openxmlformats.org/officeDocument/2006/relationships/tableStyles" Target="/ppt/tableStyles.xml" Id="Rd4815ff3fc2e4827" /><Relationship Type="http://schemas.openxmlformats.org/officeDocument/2006/relationships/slide" Target="/ppt/slides/slide1.xml" Id="R979562c203c74623" /><Relationship Type="http://schemas.openxmlformats.org/officeDocument/2006/relationships/slide" Target="/ppt/slides/slide2.xml" Id="Rd900aaf5939640a1" /><Relationship Type="http://schemas.openxmlformats.org/officeDocument/2006/relationships/slide" Target="/ppt/slides/slide3.xml" Id="Re8c6ac4dfa2145b6" /><Relationship Type="http://schemas.openxmlformats.org/officeDocument/2006/relationships/slide" Target="/ppt/slides/slide4.xml" Id="R39eb59a34609432f" /><Relationship Type="http://schemas.openxmlformats.org/officeDocument/2006/relationships/slide" Target="/ppt/slides/slide5.xml" Id="R0d83b16832e647f1" /><Relationship Type="http://schemas.openxmlformats.org/officeDocument/2006/relationships/slide" Target="/ppt/slides/slide6.xml" Id="Rcca8fbadbddf4253" /><Relationship Type="http://schemas.openxmlformats.org/officeDocument/2006/relationships/slide" Target="/ppt/slides/slide7.xml" Id="R97871b9ccb104c15" /><Relationship Type="http://schemas.openxmlformats.org/officeDocument/2006/relationships/slide" Target="/ppt/slides/slide8.xml" Id="R07789e2cb2594e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5d6af4c3bc48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4b3550d2f5481d" /><Relationship Type="http://schemas.openxmlformats.org/officeDocument/2006/relationships/notesMaster" Target="/ppt/notesMasters/notesMaster1.xml" Id="Rbee5e23af09a4b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f1518e7f0c41e3" /><Relationship Type="http://schemas.openxmlformats.org/officeDocument/2006/relationships/notesMaster" Target="/ppt/notesMasters/notesMaster1.xml" Id="R27912c46e02145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17bdbfebd54ca6" /><Relationship Type="http://schemas.openxmlformats.org/officeDocument/2006/relationships/notesMaster" Target="/ppt/notesMasters/notesMaster1.xml" Id="R2266217681314a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25756bffd74479" /><Relationship Type="http://schemas.openxmlformats.org/officeDocument/2006/relationships/notesMaster" Target="/ppt/notesMasters/notesMaster1.xml" Id="Rdfea630b741845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55ad9b1b624d3d" /><Relationship Type="http://schemas.openxmlformats.org/officeDocument/2006/relationships/notesMaster" Target="/ppt/notesMasters/notesMaster1.xml" Id="R69a66b5807db4b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2943b4b65a4918" /><Relationship Type="http://schemas.openxmlformats.org/officeDocument/2006/relationships/notesMaster" Target="/ppt/notesMasters/notesMaster1.xml" Id="R5ebbdd3db5734b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02722947a7479b" /><Relationship Type="http://schemas.openxmlformats.org/officeDocument/2006/relationships/notesMaster" Target="/ppt/notesMasters/notesMaster1.xml" Id="R70045d2efe0a4b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1b6e01f5764e8c" /><Relationship Type="http://schemas.openxmlformats.org/officeDocument/2006/relationships/notesMaster" Target="/ppt/notesMasters/notesMaster1.xml" Id="Rf47100bf659145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4:35–5:30】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5:30–6:50】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6:50–8:35】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8:35–10:00】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その後、中央側動画だけの場合、学習後の判定を使う場合、学習前後の変化も使う場合を同じ条件で比較します。評価には選択に使っていない動画を使用し、問題解消後に5ラウンドと異なる規模の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818489c0be43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37835a134b41b6" /><Relationship Type="http://schemas.openxmlformats.org/officeDocument/2006/relationships/slideLayout" Target="/ppt/slideLayouts/slideLayout1.xml" Id="Rffa281c9bf6945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a281c9bf6945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1ea3ae564e4e2e" /><Relationship Type="http://schemas.openxmlformats.org/officeDocument/2006/relationships/image" Target="/ppt/media/image.jpeg" Id="R12e04edecbed4879" /><Relationship Type="http://schemas.openxmlformats.org/officeDocument/2006/relationships/image" Target="/ppt/media/image2.jpeg" Id="R3505b8781afa4366" /><Relationship Type="http://schemas.openxmlformats.org/officeDocument/2006/relationships/notesSlide" Target="/ppt/notesSlides/notesSlide1.xml" Id="Raa37ecd4500249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e506c878f94be3" /><Relationship Type="http://schemas.openxmlformats.org/officeDocument/2006/relationships/image" Target="/ppt/media/image3.jpeg" Id="R79bda913b57746c1" /><Relationship Type="http://schemas.openxmlformats.org/officeDocument/2006/relationships/image" Target="/ppt/media/image4.jpeg" Id="R1df87778bff747e2" /><Relationship Type="http://schemas.openxmlformats.org/officeDocument/2006/relationships/image" Target="/ppt/media/image5.jpeg" Id="Rc0071e5ec1e84544" /><Relationship Type="http://schemas.openxmlformats.org/officeDocument/2006/relationships/image" Target="/ppt/media/image6.jpeg" Id="R9def87f31ea94fc7" /><Relationship Type="http://schemas.openxmlformats.org/officeDocument/2006/relationships/notesSlide" Target="/ppt/notesSlides/notesSlide2.xml" Id="Ra70c6d75fe8748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76d3b21c11465b" /><Relationship Type="http://schemas.openxmlformats.org/officeDocument/2006/relationships/image" Target="/ppt/media/image7.jpeg" Id="Rdbe93bca1a844f76" /><Relationship Type="http://schemas.openxmlformats.org/officeDocument/2006/relationships/image" Target="/ppt/media/image8.jpeg" Id="R3883ee27e9484ca9" /><Relationship Type="http://schemas.openxmlformats.org/officeDocument/2006/relationships/image" Target="/ppt/media/image9.jpeg" Id="R7a69ca6a93654966" /><Relationship Type="http://schemas.openxmlformats.org/officeDocument/2006/relationships/notesSlide" Target="/ppt/notesSlides/notesSlide3.xml" Id="R364f98b64a324b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2f6a4fe3454e05" /><Relationship Type="http://schemas.openxmlformats.org/officeDocument/2006/relationships/image" Target="/ppt/media/image10.jpeg" Id="R310fc3e5b8dd4b64" /><Relationship Type="http://schemas.openxmlformats.org/officeDocument/2006/relationships/image" Target="/ppt/media/image.png" Id="Rfbcb83efce5b49f0" /><Relationship Type="http://schemas.openxmlformats.org/officeDocument/2006/relationships/image" Target="/ppt/media/image2.png" Id="R9e5fd7e27e234368" /><Relationship Type="http://schemas.openxmlformats.org/officeDocument/2006/relationships/image" Target="/ppt/media/image3.png" Id="R6c494570c1854996" /><Relationship Type="http://schemas.openxmlformats.org/officeDocument/2006/relationships/image" Target="/ppt/media/image4.png" Id="Rbfa664c00ec540b9" /><Relationship Type="http://schemas.openxmlformats.org/officeDocument/2006/relationships/image" Target="/ppt/media/image5.png" Id="Rfc00500732ce492e" /><Relationship Type="http://schemas.openxmlformats.org/officeDocument/2006/relationships/notesSlide" Target="/ppt/notesSlides/notesSlide4.xml" Id="R2166885b68b04c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cf78a5f86946f0" /><Relationship Type="http://schemas.openxmlformats.org/officeDocument/2006/relationships/notesSlide" Target="/ppt/notesSlides/notesSlide5.xml" Id="Rdfdac838fcee4c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35a0cc07964078" /><Relationship Type="http://schemas.openxmlformats.org/officeDocument/2006/relationships/image" Target="/ppt/media/image6.png" Id="Ra5d176e31a3c4208" /><Relationship Type="http://schemas.openxmlformats.org/officeDocument/2006/relationships/image" Target="/ppt/media/image7.png" Id="R40478634ca01402f" /><Relationship Type="http://schemas.openxmlformats.org/officeDocument/2006/relationships/image" Target="/ppt/media/image8.png" Id="R8ee64b187bbd4264" /><Relationship Type="http://schemas.openxmlformats.org/officeDocument/2006/relationships/image" Target="/ppt/media/image9.png" Id="R771fdf82c33242c7" /><Relationship Type="http://schemas.openxmlformats.org/officeDocument/2006/relationships/notesSlide" Target="/ppt/notesSlides/notesSlide6.xml" Id="Rd21baf3ed11c42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7636d952ab4d87" /><Relationship Type="http://schemas.openxmlformats.org/officeDocument/2006/relationships/notesSlide" Target="/ppt/notesSlides/notesSlide7.xml" Id="R22db4c62825745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10fc5038a947b8" /><Relationship Type="http://schemas.openxmlformats.org/officeDocument/2006/relationships/notesSlide" Target="/ppt/notesSlides/notesSlide8.xml" Id="Rb2bea85829ef4a7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9DE5FD1-0E5C-45AF-B730-EDE41D974E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1E4894-2537-46B5-918E-61349DC2C2FF}"/>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DFBD59-C9CD-4613-9A28-A83A59105171}"/>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EF2C3EC1-E7F0-4A9E-AA75-4A00012EB80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77410AAF-C92B-4174-A53D-8B4ECC5E4BF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33C1ED-07B2-4BDC-91DB-743D124A221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7C2D84A-ACBA-4F4B-A021-AA85C7BE559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8</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12e04edecbed4879"/>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505b8781afa4366"/>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6DC3564-C77D-465F-B9A7-DE139BA0504F}"/>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D5BD8050-80EB-4520-9B4D-527498861962}"/>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EF2D742C-6B73-442A-B522-A14B07B3748F}"/>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1EFF3841-0217-4F08-9658-368CDE5DE249}"/>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285427F4-8297-4008-807F-457A503362D2}"/>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5A2F532A-33C5-459B-B00A-CE6345FDBDC5}"/>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39871C-E43B-4F0B-B0FB-F105A7A2CD2F}"/>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DCC136C5-03A3-4AA1-928A-0B3EF08B2CFB}"/>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A2DB4A1C-9142-45C7-81E0-686F619950A8}"/>
              </a:ext>
            </a:extLst>
          </p:cNvPr>
          <p:cNvSpPr>
            <a:spLocks xmlns:a="http://schemas.openxmlformats.org/drawingml/2006/main" noGrp="1"/>
          </p:cNvSpPr>
          <p:nvPr/>
        </p:nvSpPr>
        <p:spPr>
          <a:xfrm xmlns:a="http://schemas.openxmlformats.org/drawingml/2006/main">
            <a:off x="8020050" y="17907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3F2AC837-FDCE-484A-8531-784B39996747}"/>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BB9BFA1E-892B-4228-B3E2-B45ED7E24BDE}"/>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CF39800D-F0C5-42E3-A111-6660AC5F48EC}"/>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45FD5169-ECAC-46B3-BCA6-686BDDE57D41}"/>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63F691F-1FE5-497F-8D2B-FA70AAC4BFF9}"/>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BBCAABB6-8E08-4585-8790-D52CD42B3111}"/>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74322488-1F59-4DBC-B48F-972864B219A5}"/>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392C39A-856F-41A7-B47C-527624F84460}"/>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A08ABEC8-9D31-49A8-A7D8-CB43145A01D1}"/>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3CD832BC-AA1F-4F42-A083-E001445CD88B}"/>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B9765F2-0E9E-4541-A90B-6C4E479773AB}"/>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13E01C9-97EE-4ACD-9987-A277AAB8D1F6}"/>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932415AD-DAF1-43F7-9809-5FCAA21EED49}"/>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1D8672B8-80AB-4A06-AD1F-AC7156C69D12}"/>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8255A04-A839-4B2F-BCBC-D43E0799616D}"/>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11A5EF8-28DA-42A4-B86D-353B94428229}"/>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3630C525-EC3E-4C1F-9520-40CF2797ED2B}"/>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A46EBA10-0005-4665-97EA-D96B28E77AE8}"/>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6D14F97-B2F8-4794-BA20-907334A4D89B}"/>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7A6ED92-62E1-4B24-9C32-F2EB24829317}"/>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EB9F0D01-8105-4179-A2D0-F14E663E50DC}"/>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EA8AA0C8-C01E-4BF5-8A07-C668CD7A0982}"/>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11231854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97237CF-EC72-42D1-A1D1-E32DC43D5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A1A1FB-5B07-4862-BDBD-74BD479E228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A8D397-874A-4B34-A76C-5DE15B4D8267}"/>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26851EF9-4A3E-446C-B4D0-5B9D33F15F82}"/>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3BC0FCF9-B885-4A29-A14B-4941F070401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9563E0-70EE-43B0-BA83-A28DA37E425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00A4863-6A1D-41BA-81D5-874A19CE9CC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8</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9bda913b57746c1"/>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32ACAA6-14F1-4213-9284-80943E053ECD}"/>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df87778bff747e2"/>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04E67DA-AD15-4CDB-83F0-C380D038967A}"/>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c0071e5ec1e84544"/>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68A8FB8-A8EB-45AF-80E9-5B4628D831AE}"/>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def87f31ea94fc7"/>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979C710-3389-4440-B8E8-4C56867B5F5E}"/>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4FE53A7E-9087-42ED-B419-784D783C9A0E}"/>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BF5ACA07-233B-4D6D-BAAE-5607EFFF8EC8}"/>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q^{pre}</a:t>
            </a:r>
          </a:p>
        </p:txBody>
      </p:sp>
      <p:sp>
        <p:nvSpPr>
          <p:cNvPr id="18" name="">
            <a:extLst xmlns:a="http://schemas.openxmlformats.org/drawingml/2006/main">
              <a:ext uri="{FF2B5EF4-FFF2-40B4-BE49-F238E27FC236}">
                <a16:creationId xmlns:a16="http://schemas.microsoft.com/office/drawing/2014/main" id="{AB328AB9-8D74-446F-8F78-B4496B509628}"/>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676763A0-DCED-4F97-A764-100383A766E2}"/>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51796370-DDF4-40BB-9C49-02BA3DCA8B30}"/>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E79A9F2-7764-4ED2-864C-B065F33854A6}"/>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q^{post}</a:t>
            </a:r>
          </a:p>
        </p:txBody>
      </p:sp>
      <p:sp>
        <p:nvSpPr>
          <p:cNvPr id="22" name="">
            <a:extLst xmlns:a="http://schemas.openxmlformats.org/drawingml/2006/main">
              <a:ext uri="{FF2B5EF4-FFF2-40B4-BE49-F238E27FC236}">
                <a16:creationId xmlns:a16="http://schemas.microsoft.com/office/drawing/2014/main" id="{9EA1E5A1-7E15-40B8-AE73-8C228699B227}"/>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8DFAC74E-6E15-4B8E-91CF-3E179B0F7329}"/>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0924BF3E-D01F-4E6A-9987-FAC226DCC200}"/>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4247CB0-F97B-48B6-9C11-A46CC1E00E60}"/>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2CE4DFD8-1274-4ED6-A3F9-D8B7CBCA00A1}"/>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608A63C8-0462-4637-A799-4AB6F8943D44}"/>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C04FC982-7FAA-4F06-85FF-3CA3D604402F}"/>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FCBEBA9-E110-4A80-8D36-2F7741370947}"/>
              </a:ext>
            </a:extLst>
          </p:cNvPr>
          <p:cNvSpPr>
            <a:spLocks xmlns:a="http://schemas.openxmlformats.org/drawingml/2006/main" noGrp="1"/>
          </p:cNvSpPr>
          <p:nvPr/>
        </p:nvSpPr>
        <p:spPr>
          <a:xfrm xmlns:a="http://schemas.openxmlformats.org/drawingml/2006/main">
            <a:off x="952500" y="55721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5655"/>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ここで言えるのは『同じ入力に対する判定が危険側へ動いた』ことまで。正しい危険理由や性能向上はまだ分からない。</a:t>
            </a:r>
          </a:p>
        </p:txBody>
      </p:sp>
    </p:spTree>
    <p:extLst>
      <p:ext uri="{BB962C8B-B14F-4D97-AF65-F5344CB8AC3E}">
        <p14:creationId xmlns:p14="http://schemas.microsoft.com/office/powerpoint/2010/main" val="17130587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A5BE434-0854-4995-B680-4AF3CB3EF6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79A77E-D607-420F-B9C1-C58D9A76A10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81A9FC-EE35-4080-BB57-C3FBABB7080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D527A517-BF0D-48DE-9F81-90E7F6D1658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DE6A6131-8E13-436B-ADC1-CD6138862F0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1C7BCA-E72B-43FD-A7A2-E7782106F8E7}"/>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8431213-012A-452D-BBA5-8BD11FEA3B6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8</a:t>
            </a:r>
          </a:p>
        </p:txBody>
      </p:sp>
      <p:sp>
        <p:nvSpPr>
          <p:cNvPr id="8" name="">
            <a:extLst xmlns:a="http://schemas.openxmlformats.org/drawingml/2006/main">
              <a:ext uri="{FF2B5EF4-FFF2-40B4-BE49-F238E27FC236}">
                <a16:creationId xmlns:a16="http://schemas.microsoft.com/office/drawing/2014/main" id="{26E01A09-A2E5-4219-9798-B545F8ADE1FE}"/>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同じ現場側AIのrisk動画3本</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be93bca1a844f76"/>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AF0384B-54EF-4A8F-BFE6-BE58099017BB}"/>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risk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883ee27e9484ca9"/>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686597D-E02C-4A93-BAD5-E12CFE54A109}"/>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risk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a69ca6a93654966"/>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FBC4937-9A8B-481A-9EA2-7549A7CD33F5}"/>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risk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EAF7D62B-1A47-4B31-9912-686580934362}"/>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8CD15C3-D3DB-40CE-863F-6F9F2B63A31F}"/>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Q_{k,r}</a:t>
            </a:r>
          </a:p>
        </p:txBody>
      </p:sp>
      <p:sp>
        <p:nvSpPr>
          <p:cNvPr id="17" name="">
            <a:extLst xmlns:a="http://schemas.openxmlformats.org/drawingml/2006/main">
              <a:ext uri="{FF2B5EF4-FFF2-40B4-BE49-F238E27FC236}">
                <a16:creationId xmlns:a16="http://schemas.microsoft.com/office/drawing/2014/main" id="{DAFE60BB-B947-4D72-947D-6A1AF01E142F}"/>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μ^{post}_{k,r}</a:t>
            </a:r>
          </a:p>
        </p:txBody>
      </p:sp>
      <p:sp>
        <p:nvSpPr>
          <p:cNvPr id="18" name="">
            <a:extLst xmlns:a="http://schemas.openxmlformats.org/drawingml/2006/main">
              <a:ext uri="{FF2B5EF4-FFF2-40B4-BE49-F238E27FC236}">
                <a16:creationId xmlns:a16="http://schemas.microsoft.com/office/drawing/2014/main" id="{FFCE197E-F989-43BF-91A4-CFFB0DC31A95}"/>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19" name="">
            <a:extLst xmlns:a="http://schemas.openxmlformats.org/drawingml/2006/main">
              <a:ext uri="{FF2B5EF4-FFF2-40B4-BE49-F238E27FC236}">
                <a16:creationId xmlns:a16="http://schemas.microsoft.com/office/drawing/2014/main" id="{2D517F64-C8F5-42F0-B1CF-A0B8A773FE87}"/>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0" name="">
            <a:extLst xmlns:a="http://schemas.openxmlformats.org/drawingml/2006/main">
              <a:ext uri="{FF2B5EF4-FFF2-40B4-BE49-F238E27FC236}">
                <a16:creationId xmlns:a16="http://schemas.microsoft.com/office/drawing/2014/main" id="{66597B24-1476-4917-A9CD-DB14E4C38487}"/>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Δμ_{k,r}</a:t>
            </a:r>
          </a:p>
        </p:txBody>
      </p:sp>
      <p:sp>
        <p:nvSpPr>
          <p:cNvPr id="21" name="">
            <a:extLst xmlns:a="http://schemas.openxmlformats.org/drawingml/2006/main">
              <a:ext uri="{FF2B5EF4-FFF2-40B4-BE49-F238E27FC236}">
                <a16:creationId xmlns:a16="http://schemas.microsoft.com/office/drawing/2014/main" id="{10296231-6CA0-408D-A71E-3513DA5BEEFD}"/>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2" name="">
            <a:extLst xmlns:a="http://schemas.openxmlformats.org/drawingml/2006/main">
              <a:ext uri="{FF2B5EF4-FFF2-40B4-BE49-F238E27FC236}">
                <a16:creationId xmlns:a16="http://schemas.microsoft.com/office/drawing/2014/main" id="{F3267D74-A421-44FD-8A01-A3A4E50D12F4}"/>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3" name="">
            <a:extLst xmlns:a="http://schemas.openxmlformats.org/drawingml/2006/main">
              <a:ext uri="{FF2B5EF4-FFF2-40B4-BE49-F238E27FC236}">
                <a16:creationId xmlns:a16="http://schemas.microsoft.com/office/drawing/2014/main" id="{0E91B5D2-BB3B-4B3B-8269-F92CE5E99C5C}"/>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π_{k,r}=3　まとめた動画の本数</a:t>
            </a:r>
          </a:p>
        </p:txBody>
      </p:sp>
      <p:sp>
        <p:nvSpPr>
          <p:cNvPr id="24" name="">
            <a:extLst xmlns:a="http://schemas.openxmlformats.org/drawingml/2006/main">
              <a:ext uri="{FF2B5EF4-FFF2-40B4-BE49-F238E27FC236}">
                <a16:creationId xmlns:a16="http://schemas.microsoft.com/office/drawing/2014/main" id="{24547BCB-0032-4A99-A9A8-45417195760A}"/>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71D1B28-FF06-4106-AEB1-409A75AA5952}"/>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6" name="">
            <a:extLst xmlns:a="http://schemas.openxmlformats.org/drawingml/2006/main">
              <a:ext uri="{FF2B5EF4-FFF2-40B4-BE49-F238E27FC236}">
                <a16:creationId xmlns:a16="http://schemas.microsoft.com/office/drawing/2014/main" id="{93AC2831-CB6C-408B-80DE-81AB157E7324}"/>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27" name="">
            <a:extLst xmlns:a="http://schemas.openxmlformats.org/drawingml/2006/main">
              <a:ext uri="{FF2B5EF4-FFF2-40B4-BE49-F238E27FC236}">
                <a16:creationId xmlns:a16="http://schemas.microsoft.com/office/drawing/2014/main" id="{F6D1BA8F-35C4-4599-88B1-CD755872ADD2}"/>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Q_{k,r}=(μ^{post}_{k,r}, Δμ_{k,r}, π_{k,r})</a:t>
            </a:r>
          </a:p>
        </p:txBody>
      </p:sp>
      <p:sp>
        <p:nvSpPr>
          <p:cNvPr id="28" name="">
            <a:extLst xmlns:a="http://schemas.openxmlformats.org/drawingml/2006/main">
              <a:ext uri="{FF2B5EF4-FFF2-40B4-BE49-F238E27FC236}">
                <a16:creationId xmlns:a16="http://schemas.microsoft.com/office/drawing/2014/main" id="{F62D8743-D3EB-4E46-AABD-EE0838D94855}"/>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29" name="">
            <a:extLst xmlns:a="http://schemas.openxmlformats.org/drawingml/2006/main">
              <a:ext uri="{FF2B5EF4-FFF2-40B4-BE49-F238E27FC236}">
                <a16:creationId xmlns:a16="http://schemas.microsoft.com/office/drawing/2014/main" id="{69075AEF-FA82-44AD-A1AB-7A0D082D484C}"/>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0" name="">
            <a:extLst xmlns:a="http://schemas.openxmlformats.org/drawingml/2006/main">
              <a:ext uri="{FF2B5EF4-FFF2-40B4-BE49-F238E27FC236}">
                <a16:creationId xmlns:a16="http://schemas.microsoft.com/office/drawing/2014/main" id="{B7F49B67-6B37-4F92-90F5-ADB61E1C91D2}"/>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小型AIの更新は連合平均へ、Q_{k,r}は代理データ生成へ。Q_{k,r}自体は平均しない。</a:t>
            </a:r>
          </a:p>
        </p:txBody>
      </p:sp>
    </p:spTree>
    <p:extLst>
      <p:ext uri="{BB962C8B-B14F-4D97-AF65-F5344CB8AC3E}">
        <p14:creationId xmlns:p14="http://schemas.microsoft.com/office/powerpoint/2010/main" val="68642216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2CECE3E-F982-4EB1-B5A9-F75DBFAACB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3CA7D7-3445-4740-94E7-E649C6BD94D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E02EFB-C95E-4558-8849-D7A8D546A957}"/>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716FB9C3-3910-483B-BA2A-3089EDB433F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D054769A-D198-4D26-936C-3FFB0D4FE0C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0509B2-F97E-4DAA-BD45-861D2BDC84ED}"/>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06FD551-F3B6-4BAD-B5CE-BE9411D85A1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8</a:t>
            </a:r>
          </a:p>
        </p:txBody>
      </p:sp>
      <p:sp>
        <p:nvSpPr>
          <p:cNvPr id="8" name="">
            <a:extLst xmlns:a="http://schemas.openxmlformats.org/drawingml/2006/main">
              <a:ext uri="{FF2B5EF4-FFF2-40B4-BE49-F238E27FC236}">
                <a16:creationId xmlns:a16="http://schemas.microsoft.com/office/drawing/2014/main" id="{1B6F5D31-F9B4-46AC-B13E-09792138B47B}"/>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9F498C7B-3A4D-4002-8DEB-F09B19B9C8A6}"/>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Q_{k,r}</a:t>
            </a:r>
          </a:p>
        </p:txBody>
      </p:sp>
      <p:sp>
        <p:nvSpPr>
          <p:cNvPr id="10" name="">
            <a:extLst xmlns:a="http://schemas.openxmlformats.org/drawingml/2006/main">
              <a:ext uri="{FF2B5EF4-FFF2-40B4-BE49-F238E27FC236}">
                <a16:creationId xmlns:a16="http://schemas.microsoft.com/office/drawing/2014/main" id="{F04C0C19-D8F6-4100-B4FD-6C9F221E11A9}"/>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risk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9FFB8BD7-80DC-4AAA-AAF8-FE7F8A985018}"/>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EB2783-A995-4775-8EE3-EAE248DE99C2}"/>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FD711589-07DD-484F-86B4-E3786A86BFE8}"/>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310fc3e5b8dd4b64"/>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FAB8430-6F23-432D-AFD9-5DC5EAA9C84A}"/>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676CBC50-E910-47B9-9478-4A9D40B6E110}"/>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3EC1493-FBB8-47E2-B536-054FDA8783D5}"/>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BD9FF9A4-AC0F-40EC-B90D-5C01A4D1C854}"/>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fbcb83efce5b49f0"/>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25DDC70-D0C3-471D-8292-910DE00D5959}"/>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3063A549-FE1F-45CA-925D-5BFB2F3AC797}"/>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e5fd7e27e234368"/>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167C6A61-B179-4A18-9198-25419A6205EB}"/>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6c494570c1854996"/>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BCE1389E-BFDE-488A-A204-A90136B5DE6F}"/>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bfa664c00ec540b9"/>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F561707C-CEB6-429A-8819-00FA3D55D504}"/>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fc00500732ce492e"/>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9DD5E4F0-8FA4-44B7-8153-7C24C048FC77}"/>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87C99150-04D2-4C62-86E1-6F5C4CC82C0F}"/>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65D400B-48F9-4761-85AE-1E654B6A0CD6}"/>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715B38FF-AEA9-4C24-A6C8-28853A953B53}"/>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BBED571C-6198-4564-9340-1629B35CDBC0}"/>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02E74551-467A-4BF3-A29A-1E9F21B8D22A}"/>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C3C8529-90FE-4C94-92CB-4E8859268130}"/>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P_{k,r}=(x̃_{k,r}, μ^{post}_{k,r})</a:t>
            </a:r>
          </a:p>
        </p:txBody>
      </p:sp>
      <p:sp>
        <p:nvSpPr>
          <p:cNvPr id="36" name="">
            <a:extLst xmlns:a="http://schemas.openxmlformats.org/drawingml/2006/main">
              <a:ext uri="{FF2B5EF4-FFF2-40B4-BE49-F238E27FC236}">
                <a16:creationId xmlns:a16="http://schemas.microsoft.com/office/drawing/2014/main" id="{40FB4200-C446-4F87-A69D-221ABAA1ECB9}"/>
              </a:ext>
            </a:extLst>
          </p:cNvPr>
          <p:cNvSpPr>
            <a:spLocks xmlns:a="http://schemas.openxmlformats.org/drawingml/2006/main" noGrp="1"/>
          </p:cNvSpPr>
          <p:nvPr/>
        </p:nvSpPr>
        <p:spPr>
          <a:xfrm xmlns:a="http://schemas.openxmlformats.org/drawingml/2006/main">
            <a:off x="1047750" y="56102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変化量は候補選択に使い、中央側AIへ渡す教師値は学習後の判定 0.724</a:t>
            </a:r>
          </a:p>
        </p:txBody>
      </p:sp>
    </p:spTree>
    <p:extLst>
      <p:ext uri="{BB962C8B-B14F-4D97-AF65-F5344CB8AC3E}">
        <p14:creationId xmlns:p14="http://schemas.microsoft.com/office/powerpoint/2010/main" val="6164983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18E618A-1981-4CF8-AC95-04529A613A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3EAD89-3CD1-4B3F-8183-F9370BFC50B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02D25A-37BF-4E53-8152-2958EF4AB26E}"/>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8B5ECCE2-5AA7-4CEF-9DC2-3AF25CA5E87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045A87D9-5A67-4A17-9CC8-FDB24C2C377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E579ED-F4A5-4FC1-9B33-F3CF88DEB584}"/>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39ECC21-98CA-48F8-B652-80A13BF5323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8</a:t>
            </a:r>
          </a:p>
        </p:txBody>
      </p:sp>
      <p:sp>
        <p:nvSpPr>
          <p:cNvPr id="8" name="">
            <a:extLst xmlns:a="http://schemas.openxmlformats.org/drawingml/2006/main">
              <a:ext uri="{FF2B5EF4-FFF2-40B4-BE49-F238E27FC236}">
                <a16:creationId xmlns:a16="http://schemas.microsoft.com/office/drawing/2014/main" id="{06B8E2F9-2D41-4549-B615-2D6711B636D3}"/>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E13C4FC0-FCB0-4287-A169-42E1C76E4E85}"/>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348E9D6C-3419-4545-8631-FD37C8A990BB}"/>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EB6E0413-9632-4E90-82A8-EDD1FEEC5379}"/>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Q_{k,r}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C3E32FE3-F924-4440-8DE5-FD54D6B29D25}"/>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5A388A0E-0E46-45A9-8612-59233F89DF68}"/>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B9FEF291-D82D-4603-A382-5671758DC753}"/>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C23CD2-96C2-4FE0-8013-2A29DC6BFFF9}"/>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CA285FB2-E332-45A0-B44A-616243A24CC9}"/>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4994DB-5366-4C9E-BD25-3AFD2325A37E}"/>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3ABF15B4-88A9-4F17-A5B4-548683E473E0}"/>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E985FA0-FCF9-4D2D-A3B1-D067A12B02F4}"/>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DD483966-1775-42F2-A3BC-7D9890C342F9}"/>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171806945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A77601B-4ED1-4EB4-8C0C-769012F90B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D604B3-2BF3-4E54-B401-099225B2B39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634FC8-6084-4D4D-91F0-833499C9951C}"/>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学習後の判定は一致したが、変化量は再現できなかった</a:t>
            </a:r>
          </a:p>
        </p:txBody>
      </p:sp>
      <p:sp>
        <p:nvSpPr>
          <p:cNvPr id="4" name="">
            <a:extLst xmlns:a="http://schemas.openxmlformats.org/drawingml/2006/main">
              <a:ext uri="{FF2B5EF4-FFF2-40B4-BE49-F238E27FC236}">
                <a16:creationId xmlns:a16="http://schemas.microsoft.com/office/drawing/2014/main" id="{AE672DFF-5CB9-4CB9-98D9-C420D78845B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41F37447-050F-44BD-BD38-5172CA3F866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2F4230-16BF-44FE-A468-7D60A50D23BE}"/>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8B1656D-279B-46B5-AD9E-1AB19FF94893}"/>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8</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5d176e31a3c4208"/>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0478634ca01402f"/>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ee64b187bbd4264"/>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71fdf82c33242c7"/>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4DDBFA9-2F57-4F52-BFFC-4717BBD4F690}"/>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選ばれた中央側動画：正解ラベルは通常、変換なし</a:t>
            </a:r>
          </a:p>
        </p:txBody>
      </p:sp>
      <p:sp>
        <p:nvSpPr>
          <p:cNvPr id="13" name="">
            <a:extLst xmlns:a="http://schemas.openxmlformats.org/drawingml/2006/main">
              <a:ext uri="{FF2B5EF4-FFF2-40B4-BE49-F238E27FC236}">
                <a16:creationId xmlns:a16="http://schemas.microsoft.com/office/drawing/2014/main" id="{9CC73FBE-C6E0-4BA7-9CCE-3E4EDF49FF12}"/>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A37B557D-39C1-4CF4-87ED-B8770DF1B59B}"/>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5C0050E5-730F-4673-8911-3B1B65266E85}"/>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F2F3CF05-E047-4903-99A4-A5F35839625E}"/>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8A154B2C-6251-4AE9-8D0B-1621BB5D7633}"/>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6FE9A766-8A65-4326-84A8-2E6EB250F47D}"/>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772DDD25-4A60-4CD4-8F9F-F8CB48E0D860}"/>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3BC111A-805E-4095-837E-BFE10975F7BD}"/>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5304A938-D700-4B5E-AEA7-0AAD4A63846D}"/>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C9FA7679-CB4D-4580-8A7C-AE0272616599}"/>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A406C602-DA82-4A5B-9ACB-043AEE58A8B2}"/>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1FB7801C-870B-4C18-B498-29374B1AA020}"/>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B06B3C95-B0DC-4208-AD79-386A097297BB}"/>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F465D0F6-10AF-4442-8072-AA3858EEDFFA}"/>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497F549B-5FBA-4CCE-AC0E-6F0A5883707E}"/>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5D2E3ED-38E7-43A9-9065-51D81CDDF5BF}"/>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Tree>
    <p:extLst>
      <p:ext uri="{BB962C8B-B14F-4D97-AF65-F5344CB8AC3E}">
        <p14:creationId xmlns:p14="http://schemas.microsoft.com/office/powerpoint/2010/main" val="13003323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6DA592-C936-4904-A4DC-FF282CA18A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1574B-3998-47D9-BF94-09E3D738AF6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A842BE-BD1C-46DE-9315-A5AEBD63BA1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68875B5D-31BA-4061-858D-D92201C6FC9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73735CAB-C141-4924-9DE3-1C8BAD0B2D7C}"/>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DD0031-34FA-439D-BEB1-BE950A29E96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ED8C88C-7A2E-40D2-97D9-68DC18AF048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8</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381250"/>
                <a:gridCol w="2000250"/>
                <a:gridCol w="2381250"/>
                <a:gridCol w="3095625"/>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小型AIの状態</a:t>
                      </a:r>
                    </a:p>
                  </a:txBody>
                  <a:tcPr marL="91440" marR="91440" marT="45720" marB="45720"/>
                </a:tc>
                <a:tc>
                  <a:txBody>
                    <a:bodyPr/>
                    <a:lstStyle/>
                    <a:p>
                      <a:r>
                        <a:rPr sz="1150" b="1">
                          <a:solidFill>
                            <a:srgbClr val="173B4B"/>
                          </a:solidFill>
                          <a:latin typeface="Yu Gothic"/>
                          <a:ea typeface="Yu Gothic"/>
                          <a:cs typeface="Yu Gothic"/>
                        </a:rPr>
                        <a:t>2台の更新量</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同じ4組に対する中央側AIのずれ</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M_G^0 から M_G^1</a:t>
                      </a:r>
                    </a:p>
                  </a:txBody>
                  <a:tcPr marL="91440" marR="91440" marT="45720" marB="45720"/>
                </a:tc>
                <a:tc>
                  <a:txBody>
                    <a:bodyPr/>
                    <a:lstStyle/>
                    <a:p>
                      <a:r>
                        <a:rPr sz="1400" b="0">
                          <a:solidFill>
                            <a:srgbClr val="26373D"/>
                          </a:solidFill>
                          <a:latin typeface="Yu Gothic"/>
                          <a:ea typeface="Yu Gothic"/>
                          <a:cs typeface="Yu Gothic"/>
                        </a:rPr>
                        <a:t>0.346 / 0.292</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M_G^1 から M_G^2</a:t>
                      </a:r>
                    </a:p>
                  </a:txBody>
                  <a:tcPr marL="91440" marR="91440" marT="45720" marB="45720"/>
                </a:tc>
                <a:tc>
                  <a:txBody>
                    <a:bodyPr/>
                    <a:lstStyle/>
                    <a:p>
                      <a:r>
                        <a:rPr sz="1400" b="0">
                          <a:solidFill>
                            <a:srgbClr val="26373D"/>
                          </a:solidFill>
                          <a:latin typeface="Yu Gothic"/>
                          <a:ea typeface="Yu Gothic"/>
                          <a:cs typeface="Yu Gothic"/>
                        </a:rPr>
                        <a:t>0.323 / 0.280</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M_G^2 から M_G^3</a:t>
                      </a:r>
                    </a:p>
                  </a:txBody>
                  <a:tcPr marL="91440" marR="91440" marT="45720" marB="45720"/>
                </a:tc>
                <a:tc>
                  <a:txBody>
                    <a:bodyPr/>
                    <a:lstStyle/>
                    <a:p>
                      <a:r>
                        <a:rPr sz="1400" b="0">
                          <a:solidFill>
                            <a:srgbClr val="26373D"/>
                          </a:solidFill>
                          <a:latin typeface="Yu Gothic"/>
                          <a:ea typeface="Yu Gothic"/>
                          <a:cs typeface="Yu Gothic"/>
                        </a:rPr>
                        <a:t>0.320 / 0.280</a:t>
                      </a:r>
                    </a:p>
                  </a:txBody>
                  <a:tcPr marL="91440" marR="91440" marT="45720" marB="45720"/>
                </a:tc>
                <a:tc>
                  <a:txBody>
                    <a:bodyPr/>
                    <a:lstStyle/>
                    <a:p>
                      <a:r>
                        <a:rPr sz="140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D8A51B62-06B7-4182-BA9D-6D9C8B76A313}"/>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FA76D49B-A697-45BA-AA6A-69A681BDCAD5}"/>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6D0E08-19E5-4BB4-8246-E014325867E7}"/>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A1228C38-A4B6-4A4B-A940-9BE52E942940}"/>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14E6D479-A8EE-44D1-AE55-3BAF17B5364B}"/>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7FD589E-B60F-42C3-8D9C-D9A7D4D67153}"/>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62E07D11-1896-4C73-B4A9-7EC2129C09ED}"/>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0618970B-56E6-41DA-ABA4-BA4509B29C46}"/>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20421364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5866A57-266D-4FE0-BCCC-FA25F53783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CB3188-D298-47EB-B49D-8FF9DE9FFCA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6E0C5D-DD31-4793-BD73-2B35669BEC12}"/>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339F1130-4081-4F32-88A4-47C8EEF92B59}"/>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2A0065B5-D610-484F-BB90-1D54925A1A7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E8E0E7-7619-4A70-933D-5E642AA5F89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140971B-38C2-40B4-89DB-2432936254C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8</a:t>
            </a:r>
          </a:p>
        </p:txBody>
      </p:sp>
      <p:sp>
        <p:nvSpPr>
          <p:cNvPr id="8" name="">
            <a:extLst xmlns:a="http://schemas.openxmlformats.org/drawingml/2006/main">
              <a:ext uri="{FF2B5EF4-FFF2-40B4-BE49-F238E27FC236}">
                <a16:creationId xmlns:a16="http://schemas.microsoft.com/office/drawing/2014/main" id="{00BD192B-BF5E-4599-9DE9-7BE19F47C4E3}"/>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A9F41FED-7B13-434C-807C-404737A69822}"/>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・代表動画から Q_{k,r} を作り、代理データと対応付けた</a:t>
            </a:r>
          </a:p>
          <a:p xmlns:a="http://schemas.openxmlformats.org/drawingml/2006/main">
            <a:pPr algn="l">
              <a:lnSpc>
                <a:spcPct val="114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・3層を接続し、中央側AIの更新まで実行した</a:t>
            </a:r>
          </a:p>
          <a:p xmlns:a="http://schemas.openxmlformats.org/drawingml/2006/main">
            <a:pPr algn="l">
              <a:lnSpc>
                <a:spcPct val="114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・3ラウンドの状態をログから追跡できた</a:t>
            </a:r>
          </a:p>
        </p:txBody>
      </p:sp>
      <p:sp>
        <p:nvSpPr>
          <p:cNvPr id="10" name="">
            <a:extLst xmlns:a="http://schemas.openxmlformats.org/drawingml/2006/main">
              <a:ext uri="{FF2B5EF4-FFF2-40B4-BE49-F238E27FC236}">
                <a16:creationId xmlns:a16="http://schemas.microsoft.com/office/drawing/2014/main" id="{5F7CD874-5C6B-443B-B23F-C639DDF5C9BB}"/>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B19844-E68B-41CB-A8BE-9F8B29A2363E}"/>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28648848-6B91-447B-B40A-9622BD079C9D}"/>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・形式的な安全性の保証</a:t>
            </a:r>
          </a:p>
        </p:txBody>
      </p:sp>
      <p:sp>
        <p:nvSpPr>
          <p:cNvPr id="13" name="">
            <a:extLst xmlns:a="http://schemas.openxmlformats.org/drawingml/2006/main">
              <a:ext uri="{FF2B5EF4-FFF2-40B4-BE49-F238E27FC236}">
                <a16:creationId xmlns:a16="http://schemas.microsoft.com/office/drawing/2014/main" id="{D53F5881-3F6E-4F6C-A091-D7AB2519B6DB}"/>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744880-1A6A-4BF7-8EAB-1A0FA573BC40}"/>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7399EBAD-58FC-4D55-A15E-30342D044F60}"/>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F6FD6F2-58CE-498E-AB70-3181C345C835}"/>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7688BE2F-6CCA-4895-8146-D02228E75568}"/>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DD04D2A0-DA7F-4C44-9376-F6D95EF3A9C6}"/>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81B729A8-F9A8-47C1-B35B-E0572E80A402}"/>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95CD937-D3D9-4E88-ACBC-8ABFDA67D71F}"/>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8FBA8F53-DEB3-4DDC-9282-B49A20C5B234}"/>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第2層の条件を比較</a:t>
            </a:r>
          </a:p>
        </p:txBody>
      </p:sp>
      <p:sp>
        <p:nvSpPr>
          <p:cNvPr id="22" name="">
            <a:extLst xmlns:a="http://schemas.openxmlformats.org/drawingml/2006/main">
              <a:ext uri="{FF2B5EF4-FFF2-40B4-BE49-F238E27FC236}">
                <a16:creationId xmlns:a16="http://schemas.microsoft.com/office/drawing/2014/main" id="{5FBE5E3B-5441-40EB-9865-2D1FB6158E7B}"/>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中央側動画だけ、学習後の判定、学習前後の変化を同じ条件で比較</a:t>
            </a:r>
          </a:p>
        </p:txBody>
      </p:sp>
      <p:sp>
        <p:nvSpPr>
          <p:cNvPr id="23" name="">
            <a:extLst xmlns:a="http://schemas.openxmlformats.org/drawingml/2006/main">
              <a:ext uri="{FF2B5EF4-FFF2-40B4-BE49-F238E27FC236}">
                <a16:creationId xmlns:a16="http://schemas.microsoft.com/office/drawing/2014/main" id="{BA57AC8B-8934-41E7-A7B4-7DB6051F4167}"/>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9DC50B9-1044-46E9-8595-5EEE11782CF5}"/>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55301A8F-3C3C-48AB-A769-235B3BA9AC25}"/>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独立した動画で評価</a:t>
            </a:r>
          </a:p>
        </p:txBody>
      </p:sp>
      <p:sp>
        <p:nvSpPr>
          <p:cNvPr id="26" name="">
            <a:extLst xmlns:a="http://schemas.openxmlformats.org/drawingml/2006/main">
              <a:ext uri="{FF2B5EF4-FFF2-40B4-BE49-F238E27FC236}">
                <a16:creationId xmlns:a16="http://schemas.microsoft.com/office/drawing/2014/main" id="{5F35410A-E5F5-4063-A7AA-1361BE59F618}"/>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選択に使っていない動画で確認後、5ラウンドと異なる規模のAIへ進む</a:t>
            </a:r>
          </a:p>
        </p:txBody>
      </p:sp>
      <p:sp>
        <p:nvSpPr>
          <p:cNvPr id="27" name="">
            <a:extLst xmlns:a="http://schemas.openxmlformats.org/drawingml/2006/main">
              <a:ext uri="{FF2B5EF4-FFF2-40B4-BE49-F238E27FC236}">
                <a16:creationId xmlns:a16="http://schemas.microsoft.com/office/drawing/2014/main" id="{429B2933-CAAC-4968-9C3F-1FD850C46DC9}"/>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0161E09-AA72-44EB-8D48-0F6AF3AD17E0}"/>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Tree>
    <p:extLst>
      <p:ext uri="{BB962C8B-B14F-4D97-AF65-F5344CB8AC3E}">
        <p14:creationId xmlns:p14="http://schemas.microsoft.com/office/powerpoint/2010/main" val="19254997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2026-09-17T18:43:34.0140000Z</dcterms:created>
  <dcterms:modified xsi:type="dcterms:W3CDTF">2026-09-17T18:43:34.0140000Z</dcterms:modified>
</coreProperties>
</file>