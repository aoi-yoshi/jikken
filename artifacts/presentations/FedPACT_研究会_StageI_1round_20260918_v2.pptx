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6d938529647bf" /><Relationship Type="http://schemas.openxmlformats.org/officeDocument/2006/relationships/extended-properties" Target="/docProps/app.xml" Id="R3cc1616a67444706" /><Relationship Type="http://schemas.openxmlformats.org/officeDocument/2006/relationships/officeDocument" Target="/ppt/presentation.xml" Id="Ra03afb1eb3ba48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8befd111b2475e"/>
  </p:sldMasterIdLst>
  <p:notesMasterIdLst>
    <p:notesMasterId xmlns:r="http://schemas.openxmlformats.org/officeDocument/2006/relationships" r:id="Rc339a002c813496d"/>
  </p:notesMasterIdLst>
  <p:sldIdLst>
    <p:sldId xmlns:r="http://schemas.openxmlformats.org/officeDocument/2006/relationships" id="256" r:id="R21576b6f119d456c"/>
    <p:sldId xmlns:r="http://schemas.openxmlformats.org/officeDocument/2006/relationships" id="257" r:id="R483ab70cf95c4451"/>
    <p:sldId xmlns:r="http://schemas.openxmlformats.org/officeDocument/2006/relationships" id="258" r:id="Rcd86bd7be3e0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93c1c101e4269" /><Relationship Type="http://schemas.openxmlformats.org/officeDocument/2006/relationships/slideMaster" Target="/ppt/slideMasters/slideMaster1.xml" Id="R328befd111b2475e" /><Relationship Type="http://schemas.openxmlformats.org/officeDocument/2006/relationships/notesMaster" Target="/ppt/notesMasters/notesMaster1.xml" Id="Rc339a002c813496d" /><Relationship Type="http://schemas.openxmlformats.org/officeDocument/2006/relationships/presProps" Target="/ppt/presProps.xml" Id="R06c4a3f0df2b41a6" /><Relationship Type="http://schemas.openxmlformats.org/officeDocument/2006/relationships/tableStyles" Target="/ppt/tableStyles.xml" Id="Rd4f9b6c161444aff" /><Relationship Type="http://schemas.openxmlformats.org/officeDocument/2006/relationships/slide" Target="/ppt/slides/slide1.xml" Id="R21576b6f119d456c" /><Relationship Type="http://schemas.openxmlformats.org/officeDocument/2006/relationships/slide" Target="/ppt/slides/slide2.xml" Id="R483ab70cf95c4451" /><Relationship Type="http://schemas.openxmlformats.org/officeDocument/2006/relationships/slide" Target="/ppt/slides/slide3.xml" Id="Rcd86bd7be3e0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817d8e7256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da7a300bd45a8" /><Relationship Type="http://schemas.openxmlformats.org/officeDocument/2006/relationships/notesMaster" Target="/ppt/notesMasters/notesMaster1.xml" Id="Re2c6bd30c2e04c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64b919c274a1b" /><Relationship Type="http://schemas.openxmlformats.org/officeDocument/2006/relationships/notesMaster" Target="/ppt/notesMasters/notesMaster1.xml" Id="Rb469d0b1b8f0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ed5c2998584dcb" /><Relationship Type="http://schemas.openxmlformats.org/officeDocument/2006/relationships/notesMaster" Target="/ppt/notesMasters/notesMaster1.xml" Id="R951af5750a2c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artifacts/runs/fedpact_stage1/p1d_layer1_20260917_01/client_local/client-0/private_trace.json</a:t>
            </a:r>
          </a:p>
          <a:p xmlns:a="http://schemas.openxmlformats.org/drawingml/2006/main">
            <a:r>
              <a:t>Source images: artifacts/datasets/fedpact_stage1/manifest_paired_alert_quartiles.jsonl</a:t>
            </a:r>
          </a:p>
          <a:p xmlns:a="http://schemas.openxmlformats.org/drawingml/2006/main">
            <a:r>
              <a:t>This slide is a Stage I diagnostic example, not a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selected seed ID is server-side trace information. No client private sample ID was transmitted to the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four opposite-label selections are an observed diagnostic fact in one round, not evidence that class constraints improve the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44a06e25d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c73fdfb4004f83" /><Relationship Type="http://schemas.openxmlformats.org/officeDocument/2006/relationships/slideLayout" Target="/ppt/slideLayouts/slideLayout1.xml" Id="R2e5af15690bf46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af15690bf46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24b4b3adf4712" /><Relationship Type="http://schemas.openxmlformats.org/officeDocument/2006/relationships/image" Target="/ppt/media/image.jpeg" Id="Rc841f7456e62412b" /><Relationship Type="http://schemas.openxmlformats.org/officeDocument/2006/relationships/image" Target="/ppt/media/image2.jpeg" Id="R27344549926a4835" /><Relationship Type="http://schemas.openxmlformats.org/officeDocument/2006/relationships/image" Target="/ppt/media/image3.jpeg" Id="R06eb32fea28f441b" /><Relationship Type="http://schemas.openxmlformats.org/officeDocument/2006/relationships/image" Target="/ppt/media/image4.jpeg" Id="Rf54cc4c813a14a40" /><Relationship Type="http://schemas.openxmlformats.org/officeDocument/2006/relationships/notesSlide" Target="/ppt/notesSlides/notesSlide1.xml" Id="R64d958f7acf2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1806dd4434787" /><Relationship Type="http://schemas.openxmlformats.org/officeDocument/2006/relationships/image" Target="/ppt/media/image5.jpeg" Id="Rffe4249a92c047e9" /><Relationship Type="http://schemas.openxmlformats.org/officeDocument/2006/relationships/image" Target="/ppt/media/image6.jpeg" Id="R7352d6eb65b24659" /><Relationship Type="http://schemas.openxmlformats.org/officeDocument/2006/relationships/image" Target="/ppt/media/image7.jpeg" Id="R27efee30bc1941c5" /><Relationship Type="http://schemas.openxmlformats.org/officeDocument/2006/relationships/image" Target="/ppt/media/image8.jpeg" Id="R428890837e9945f1" /><Relationship Type="http://schemas.openxmlformats.org/officeDocument/2006/relationships/image" Target="/ppt/media/image.png" Id="Ra09476ebe0254fe7" /><Relationship Type="http://schemas.openxmlformats.org/officeDocument/2006/relationships/image" Target="/ppt/media/image2.png" Id="Rd6624f244bc141d4" /><Relationship Type="http://schemas.openxmlformats.org/officeDocument/2006/relationships/image" Target="/ppt/media/image3.png" Id="Rd594c496ba064d3a" /><Relationship Type="http://schemas.openxmlformats.org/officeDocument/2006/relationships/image" Target="/ppt/media/image4.png" Id="Raebdedbc331c4b9d" /><Relationship Type="http://schemas.openxmlformats.org/officeDocument/2006/relationships/notesSlide" Target="/ppt/notesSlides/notesSlide2.xml" Id="Rbabb1e692c67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370980208440c" /><Relationship Type="http://schemas.openxmlformats.org/officeDocument/2006/relationships/notesSlide" Target="/ppt/notesSlides/notesSlide3.xml" Id="R45b54bc6f6db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94921-225D-490E-A80A-F429348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CC653-022B-4267-AF2B-62B2339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client-0 / class 0 prototypeの内訳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2A302-105C-46A1-826D-4A7A2AB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同じnormal class 3件でも q^{post} は揃わず、平均値が μ^{post}_{k,r} 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5CDAE-BBEB-40C8-9A85-CFA0924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代表sample A（client内診断）  label=normal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1f7456e62412b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44549926a4835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22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b32fea28f441b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cc4c813a14a40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524000"/>
            <a:ext cx="17526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DDA89-B59D-479E-B5C7-E4352918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q^{pre} = [0.854, 0.146]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q^{post} = [0.749, 0.251]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Δq = [-0.106, 0.106]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3571875"/>
          <a:ext xmlns:a="http://schemas.openxmlformats.org/drawingml/2006/main" cx="723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 / class 0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q^{post}(normal)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q^{post}(risk)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A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0.749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0.251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B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0.166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0.834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0.333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0.667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μ^{post}_{k,r}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0.416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0.584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CEA8C-0FB9-47DE-A39A-362E54E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8B89E-5C68-48A3-B5E6-D02F16FC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27791-A86C-49C4-86C4-F5F1BF5D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85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8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[0.416, 0.584]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[-0.094, 0.094]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π_{k,r} =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456E1-34DD-477D-BB79-D05701D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client内の診断例（raw frame・private sample IDはserverへ未送信）。性能評価や一般的傾向は示さない。</a:t>
            </a:r>
          </a:p>
        </p:txBody>
      </p:sp>
    </p:spTree>
    <p:extLst>
      <p:ext uri="{BB962C8B-B14F-4D97-AF65-F5344CB8AC3E}">
        <p14:creationId xmlns:p14="http://schemas.microsoft.com/office/powerpoint/2010/main" val="2088833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4FB80-7D61-480E-A746-F06A9F55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1476B-2F90-46B3-82D5-6DE938C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prototypeからserver-side proxyまでの具体例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F889-6EFD-41FD-B18E-642330AD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class制約なし検索でrisk seedを選び、contrast 1.15を適用した例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E4C18-67C3-45C4-9AFA-D0FFEB10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元seed 6d24134fb5a44162  label=risk  retrieval rank=1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4249a92c047e9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2d6eb65b24659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fee30bc1941c5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890837e9945f1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15430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C3CB2-9AE9-431A-A47F-E46A814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x̃_{k,r}  contrast 1.15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476ebe0254fe7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24f244bc141d4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4c496ba064d3a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dedbc331c4b9d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37147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61515-634A-4C1A-8B3A-487063A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 = [0.416, 0.584]</a:t>
            </a:r>
          </a:p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 = [-0.094, 0.094]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A3B4B-19D9-4104-B54A-8022E40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top 3 seed labels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1: risk  KL=1.20e-6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2: normal  KL=8.09e-4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3: normal  KL=2.19e-3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FE701-AD3F-4C2F-90D9-DC29F31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proxy上のglobal surrogate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M_G^0: [0.477, 0.523]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M_G^1: [0.406, 0.594]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post KL = 2.04e-4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delta error = 4.94e-4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L_match = 6.99e-4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B1F7A-E758-4A37-AE75-6467433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rPr>
              <a:t>foundation pair KL: 0.007656 → 0.007709（この1件は増加）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A71F0-5891-43F3-AEFF-DE2F447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同じ4 pairの加重総和で更新。foundationは同じ3B基盤から独立LoRAとして初期化し、個別KL非増加は保証しない。</a:t>
            </a:r>
          </a:p>
        </p:txBody>
      </p:sp>
    </p:spTree>
    <p:extLst>
      <p:ext uri="{BB962C8B-B14F-4D97-AF65-F5344CB8AC3E}">
        <p14:creationId xmlns:p14="http://schemas.microsoft.com/office/powerpoint/2010/main" val="439574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8815C-FEC1-471B-B7F8-44B5898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F0BF6-D320-44A1-9499-2A53F41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 prototypeの診断結果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42045-E6DD-4A10-B381-B794CA20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formal 1-round wiring check：2 client × 2 class、60 seed、top 3 × 5変換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0382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000125"/>
                <a:gridCol w="1000125"/>
                <a:gridCol w="666750"/>
                <a:gridCol w="904875"/>
                <a:gridCol w="1095375"/>
                <a:gridCol w="952500"/>
                <a:gridCol w="1047750"/>
                <a:gridCol w="952500"/>
                <a:gridCol w="1524000"/>
              </a:tblGrid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 / class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target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Δμ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proxy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方向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label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変換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post KL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delta error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L_match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foundation KL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(same pair)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0.072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contrast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2.04e-4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4.94e-4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6.99e-4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0.007656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0.007709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0.238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8.35e-10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0.006065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0.005999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-0.103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B3A35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逆向き</a:t>
                      </a:r>
                    </a:p>
                  </a:txBody>
                  <a:tcPr marL="76200" marR="76200" marT="47625" marB="47625" anchor="ctr">
                    <a:solidFill>
                      <a:srgbClr val="F4D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3.51e-4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2.51e-2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2.55e-2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0.004202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0.004094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0.010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9.45e-5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1.78e-5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1.12e-4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0.000091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0.000009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CE6E7-10E6-402C-8906-39EE80F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3B6FE-F01A-40D2-9A7A-19EA785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観測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2262A-5236-4120-AB06-7D745FBB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4/4でprototype classとseed labelが不一致。ただし検索・model誤分類・class不整合は未分離。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AE376-3134-4AC8-87F7-FE95FFB9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A2405-2001-4684-9158-38E708E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観測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83415-7DBD-4C86-BE4B-13102C5C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delta方向は3/4で一致。client-1 / class 0は目標 −0.103 に対しproxy +0.056で逆向き。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904F6-61B3-4BB5-9020-8692BD1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同じ4 pair上の加重KL：0.05404 → 0.05343（4件中1件は増加）。未知データへの転移は未評価。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BFC92-ACA7-4C2E-B3E0-81B95CB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1 roundの配線確認結果であり、検索品質・proxy再現成功・性能向上は結論しない。</a:t>
            </a:r>
          </a:p>
        </p:txBody>
      </p:sp>
    </p:spTree>
    <p:extLst>
      <p:ext uri="{BB962C8B-B14F-4D97-AF65-F5344CB8AC3E}">
        <p14:creationId xmlns:p14="http://schemas.microsoft.com/office/powerpoint/2010/main" val="55221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2026-09-17T09:04:39.6670000Z</dcterms:created>
  <dcterms:modified xsi:type="dcterms:W3CDTF">2026-09-17T09:04:39.6670000Z</dcterms:modified>
</coreProperties>
</file>