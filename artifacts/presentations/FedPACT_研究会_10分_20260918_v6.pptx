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050fb1a5fa492f" /><Relationship Type="http://schemas.openxmlformats.org/officeDocument/2006/relationships/extended-properties" Target="/docProps/app.xml" Id="R6bcefd77910f4ddf" /><Relationship Type="http://schemas.openxmlformats.org/officeDocument/2006/relationships/officeDocument" Target="/ppt/presentation.xml" Id="Rc39afb700faf48ff" /></Relationships>
</file>

<file path=ppt/presentation.xml><?xml version="1.0" encoding="utf-8"?>
<p:presentation xmlns:p="http://schemas.openxmlformats.org/presentationml/2006/main">
  <p:sldMasterIdLst>
    <p:sldMasterId xmlns:r="http://schemas.openxmlformats.org/officeDocument/2006/relationships" id="2147483648" r:id="Rb3266d32c564429c"/>
  </p:sldMasterIdLst>
  <p:notesMasterIdLst>
    <p:notesMasterId xmlns:r="http://schemas.openxmlformats.org/officeDocument/2006/relationships" r:id="Ra8619cac6c174608"/>
  </p:notesMasterIdLst>
  <p:sldIdLst>
    <p:sldId xmlns:r="http://schemas.openxmlformats.org/officeDocument/2006/relationships" id="256" r:id="R06528a16e0ad4466"/>
    <p:sldId xmlns:r="http://schemas.openxmlformats.org/officeDocument/2006/relationships" id="257" r:id="R02a3a43ebc954e4a"/>
    <p:sldId xmlns:r="http://schemas.openxmlformats.org/officeDocument/2006/relationships" id="258" r:id="R683af410179a4d62"/>
    <p:sldId xmlns:r="http://schemas.openxmlformats.org/officeDocument/2006/relationships" id="259" r:id="Rf2a98b9945584ab7"/>
    <p:sldId xmlns:r="http://schemas.openxmlformats.org/officeDocument/2006/relationships" id="260" r:id="R87bd2df562b74de2"/>
    <p:sldId xmlns:r="http://schemas.openxmlformats.org/officeDocument/2006/relationships" id="261" r:id="R2bd0e2e26be547b9"/>
    <p:sldId xmlns:r="http://schemas.openxmlformats.org/officeDocument/2006/relationships" id="262" r:id="Rf766f2c37c5d46f9"/>
    <p:sldId xmlns:r="http://schemas.openxmlformats.org/officeDocument/2006/relationships" id="263" r:id="Rf28a72051ef74f9b"/>
    <p:sldId xmlns:r="http://schemas.openxmlformats.org/officeDocument/2006/relationships" id="264" r:id="R43f008c1b75d4e77"/>
    <p:sldId xmlns:r="http://schemas.openxmlformats.org/officeDocument/2006/relationships" id="265" r:id="R744c6e6d9c5e49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96abe9ffcf4580" /><Relationship Type="http://schemas.openxmlformats.org/officeDocument/2006/relationships/slideMaster" Target="/ppt/slideMasters/slideMaster1.xml" Id="Rb3266d32c564429c" /><Relationship Type="http://schemas.openxmlformats.org/officeDocument/2006/relationships/notesMaster" Target="/ppt/notesMasters/notesMaster1.xml" Id="Ra8619cac6c174608" /><Relationship Type="http://schemas.openxmlformats.org/officeDocument/2006/relationships/presProps" Target="/ppt/presProps.xml" Id="R0809459f540b41d9" /><Relationship Type="http://schemas.openxmlformats.org/officeDocument/2006/relationships/tableStyles" Target="/ppt/tableStyles.xml" Id="R78278422c8924240" /><Relationship Type="http://schemas.openxmlformats.org/officeDocument/2006/relationships/slide" Target="/ppt/slides/slide1.xml" Id="R06528a16e0ad4466" /><Relationship Type="http://schemas.openxmlformats.org/officeDocument/2006/relationships/slide" Target="/ppt/slides/slide2.xml" Id="R02a3a43ebc954e4a" /><Relationship Type="http://schemas.openxmlformats.org/officeDocument/2006/relationships/slide" Target="/ppt/slides/slide3.xml" Id="R683af410179a4d62" /><Relationship Type="http://schemas.openxmlformats.org/officeDocument/2006/relationships/slide" Target="/ppt/slides/slide4.xml" Id="Rf2a98b9945584ab7" /><Relationship Type="http://schemas.openxmlformats.org/officeDocument/2006/relationships/slide" Target="/ppt/slides/slide5.xml" Id="R87bd2df562b74de2" /><Relationship Type="http://schemas.openxmlformats.org/officeDocument/2006/relationships/slide" Target="/ppt/slides/slide6.xml" Id="R2bd0e2e26be547b9" /><Relationship Type="http://schemas.openxmlformats.org/officeDocument/2006/relationships/slide" Target="/ppt/slides/slide7.xml" Id="Rf766f2c37c5d46f9" /><Relationship Type="http://schemas.openxmlformats.org/officeDocument/2006/relationships/slide" Target="/ppt/slides/slide8.xml" Id="Rf28a72051ef74f9b" /><Relationship Type="http://schemas.openxmlformats.org/officeDocument/2006/relationships/slide" Target="/ppt/slides/slide9.xml" Id="R43f008c1b75d4e77" /><Relationship Type="http://schemas.openxmlformats.org/officeDocument/2006/relationships/slide" Target="/ppt/slides/slide10.xml" Id="R744c6e6d9c5e49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2e49563c9647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13729707e144bb" /><Relationship Type="http://schemas.openxmlformats.org/officeDocument/2006/relationships/notesMaster" Target="/ppt/notesMasters/notesMaster1.xml" Id="Ra403be77308a43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a1c094bea34fc6" /><Relationship Type="http://schemas.openxmlformats.org/officeDocument/2006/relationships/notesMaster" Target="/ppt/notesMasters/notesMaster1.xml" Id="R3b23896c75d34c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bd69bcc0a54810" /><Relationship Type="http://schemas.openxmlformats.org/officeDocument/2006/relationships/notesMaster" Target="/ppt/notesMasters/notesMaster1.xml" Id="Ree12a93c1be448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8c07362da9475e" /><Relationship Type="http://schemas.openxmlformats.org/officeDocument/2006/relationships/notesMaster" Target="/ppt/notesMasters/notesMaster1.xml" Id="Rab1927e67f5542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dc09da0aed4c90" /><Relationship Type="http://schemas.openxmlformats.org/officeDocument/2006/relationships/notesMaster" Target="/ppt/notesMasters/notesMaster1.xml" Id="Re61e79fea2b54e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f9f7fe49fb4a1d" /><Relationship Type="http://schemas.openxmlformats.org/officeDocument/2006/relationships/notesMaster" Target="/ppt/notesMasters/notesMaster1.xml" Id="R7c5099c1953f43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6e69a93fa04979" /><Relationship Type="http://schemas.openxmlformats.org/officeDocument/2006/relationships/notesMaster" Target="/ppt/notesMasters/notesMaster1.xml" Id="Rab1009f8fb7442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a8693785624a77" /><Relationship Type="http://schemas.openxmlformats.org/officeDocument/2006/relationships/notesMaster" Target="/ppt/notesMasters/notesMaster1.xml" Id="R97b9581c01b64b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4345e9e6de420f" /><Relationship Type="http://schemas.openxmlformats.org/officeDocument/2006/relationships/notesMaster" Target="/ppt/notesMasters/notesMaster1.xml" Id="Ref209b3a8ed746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63b817c92649ee" /><Relationship Type="http://schemas.openxmlformats.org/officeDocument/2006/relationships/notesMaster" Target="/ppt/notesMasters/notesMaster1.xml" Id="R29170661a25647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0:00–0:40】</a:t>
            </a:r>
          </a:p>
          <a:p xmlns:a="http://schemas.openxmlformats.org/drawingml/2006/main">
            <a:r>
              <a:t>今日は、FedPACTが高性能かどうかではなく、複数のclientで生じた局所学習の変化を、private映像をserverへ送らずにcloud側へつなぐ処理が、3 roundにわたって追跡できる状態になったことを報告します。実際の映像と数値を一つずつ追い、どこまで確認でき、どこが次の問題かを示します。</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0:40–1:30】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d193d093ef48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4c52640fcc4558" /><Relationship Type="http://schemas.openxmlformats.org/officeDocument/2006/relationships/slideLayout" Target="/ppt/slideLayouts/slideLayout1.xml" Id="R17dfc59c27104b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dfc59c27104b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209c25d8d04583" /><Relationship Type="http://schemas.openxmlformats.org/officeDocument/2006/relationships/image" Target="/ppt/media/image.jpeg" Id="R9c28fadd911147f0" /><Relationship Type="http://schemas.openxmlformats.org/officeDocument/2006/relationships/notesSlide" Target="/ppt/notesSlides/notesSlide1.xml" Id="R4c26698ca7fd43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ce563ae6c04d7a" /><Relationship Type="http://schemas.openxmlformats.org/officeDocument/2006/relationships/image" Target="/ppt/media/image2.jpeg" Id="R3a37b5dc14454afb" /><Relationship Type="http://schemas.openxmlformats.org/officeDocument/2006/relationships/image" Target="/ppt/media/image3.jpeg" Id="Rc5a8f046095b4d0a" /><Relationship Type="http://schemas.openxmlformats.org/officeDocument/2006/relationships/notesSlide" Target="/ppt/notesSlides/notesSlide2.xml" Id="R0c71541668594d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ee1d6ba1ab465a" /><Relationship Type="http://schemas.openxmlformats.org/officeDocument/2006/relationships/notesSlide" Target="/ppt/notesSlides/notesSlide3.xml" Id="R40d3fa1584f94e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278249aafd4cb7" /><Relationship Type="http://schemas.openxmlformats.org/officeDocument/2006/relationships/notesSlide" Target="/ppt/notesSlides/notesSlide4.xml" Id="Rc6986131dd0b44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5b5efbb0f34b82" /><Relationship Type="http://schemas.openxmlformats.org/officeDocument/2006/relationships/image" Target="/ppt/media/image4.jpeg" Id="R339ff01ab73e4d4e" /><Relationship Type="http://schemas.openxmlformats.org/officeDocument/2006/relationships/image" Target="/ppt/media/image5.jpeg" Id="Rba48a9eb75ca48b9" /><Relationship Type="http://schemas.openxmlformats.org/officeDocument/2006/relationships/image" Target="/ppt/media/image6.jpeg" Id="Re7d7dc7e0d804923" /><Relationship Type="http://schemas.openxmlformats.org/officeDocument/2006/relationships/image" Target="/ppt/media/image7.jpeg" Id="Ra2e4317177f240e7" /><Relationship Type="http://schemas.openxmlformats.org/officeDocument/2006/relationships/notesSlide" Target="/ppt/notesSlides/notesSlide5.xml" Id="R2b3f98c140204d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1b7ad72e1d4980" /><Relationship Type="http://schemas.openxmlformats.org/officeDocument/2006/relationships/image" Target="/ppt/media/image8.jpeg" Id="R4b50f604229d40ae" /><Relationship Type="http://schemas.openxmlformats.org/officeDocument/2006/relationships/image" Target="/ppt/media/image9.jpeg" Id="Rc77ba74041fe4e02" /><Relationship Type="http://schemas.openxmlformats.org/officeDocument/2006/relationships/image" Target="/ppt/media/image10.jpeg" Id="R434d4f99fb144cbc" /><Relationship Type="http://schemas.openxmlformats.org/officeDocument/2006/relationships/image" Target="/ppt/media/image11.jpeg" Id="R4939228076c04e8b" /><Relationship Type="http://schemas.openxmlformats.org/officeDocument/2006/relationships/notesSlide" Target="/ppt/notesSlides/notesSlide6.xml" Id="Rda6893808ec442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0dce392aee43b2" /><Relationship Type="http://schemas.openxmlformats.org/officeDocument/2006/relationships/image" Target="/ppt/media/image12.jpeg" Id="R7689c701ddbe43e9" /><Relationship Type="http://schemas.openxmlformats.org/officeDocument/2006/relationships/image" Target="/ppt/media/image13.jpeg" Id="Rc1011721af4345d1" /><Relationship Type="http://schemas.openxmlformats.org/officeDocument/2006/relationships/image" Target="/ppt/media/image14.jpeg" Id="R08e53f1c27e24985" /><Relationship Type="http://schemas.openxmlformats.org/officeDocument/2006/relationships/image" Target="/ppt/media/image15.jpeg" Id="R2a13ca5fae464dc6" /><Relationship Type="http://schemas.openxmlformats.org/officeDocument/2006/relationships/notesSlide" Target="/ppt/notesSlides/notesSlide7.xml" Id="R6cc4ff1a25da47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44033f48574099" /><Relationship Type="http://schemas.openxmlformats.org/officeDocument/2006/relationships/notesSlide" Target="/ppt/notesSlides/notesSlide8.xml" Id="Rfbd1b8c7756941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43d0a1bfaf44c44" /><Relationship Type="http://schemas.openxmlformats.org/officeDocument/2006/relationships/notesSlide" Target="/ppt/notesSlides/notesSlide9.xml" Id="R794599908a9844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4373c61bd984967" /><Relationship Type="http://schemas.openxmlformats.org/officeDocument/2006/relationships/notesSlide" Target="/ppt/notesSlides/notesSlide10.xml" Id="Raa92d8dc9e7848e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27D953-E2D5-46CA-A447-8040FFCBD1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3B4B"/>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c28fadd911147f0"/>
          <a:srcRect xmlns:a="http://schemas.openxmlformats.org/drawingml/2006/main" l="28516" t="0" r="28516" b="0"/>
          <a:stretch xmlns:a="http://schemas.openxmlformats.org/drawingml/2006/main">
            <a:fillRect l="0" t="0" r="0" b="0"/>
          </a:stretch>
        </p:blipFill>
        <p:spPr>
          <a:xfrm xmlns:a="http://schemas.openxmlformats.org/drawingml/2006/main">
            <a:off x="6953250" y="0"/>
            <a:ext cx="52387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4AF98A-32D4-43B7-9C7E-29901E922757}"/>
              </a:ext>
            </a:extLst>
          </p:cNvPr>
          <p:cNvSpPr>
            <a:spLocks xmlns:a="http://schemas.openxmlformats.org/drawingml/2006/main" noGrp="1"/>
          </p:cNvSpPr>
          <p:nvPr/>
        </p:nvSpPr>
        <p:spPr>
          <a:xfrm xmlns:a="http://schemas.openxmlformats.org/drawingml/2006/main">
            <a:off x="0" y="0"/>
            <a:ext cx="7000875" cy="952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9F78D5-3A93-4A10-A968-168E24A416A5}"/>
              </a:ext>
            </a:extLst>
          </p:cNvPr>
          <p:cNvSpPr>
            <a:spLocks xmlns:a="http://schemas.openxmlformats.org/drawingml/2006/main" noGrp="1"/>
          </p:cNvSpPr>
          <p:nvPr/>
        </p:nvSpPr>
        <p:spPr>
          <a:xfrm xmlns:a="http://schemas.openxmlformats.org/drawingml/2006/main">
            <a:off x="666750" y="990600"/>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300" b="1">
                <a:solidFill>
                  <a:srgbClr val="FFFFFF"/>
                </a:solidFill>
                <a:latin typeface="Yu Gothic"/>
                <a:ea typeface="Yu Gothic"/>
                <a:cs typeface="Yu Gothic"/>
              </a:defRPr>
            </a:pPr>
            <a:r>
              <a:rPr sz="3300" b="1">
                <a:solidFill>
                  <a:srgbClr val="FFFFFF"/>
                </a:solidFill>
                <a:latin typeface="Yu Gothic"/>
                <a:ea typeface="Yu Gothic"/>
                <a:cs typeface="Yu Gothic"/>
              </a:rPr>
              <a:t>複数の現場で学んだ変化を</a:t>
            </a:r>
          </a:p>
          <a:p xmlns:a="http://schemas.openxmlformats.org/drawingml/2006/main">
            <a:pPr algn="l">
              <a:lnSpc>
                <a:spcPct val="105000"/>
              </a:lnSpc>
              <a:buNone/>
              <a:defRPr sz="3300" b="1">
                <a:solidFill>
                  <a:srgbClr val="FFFFFF"/>
                </a:solidFill>
                <a:latin typeface="Yu Gothic"/>
                <a:ea typeface="Yu Gothic"/>
                <a:cs typeface="Yu Gothic"/>
              </a:defRPr>
            </a:pPr>
            <a:r>
              <a:rPr sz="3300" b="1">
                <a:solidFill>
                  <a:srgbClr val="FFFFFF"/>
                </a:solidFill>
                <a:latin typeface="Yu Gothic"/>
                <a:ea typeface="Yu Gothic"/>
                <a:cs typeface="Yu Gothic"/>
              </a:rPr>
              <a:t>映像を送らずcloudへ戻せるか</a:t>
            </a:r>
          </a:p>
        </p:txBody>
      </p:sp>
      <p:sp>
        <p:nvSpPr>
          <p:cNvPr id="5" name="">
            <a:extLst xmlns:a="http://schemas.openxmlformats.org/drawingml/2006/main">
              <a:ext uri="{FF2B5EF4-FFF2-40B4-BE49-F238E27FC236}">
                <a16:creationId xmlns:a16="http://schemas.microsoft.com/office/drawing/2014/main" id="{162DAE0B-4FDC-45AA-873E-1CA2D07ABA9F}"/>
              </a:ext>
            </a:extLst>
          </p:cNvPr>
          <p:cNvSpPr>
            <a:spLocks xmlns:a="http://schemas.openxmlformats.org/drawingml/2006/main" noGrp="1"/>
          </p:cNvSpPr>
          <p:nvPr/>
        </p:nvSpPr>
        <p:spPr>
          <a:xfrm xmlns:a="http://schemas.openxmlformats.org/drawingml/2006/main">
            <a:off x="685800" y="31432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69C3BE"/>
                </a:solidFill>
                <a:latin typeface="Yu Gothic"/>
                <a:ea typeface="Yu Gothic"/>
                <a:cs typeface="Yu Gothic"/>
              </a:defRPr>
            </a:pPr>
            <a:r>
              <a:rPr sz="1875" b="1">
                <a:solidFill>
                  <a:srgbClr val="69C3BE"/>
                </a:solidFill>
                <a:latin typeface="Yu Gothic"/>
                <a:ea typeface="Yu Gothic"/>
                <a:cs typeface="Yu Gothic"/>
              </a:rPr>
              <a:t>FedPACT 第I段階</a:t>
            </a:r>
          </a:p>
        </p:txBody>
      </p:sp>
      <p:sp>
        <p:nvSpPr>
          <p:cNvPr id="6" name="">
            <a:extLst xmlns:a="http://schemas.openxmlformats.org/drawingml/2006/main">
              <a:ext uri="{FF2B5EF4-FFF2-40B4-BE49-F238E27FC236}">
                <a16:creationId xmlns:a16="http://schemas.microsoft.com/office/drawing/2014/main" id="{BD3AA851-8164-4328-960C-E6BC09FFDD12}"/>
              </a:ext>
            </a:extLst>
          </p:cNvPr>
          <p:cNvSpPr>
            <a:spLocks xmlns:a="http://schemas.openxmlformats.org/drawingml/2006/main" noGrp="1"/>
          </p:cNvSpPr>
          <p:nvPr/>
        </p:nvSpPr>
        <p:spPr>
          <a:xfrm xmlns:a="http://schemas.openxmlformats.org/drawingml/2006/main">
            <a:off x="685800" y="3562350"/>
            <a:ext cx="547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E5EEF0"/>
                </a:solidFill>
                <a:latin typeface="Yu Gothic"/>
                <a:ea typeface="Yu Gothic"/>
                <a:cs typeface="Yu Gothic"/>
              </a:defRPr>
            </a:pPr>
            <a:r>
              <a:rPr sz="1800" b="0">
                <a:solidFill>
                  <a:srgbClr val="E5EEF0"/>
                </a:solidFill>
                <a:latin typeface="Yu Gothic"/>
                <a:ea typeface="Yu Gothic"/>
                <a:cs typeface="Yu Gothic"/>
              </a:rPr>
              <a:t>2 client・60 server-side seed・3 roundの接続確認と診断</a:t>
            </a:r>
          </a:p>
        </p:txBody>
      </p:sp>
      <p:sp>
        <p:nvSpPr>
          <p:cNvPr id="7" name="">
            <a:extLst xmlns:a="http://schemas.openxmlformats.org/drawingml/2006/main">
              <a:ext uri="{FF2B5EF4-FFF2-40B4-BE49-F238E27FC236}">
                <a16:creationId xmlns:a16="http://schemas.microsoft.com/office/drawing/2014/main" id="{62AF40AC-5BFD-4D9F-9276-450040E892FC}"/>
              </a:ext>
            </a:extLst>
          </p:cNvPr>
          <p:cNvSpPr>
            <a:spLocks xmlns:a="http://schemas.openxmlformats.org/drawingml/2006/main" noGrp="1"/>
          </p:cNvSpPr>
          <p:nvPr/>
        </p:nvSpPr>
        <p:spPr>
          <a:xfrm xmlns:a="http://schemas.openxmlformats.org/drawingml/2006/main">
            <a:off x="685800" y="4857750"/>
            <a:ext cx="781050" cy="47625"/>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26455D-C8BD-4001-B3A8-A0FFC0192169}"/>
              </a:ext>
            </a:extLst>
          </p:cNvPr>
          <p:cNvSpPr>
            <a:spLocks xmlns:a="http://schemas.openxmlformats.org/drawingml/2006/main" noGrp="1"/>
          </p:cNvSpPr>
          <p:nvPr/>
        </p:nvSpPr>
        <p:spPr>
          <a:xfrm xmlns:a="http://schemas.openxmlformats.org/drawingml/2006/main">
            <a:off x="685800" y="51054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3E1E4"/>
                </a:solidFill>
                <a:latin typeface="Yu Gothic"/>
                <a:ea typeface="Yu Gothic"/>
                <a:cs typeface="Yu Gothic"/>
              </a:defRPr>
            </a:pPr>
            <a:r>
              <a:rPr sz="1425" b="0">
                <a:solidFill>
                  <a:srgbClr val="D3E1E4"/>
                </a:solidFill>
                <a:latin typeface="Yu Gothic"/>
                <a:ea typeface="Yu Gothic"/>
                <a:cs typeface="Yu Gothic"/>
              </a:rPr>
              <a:t>吉村 有生　研究会　2026.09.18</a:t>
            </a:r>
          </a:p>
        </p:txBody>
      </p:sp>
    </p:spTree>
    <p:extLst>
      <p:ext uri="{BB962C8B-B14F-4D97-AF65-F5344CB8AC3E}">
        <p14:creationId xmlns:p14="http://schemas.microsoft.com/office/powerpoint/2010/main" val="17448654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7ED0E66-F970-4A1A-9D9C-107126B3E2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988FC9-417C-4E96-B08F-9DC83988EFF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837D70-B567-4E32-87F2-96F566E8696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998B83CC-FC61-41BC-B01A-49222D176F4E}"/>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B175973E-530C-4A22-9C47-A32B0ADD1CF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7F6C03-E976-455A-89FC-FFCEC74D77B8}"/>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12BBC9F-DA4F-4E7F-A666-A6D57FAF8B1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a37b5dc14454afb"/>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5a8f046095b4d0a"/>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EF35A73-0B45-47A7-A8AD-F3DB6C77119D}"/>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8D719440-08D0-4D29-A106-73531109E28A}"/>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FA8F5E7D-7CCE-4AFE-9EA8-A5043E13C14C}"/>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EB942E84-7F6D-4AF3-9879-D5BF840100E7}"/>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879AC7A2-0126-4F93-AC0F-7B663AC5C18F}"/>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3214C3-F025-474D-ABD4-C45DF9D5E50F}"/>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6027239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92EB26F-F250-4264-9C74-1E80C4FEDF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4BC69C-F665-4AE5-BBB0-7411A1814E7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203223-8152-4948-AC1D-51F3F46DAF63}"/>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21A821BC-795A-4830-B0F9-7068BC10BC06}"/>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B6554F2D-25B4-4C3C-B8C3-B63C45CE048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272506-9D64-4E9F-9793-5C4533DF59C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ED981AF-6342-4DC7-B714-644A9ECB036E}"/>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9E963911-7182-4BDC-A4A2-BAB2EA0A23B9}"/>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41943A68-A248-4729-AFAC-55E8234EA7E4}"/>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7878CC0-B902-4D76-B0E5-F9067F19E92B}"/>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74FBA3AB-426A-4CF8-B968-35377FA076D2}"/>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機能を一度に入れると失敗原因を切り分けられない。中心課題と最小構成を先に確認する。</a:t>
            </a:r>
          </a:p>
        </p:txBody>
      </p:sp>
      <p:sp>
        <p:nvSpPr>
          <p:cNvPr id="12" name="">
            <a:extLst xmlns:a="http://schemas.openxmlformats.org/drawingml/2006/main">
              <a:ext uri="{FF2B5EF4-FFF2-40B4-BE49-F238E27FC236}">
                <a16:creationId xmlns:a16="http://schemas.microsoft.com/office/drawing/2014/main" id="{1AC943A3-886B-41DE-B865-E595B5DE0063}"/>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E6FC44C1-C4BD-498D-848F-2158FCBDD20C}"/>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7D041BB-728F-475B-B285-D3B37497592E}"/>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44ACBEB3-8E6C-494F-9E2D-F4C643C2A8BE}"/>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三層構造は維持し、研究の中核を第2層に置く。第I段階では性能より、処理とstateの追跡を確認する。</a:t>
            </a:r>
          </a:p>
        </p:txBody>
      </p:sp>
      <p:sp>
        <p:nvSpPr>
          <p:cNvPr id="16" name="">
            <a:extLst xmlns:a="http://schemas.openxmlformats.org/drawingml/2006/main">
              <a:ext uri="{FF2B5EF4-FFF2-40B4-BE49-F238E27FC236}">
                <a16:creationId xmlns:a16="http://schemas.microsoft.com/office/drawing/2014/main" id="{14E767FD-FEBE-49C9-868B-11C667E06F8A}"/>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5AC07038-E8E8-4DA5-919C-546363E512BB}"/>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1243AD-3857-492B-8B84-23BB7E4050A6}"/>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E7E5261F-88C8-4214-B61B-9F102EC2A113}"/>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入力条件を修正した。2 clientからfoundation更新、次roundのstate継承までをログ付きで実行した。</a:t>
            </a:r>
          </a:p>
        </p:txBody>
      </p:sp>
      <p:sp>
        <p:nvSpPr>
          <p:cNvPr id="20" name="">
            <a:extLst xmlns:a="http://schemas.openxmlformats.org/drawingml/2006/main">
              <a:ext uri="{FF2B5EF4-FFF2-40B4-BE49-F238E27FC236}">
                <a16:creationId xmlns:a16="http://schemas.microsoft.com/office/drawing/2014/main" id="{781C5581-0490-43B7-A2DE-A6C41185E10D}"/>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23ECF05-7B0C-4E61-83C0-22DB318A1BA2}"/>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3882A83-AD8B-4FB4-AC0B-71AFD24EA0D1}"/>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A3D29A4A-E538-43B9-A304-2159F6F5C873}"/>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40003269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66E182-4457-403E-8C3D-12C58753B8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DD765F-7A02-48E0-843B-2BAF48B5930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5E0CB6-1255-4C76-8E8B-C9E4F2CDE97C}"/>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A760945C-5163-4FAB-8460-86D04E9A3BF6}"/>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45CAE705-E3E9-4850-AFDA-A6501157CB0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E9A6E3-9344-493D-B1E4-16F154BDF82B}"/>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C8294BC-0F2A-401A-9B8D-18910A5B888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3D2E3687-A529-46EA-875A-E5960637372A}"/>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1F8EE831-EBAF-4344-88D8-62355BDB8305}"/>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DD0BFE0E-1319-4429-9090-4B83199E82D1}"/>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115552969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A268915-ED5B-48EC-982E-6F25957AAE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D1F155-E4C8-425A-A954-29B29606F47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9510D4-4901-467D-A343-D8F31AE8A78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174EA8B2-51AC-46A2-A9F0-5536D76F1FFF}"/>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9B87FADB-5CF3-45F9-802E-8566352B914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D76D4B-C48B-49CB-8235-27ED9D8EE529}"/>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709FFF5F-E7E6-486C-BB02-47AC31DD924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557D03AD-FD9A-4A14-A03A-0D922BF49C53}"/>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3813807C-9434-4202-B789-0E2514FF3B38}"/>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00F22D0D-3857-47F7-A4E1-AEA110F116BA}"/>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94884239-6976-41A7-A84B-701F4860FD2E}"/>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32DE6C13-CC65-4926-A087-BB8FB37288A9}"/>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6394ABA5-AD62-4A1F-9372-50F2465F992B}"/>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9278A882-F692-4259-B790-204729FED493}"/>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1E9F044A-C090-4CCC-8BC8-91D38428E5E3}"/>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39ff01ab73e4d4e"/>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a48a9eb75ca48b9"/>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FF1E1D51-E694-491B-B621-E9443C08C390}"/>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7d7dc7e0d804923"/>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2e4317177f240e7"/>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1FD1E0D2-CC29-4F5A-8F15-42E7FEF175F0}"/>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FB5BF85-B113-4291-AF39-19F26CC419FA}"/>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2408054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14B982D-C99C-4109-B083-AA421B0E15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3B4C1D-F5A3-4E9F-BCFD-3F26739D783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16781A-BA3B-4CA8-9C4D-0EFA7E6C77B6}"/>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670C382D-BA7D-49E8-8EAA-14A3D3C27A18}"/>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A2F22779-5CE8-45D9-8238-4F37AFB7808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6EE880-D014-45BF-ADB8-A76242B493DD}"/>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DBA7C44-EE5C-4F64-872F-731F50FAA4D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b50f604229d40ae"/>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77ba74041fe4e02"/>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34d4f99fb144cbc"/>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4939228076c04e8b"/>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2203F0B-F797-4E29-ACA1-7D1421CC38FF}"/>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05190A53-B920-429C-A382-0607E80C7A29}"/>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D24183FC-D1FC-4822-8151-68A8B23AB63A}"/>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D36DF7A4-7499-4DE9-909F-B8BDB37FED3B}"/>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4D380A2A-7D66-461F-9C81-CBA93420CCE3}"/>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A211F8DA-BCE0-4181-ABDC-A6452D132962}"/>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AE39ABE6-C93E-429F-ACE8-F3F981407B8F}"/>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AA1BCCFD-6194-4078-B8C3-55E14CECCF21}"/>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426442EA-A40E-4C7E-9CA4-5C41C0B55453}"/>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925443C8-3111-42D6-B5DB-369C2627D649}"/>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59E8455B-33DF-4E8D-A01E-AD07DDE81739}"/>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E045DD40-2899-4F58-92A0-2F863384D3D9}"/>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6231181-0FDE-4F72-B13E-1883DDDBEB49}"/>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5A147003-30CE-410F-A4EB-E38B9E306526}"/>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893530B9-59BD-4398-9B82-FB31C4AECC58}"/>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83F47F22-7E17-42FE-B139-1B76ACB4B2EA}"/>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345273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3192A4D-436C-4BC1-B091-FFD741ADC9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588A36-8104-447D-9478-1FE9824D75B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9C5C13-1EC8-44A6-8E01-46A6E4D75EF9}"/>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AB5FBDB2-5AF5-43D9-ADA6-AB304965593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C886D238-BE40-4964-B5D7-EBC7000B28C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BCE198-1659-406B-8EFC-94EA96B403D2}"/>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F07B761-9318-4343-B95D-D18A79958A8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0B39DF7C-4D35-449B-B77C-0D81F1122C70}"/>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689c701ddbe43e9"/>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1011721af4345d1"/>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8e53f1c27e24985"/>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a13ca5fae464dc6"/>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3B64666-1B57-4599-BD5E-6D15CA547BFE}"/>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35FF440A-19AA-4ED0-B6DE-25BD278149D5}"/>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FBAF43BC-FCEF-435F-A114-6A3539B907A6}"/>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0FE513CD-1429-489E-A7C5-036FEB88E334}"/>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FCF79E90-DDAB-4D9D-B301-C56DB254519E}"/>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EDE4E97-E81F-4B3B-AA19-FE4F4793E364}"/>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3B5D67DD-A385-4068-B747-E983254C5BCA}"/>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5046E046-DB25-4234-BFDB-6E7B6983FA74}"/>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C40210D8-5918-42C3-81E8-3E9EAC92DC1A}"/>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4F9C1AB2-28C0-47BE-878C-CDC9191E86B0}"/>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269D9D9-D276-4414-AC58-81A3CF422AE7}"/>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8E3725B3-D9AF-4B50-8552-B4EA742B04ED}"/>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264E8AB6-C463-4D29-B827-B6A65F20B583}"/>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16101630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CC65B6-FFA5-4357-B580-EB9A38F31F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A6A8B9-EC32-41C1-8FBE-B2960016075B}"/>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D44FF6-FC5B-460E-B07B-A5AC07A71DF5}"/>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D80E71D9-56A6-4EBA-9949-1470F12BA9B5}"/>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839F54B4-6E78-452D-9D13-C95FAD55162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1C3785-6EF7-4955-8EDB-B340F41D1915}"/>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FEE6A9CC-DC2E-434C-B048-4F10266D44A9}"/>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173B4B"/>
                          </a:solidFill>
                          <a:latin typeface="Yu Gothic"/>
                          <a:ea typeface="Yu Gothic"/>
                          <a:cs typeface="Yu Gothic"/>
                        </a:rPr>
                        <a:t>prototype</a:t>
                      </a:r>
                    </a:p>
                  </a:txBody>
                  <a:tcPr marL="91440" marR="91440" marT="45720" marB="45720"/>
                </a:tc>
                <a:tc>
                  <a:txBody>
                    <a:bodyPr/>
                    <a:lstStyle/>
                    <a:p>
                      <a:r>
                        <a:rPr sz="1300" b="1">
                          <a:solidFill>
                            <a:srgbClr val="173B4B"/>
                          </a:solidFill>
                          <a:latin typeface="Yu Gothic"/>
                          <a:ea typeface="Yu Gothic"/>
                          <a:cs typeface="Yu Gothic"/>
                        </a:rPr>
                        <a:t>target Δrisk</a:t>
                      </a:r>
                    </a:p>
                  </a:txBody>
                  <a:tcPr marL="91440" marR="91440" marT="45720" marB="45720"/>
                </a:tc>
                <a:tc>
                  <a:txBody>
                    <a:bodyPr/>
                    <a:lstStyle/>
                    <a:p>
                      <a:r>
                        <a:rPr sz="1300" b="1">
                          <a:solidFill>
                            <a:srgbClr val="173B4B"/>
                          </a:solidFill>
                          <a:latin typeface="Yu Gothic"/>
                          <a:ea typeface="Yu Gothic"/>
                          <a:cs typeface="Yu Gothic"/>
                        </a:rPr>
                        <a:t>proxy Δrisk</a:t>
                      </a:r>
                    </a:p>
                  </a:txBody>
                  <a:tcPr marL="91440" marR="91440" marT="45720" marB="45720"/>
                </a:tc>
                <a:tc>
                  <a:txBody>
                    <a:bodyPr/>
                    <a:lstStyle/>
                    <a:p>
                      <a:r>
                        <a:rPr sz="1300" b="1">
                          <a:solidFill>
                            <a:srgbClr val="173B4B"/>
                          </a:solidFill>
                          <a:latin typeface="Yu Gothic"/>
                          <a:ea typeface="Yu Gothic"/>
                          <a:cs typeface="Yu Gothic"/>
                        </a:rPr>
                        <a:t>方向</a:t>
                      </a:r>
                    </a:p>
                  </a:txBody>
                  <a:tcPr marL="91440" marR="91440" marT="45720" marB="45720"/>
                </a:tc>
                <a:tc>
                  <a:txBody>
                    <a:bodyPr/>
                    <a:lstStyle/>
                    <a:p>
                      <a:r>
                        <a:rPr sz="1300" b="1">
                          <a:solidFill>
                            <a:srgbClr val="173B4B"/>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4F542AC9-C817-4BD3-A6BB-AC4E10B59113}"/>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178982-721F-486F-902B-C4B7F7BF66F2}"/>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F20CF68A-7895-41FF-AC67-60F4109AE800}"/>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19185997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CC80728-E0D1-41BC-8FBB-6883B6AE95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E7DDBD-E848-4280-A3FF-77F2439D5F6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B89549-0ACE-4FDA-95E4-F87CB4FFECE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9FE1AAED-A8D8-477B-B2A0-5F1A6BFA38FF}"/>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E16060FC-40C9-4958-9961-663AB8CA312C}"/>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A2E4AB-2C78-4B11-A137-40CBF54923FF}"/>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64451C7-C0AA-4706-B592-5FD75245882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173B4B"/>
                          </a:solidFill>
                          <a:latin typeface="Yu Gothic"/>
                          <a:ea typeface="Yu Gothic"/>
                          <a:cs typeface="Yu Gothic"/>
                        </a:rPr>
                        <a:t>round</a:t>
                      </a:r>
                    </a:p>
                  </a:txBody>
                  <a:tcPr marL="91440" marR="91440" marT="45720" marB="45720"/>
                </a:tc>
                <a:tc>
                  <a:txBody>
                    <a:bodyPr/>
                    <a:lstStyle/>
                    <a:p>
                      <a:r>
                        <a:rPr sz="1200" b="1">
                          <a:solidFill>
                            <a:srgbClr val="173B4B"/>
                          </a:solidFill>
                          <a:latin typeface="Yu Gothic"/>
                          <a:ea typeface="Yu Gothic"/>
                          <a:cs typeface="Yu Gothic"/>
                        </a:rPr>
                        <a:t>入力 M_G</a:t>
                      </a:r>
                    </a:p>
                  </a:txBody>
                  <a:tcPr marL="91440" marR="91440" marT="45720" marB="45720"/>
                </a:tc>
                <a:tc>
                  <a:txBody>
                    <a:bodyPr/>
                    <a:lstStyle/>
                    <a:p>
                      <a:r>
                        <a:rPr sz="1200" b="1">
                          <a:solidFill>
                            <a:srgbClr val="173B4B"/>
                          </a:solidFill>
                          <a:latin typeface="Yu Gothic"/>
                          <a:ea typeface="Yu Gothic"/>
                          <a:cs typeface="Yu Gothic"/>
                        </a:rPr>
                        <a:t>出力 M_G</a:t>
                      </a:r>
                    </a:p>
                  </a:txBody>
                  <a:tcPr marL="91440" marR="91440" marT="45720" marB="45720"/>
                </a:tc>
                <a:tc>
                  <a:txBody>
                    <a:bodyPr/>
                    <a:lstStyle/>
                    <a:p>
                      <a:r>
                        <a:rPr sz="1200" b="1">
                          <a:solidFill>
                            <a:srgbClr val="173B4B"/>
                          </a:solidFill>
                          <a:latin typeface="Yu Gothic"/>
                          <a:ea typeface="Yu Gothic"/>
                          <a:cs typeface="Yu Gothic"/>
                        </a:rPr>
                        <a:t>client LoRA update norm</a:t>
                      </a:r>
                    </a:p>
                  </a:txBody>
                  <a:tcPr marL="91440" marR="91440" marT="45720" marB="45720"/>
                </a:tc>
                <a:tc>
                  <a:txBody>
                    <a:bodyPr/>
                    <a:lstStyle/>
                    <a:p>
                      <a:r>
                        <a:rPr sz="1200" b="1">
                          <a:solidFill>
                            <a:srgbClr val="173B4B"/>
                          </a:solidFill>
                          <a:latin typeface="Yu Gothic"/>
                          <a:ea typeface="Yu Gothic"/>
                          <a:cs typeface="Yu Gothic"/>
                        </a:rPr>
                        <a:t>FedAvg再計算差</a:t>
                      </a:r>
                    </a:p>
                  </a:txBody>
                  <a:tcPr marL="91440" marR="91440" marT="45720" marB="45720"/>
                </a:tc>
                <a:tc>
                  <a:txBody>
                    <a:bodyPr/>
                    <a:lstStyle/>
                    <a:p>
                      <a:r>
                        <a:rPr sz="1200" b="1">
                          <a:solidFill>
                            <a:srgbClr val="173B4B"/>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A20D5925-0B2C-40D2-B366-AD637E1A1A6D}"/>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632883FF-6243-4421-BA8D-7BB189BC2572}"/>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31E4AC9-9939-46F2-95FB-6B0BD496D1C1}"/>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48DA1A43-F1CD-418C-9AE4-593283D11709}"/>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90516A41-477F-4A09-8225-45187EF5E0C3}"/>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F0A72E-4D58-4F86-880C-3F408078CD65}"/>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943BF48E-9E35-4DBF-8A76-0EBCA3AE0FAB}"/>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加重KLを減らす条件をround 3で満たせず、実行確認として更新した。処理は動いたが、安定したfoundation更新とは言えない。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BB44C529-2A84-40DA-83CA-609A5BC3699A}"/>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74469785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3584E75-5FC2-4C53-AAA0-22896BB5EE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19A9B5-3B16-4C53-A2B2-619608011A4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3B45D3-5582-499D-96A8-416F06A2717C}"/>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512251AC-744E-465F-8FBD-9079770F9C8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E507EC0C-EF58-48A8-9E67-86F6D0EB963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A9C90B-E38D-4DF6-B8C6-AB24B51C88C4}"/>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8C07A2B8-88BD-4B17-8A2D-F616669C6D2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3268157F-3AC8-4F3F-B9E3-7F4692D1DF57}"/>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5840605A-1775-4624-9FEF-A8D5881DF3F3}"/>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814B0528-DD01-42E6-864C-DD322C27B66E}"/>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A2CAF5DF-419A-4924-9CA5-10591D8B70B1}"/>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E95FA3-0951-4154-8440-0F097C4F9A6A}"/>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BE28F523-C8FE-4D92-8204-5774FEF71348}"/>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7371BA02-595A-433B-9240-122D06870B3C}"/>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9A1F8DCF-DA3A-4990-99DA-2D3F2FD6BC38}"/>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976CCDA-9BFF-4082-B276-378B809CF8DB}"/>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6B163AB0-5175-4F13-940C-F943B12C2D51}"/>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A3BDB9CD-CCC0-4688-9E60-21E3DCD38372}"/>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9B95F817-69D9-440F-9DC9-970ADB4726A3}"/>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4EE44F8-8258-4743-867F-1A6EE154B634}"/>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1559139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2026-09-17T12:51:53.9080000Z</dcterms:created>
  <dcterms:modified xsi:type="dcterms:W3CDTF">2026-09-17T12:51:53.9090000Z</dcterms:modified>
</coreProperties>
</file>