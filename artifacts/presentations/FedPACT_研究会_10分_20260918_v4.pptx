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041ff193434d7d" /><Relationship Type="http://schemas.openxmlformats.org/officeDocument/2006/relationships/extended-properties" Target="/docProps/app.xml" Id="R2471ad77d0374cc3" /><Relationship Type="http://schemas.openxmlformats.org/officeDocument/2006/relationships/officeDocument" Target="/ppt/presentation.xml" Id="R57b8e67a6a75434e" /></Relationships>
</file>

<file path=ppt/presentation.xml><?xml version="1.0" encoding="utf-8"?>
<p:presentation xmlns:p="http://schemas.openxmlformats.org/presentationml/2006/main">
  <p:sldMasterIdLst>
    <p:sldMasterId xmlns:r="http://schemas.openxmlformats.org/officeDocument/2006/relationships" id="2147483648" r:id="R1ff09dbed7f147c4"/>
  </p:sldMasterIdLst>
  <p:notesMasterIdLst>
    <p:notesMasterId xmlns:r="http://schemas.openxmlformats.org/officeDocument/2006/relationships" r:id="R0171601023234cf3"/>
  </p:notesMasterIdLst>
  <p:sldIdLst>
    <p:sldId xmlns:r="http://schemas.openxmlformats.org/officeDocument/2006/relationships" id="256" r:id="R779e5ec9103d4f75"/>
    <p:sldId xmlns:r="http://schemas.openxmlformats.org/officeDocument/2006/relationships" id="257" r:id="R5453a2c1283240fc"/>
    <p:sldId xmlns:r="http://schemas.openxmlformats.org/officeDocument/2006/relationships" id="258" r:id="R76cd115541df4d4e"/>
    <p:sldId xmlns:r="http://schemas.openxmlformats.org/officeDocument/2006/relationships" id="259" r:id="Rf40ed3c545bc4d7a"/>
    <p:sldId xmlns:r="http://schemas.openxmlformats.org/officeDocument/2006/relationships" id="260" r:id="R9c31adca768e4188"/>
    <p:sldId xmlns:r="http://schemas.openxmlformats.org/officeDocument/2006/relationships" id="261" r:id="Re6e3e20a16cb4ff6"/>
    <p:sldId xmlns:r="http://schemas.openxmlformats.org/officeDocument/2006/relationships" id="262" r:id="R48d261a3b5c640bc"/>
    <p:sldId xmlns:r="http://schemas.openxmlformats.org/officeDocument/2006/relationships" id="263" r:id="R3f6257b8f59342ad"/>
    <p:sldId xmlns:r="http://schemas.openxmlformats.org/officeDocument/2006/relationships" id="264" r:id="R6e4416329e5b4d4b"/>
    <p:sldId xmlns:r="http://schemas.openxmlformats.org/officeDocument/2006/relationships" id="265" r:id="Ra4caaa1f3f2643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7fd8795dfc46a9" /><Relationship Type="http://schemas.openxmlformats.org/officeDocument/2006/relationships/slideMaster" Target="/ppt/slideMasters/slideMaster1.xml" Id="R1ff09dbed7f147c4" /><Relationship Type="http://schemas.openxmlformats.org/officeDocument/2006/relationships/notesMaster" Target="/ppt/notesMasters/notesMaster1.xml" Id="R0171601023234cf3" /><Relationship Type="http://schemas.openxmlformats.org/officeDocument/2006/relationships/presProps" Target="/ppt/presProps.xml" Id="R6cdaa19ea34b4921" /><Relationship Type="http://schemas.openxmlformats.org/officeDocument/2006/relationships/tableStyles" Target="/ppt/tableStyles.xml" Id="Ra4b38a317c8c4b55" /><Relationship Type="http://schemas.openxmlformats.org/officeDocument/2006/relationships/slide" Target="/ppt/slides/slide1.xml" Id="R779e5ec9103d4f75" /><Relationship Type="http://schemas.openxmlformats.org/officeDocument/2006/relationships/slide" Target="/ppt/slides/slide2.xml" Id="R5453a2c1283240fc" /><Relationship Type="http://schemas.openxmlformats.org/officeDocument/2006/relationships/slide" Target="/ppt/slides/slide3.xml" Id="R76cd115541df4d4e" /><Relationship Type="http://schemas.openxmlformats.org/officeDocument/2006/relationships/slide" Target="/ppt/slides/slide4.xml" Id="Rf40ed3c545bc4d7a" /><Relationship Type="http://schemas.openxmlformats.org/officeDocument/2006/relationships/slide" Target="/ppt/slides/slide5.xml" Id="R9c31adca768e4188" /><Relationship Type="http://schemas.openxmlformats.org/officeDocument/2006/relationships/slide" Target="/ppt/slides/slide6.xml" Id="Re6e3e20a16cb4ff6" /><Relationship Type="http://schemas.openxmlformats.org/officeDocument/2006/relationships/slide" Target="/ppt/slides/slide7.xml" Id="R48d261a3b5c640bc" /><Relationship Type="http://schemas.openxmlformats.org/officeDocument/2006/relationships/slide" Target="/ppt/slides/slide8.xml" Id="R3f6257b8f59342ad" /><Relationship Type="http://schemas.openxmlformats.org/officeDocument/2006/relationships/slide" Target="/ppt/slides/slide9.xml" Id="R6e4416329e5b4d4b" /><Relationship Type="http://schemas.openxmlformats.org/officeDocument/2006/relationships/slide" Target="/ppt/slides/slide10.xml" Id="Ra4caaa1f3f2643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036ad26ad94f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d1f37abb4246e5" /><Relationship Type="http://schemas.openxmlformats.org/officeDocument/2006/relationships/notesMaster" Target="/ppt/notesMasters/notesMaster1.xml" Id="Rd622047e80f94b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01b5eab70740cc" /><Relationship Type="http://schemas.openxmlformats.org/officeDocument/2006/relationships/notesMaster" Target="/ppt/notesMasters/notesMaster1.xml" Id="Rc8b6f87e70bf48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27a0dcd3e646d8" /><Relationship Type="http://schemas.openxmlformats.org/officeDocument/2006/relationships/notesMaster" Target="/ppt/notesMasters/notesMaster1.xml" Id="R9a051431b79244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bef07e84704354" /><Relationship Type="http://schemas.openxmlformats.org/officeDocument/2006/relationships/notesMaster" Target="/ppt/notesMasters/notesMaster1.xml" Id="Rda230e6a0e8c45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0ed400658d45fd" /><Relationship Type="http://schemas.openxmlformats.org/officeDocument/2006/relationships/notesMaster" Target="/ppt/notesMasters/notesMaster1.xml" Id="R9dd4584822ef42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24e2dc69e4022" /><Relationship Type="http://schemas.openxmlformats.org/officeDocument/2006/relationships/notesMaster" Target="/ppt/notesMasters/notesMaster1.xml" Id="R042685cf5ff142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75ec1838094462" /><Relationship Type="http://schemas.openxmlformats.org/officeDocument/2006/relationships/notesMaster" Target="/ppt/notesMasters/notesMaster1.xml" Id="R8e41e67325904f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098590c83a4dd3" /><Relationship Type="http://schemas.openxmlformats.org/officeDocument/2006/relationships/notesMaster" Target="/ppt/notesMasters/notesMaster1.xml" Id="Rd346bf96c2854f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5a5f229fec4e07" /><Relationship Type="http://schemas.openxmlformats.org/officeDocument/2006/relationships/notesMaster" Target="/ppt/notesMasters/notesMaster1.xml" Id="R920bffb9349049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3f8b47e31f493b" /><Relationship Type="http://schemas.openxmlformats.org/officeDocument/2006/relationships/notesMaster" Target="/ppt/notesMasters/notesMaster1.xml" Id="Rff60f2c4ed8247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0:00–0:40】</a:t>
            </a:r>
          </a:p>
          <a:p xmlns:a="http://schemas.openxmlformats.org/drawingml/2006/main">
            <a:r>
              <a:t>今日は、FedPACTが高性能かどうかではなく、複数のclientで生じた局所学習の変化を、private映像をserverへ送らずにcloud側へつなぐ処理が、3 roundにわたって追跡できる状態になったことを報告します。実際の映像と数値を一つずつ追い、どこまで確認でき、どこが次の問題かを示します。</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287c12922c45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48eb820c2047c9" /><Relationship Type="http://schemas.openxmlformats.org/officeDocument/2006/relationships/slideLayout" Target="/ppt/slideLayouts/slideLayout1.xml" Id="R460f7016b34840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0f7016b34840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1ecf0e48b84ed7" /><Relationship Type="http://schemas.openxmlformats.org/officeDocument/2006/relationships/image" Target="/ppt/media/image.jpeg" Id="R22063ef102f04a9f" /><Relationship Type="http://schemas.openxmlformats.org/officeDocument/2006/relationships/notesSlide" Target="/ppt/notesSlides/notesSlide1.xml" Id="R43b3bb7243c448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73ed1e59ca45a3" /><Relationship Type="http://schemas.openxmlformats.org/officeDocument/2006/relationships/image" Target="/ppt/media/image2.jpeg" Id="R2f14dd80f8174b8c" /><Relationship Type="http://schemas.openxmlformats.org/officeDocument/2006/relationships/image" Target="/ppt/media/image3.jpeg" Id="R9bdd4507c10a4217" /><Relationship Type="http://schemas.openxmlformats.org/officeDocument/2006/relationships/notesSlide" Target="/ppt/notesSlides/notesSlide2.xml" Id="Re3d21dfa135048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22d8d5995476c" /><Relationship Type="http://schemas.openxmlformats.org/officeDocument/2006/relationships/notesSlide" Target="/ppt/notesSlides/notesSlide3.xml" Id="R7a39030fddf941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10baa151b445b5" /><Relationship Type="http://schemas.openxmlformats.org/officeDocument/2006/relationships/notesSlide" Target="/ppt/notesSlides/notesSlide4.xml" Id="Rb85f1cfd2ada4f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9b73c86d8d4ceb" /><Relationship Type="http://schemas.openxmlformats.org/officeDocument/2006/relationships/image" Target="/ppt/media/image4.jpeg" Id="R9325de1c9b0b4922" /><Relationship Type="http://schemas.openxmlformats.org/officeDocument/2006/relationships/image" Target="/ppt/media/image5.jpeg" Id="R8691b49c8bbd4bdb" /><Relationship Type="http://schemas.openxmlformats.org/officeDocument/2006/relationships/image" Target="/ppt/media/image6.jpeg" Id="R40b92d61441a47a1" /><Relationship Type="http://schemas.openxmlformats.org/officeDocument/2006/relationships/image" Target="/ppt/media/image7.jpeg" Id="Rb781410eb0ed4dae" /><Relationship Type="http://schemas.openxmlformats.org/officeDocument/2006/relationships/notesSlide" Target="/ppt/notesSlides/notesSlide5.xml" Id="R7fa11e860a2c47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b1868bd20d4439" /><Relationship Type="http://schemas.openxmlformats.org/officeDocument/2006/relationships/image" Target="/ppt/media/image8.jpeg" Id="R9893123a2cb041af" /><Relationship Type="http://schemas.openxmlformats.org/officeDocument/2006/relationships/image" Target="/ppt/media/image9.jpeg" Id="R22849c82de4b4029" /><Relationship Type="http://schemas.openxmlformats.org/officeDocument/2006/relationships/image" Target="/ppt/media/image10.jpeg" Id="R81180b9d7ec642d7" /><Relationship Type="http://schemas.openxmlformats.org/officeDocument/2006/relationships/image" Target="/ppt/media/image11.jpeg" Id="R5c1a00266e304fa1" /><Relationship Type="http://schemas.openxmlformats.org/officeDocument/2006/relationships/notesSlide" Target="/ppt/notesSlides/notesSlide6.xml" Id="R4f9d90cdd5d14f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bc3c17b56642dc" /><Relationship Type="http://schemas.openxmlformats.org/officeDocument/2006/relationships/image" Target="/ppt/media/image12.jpeg" Id="R249f994095ec42a9" /><Relationship Type="http://schemas.openxmlformats.org/officeDocument/2006/relationships/image" Target="/ppt/media/image13.jpeg" Id="R4d59fb267a4b4aa7" /><Relationship Type="http://schemas.openxmlformats.org/officeDocument/2006/relationships/image" Target="/ppt/media/image14.jpeg" Id="Ra9d8b32a21474c1d" /><Relationship Type="http://schemas.openxmlformats.org/officeDocument/2006/relationships/image" Target="/ppt/media/image15.jpeg" Id="R33f04d83ae80407f" /><Relationship Type="http://schemas.openxmlformats.org/officeDocument/2006/relationships/notesSlide" Target="/ppt/notesSlides/notesSlide7.xml" Id="R94531913804548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be5847494f4543" /><Relationship Type="http://schemas.openxmlformats.org/officeDocument/2006/relationships/notesSlide" Target="/ppt/notesSlides/notesSlide8.xml" Id="R9ed9f81ae22d49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b0c872726d4450" /><Relationship Type="http://schemas.openxmlformats.org/officeDocument/2006/relationships/notesSlide" Target="/ppt/notesSlides/notesSlide9.xml" Id="Rb5ede43e82c748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07feac54504675" /><Relationship Type="http://schemas.openxmlformats.org/officeDocument/2006/relationships/notesSlide" Target="/ppt/notesSlides/notesSlide10.xml" Id="Rb729b636d32d4c5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68ACFA-D8E2-4779-AD9F-C5BB834434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B4B"/>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2063ef102f04a9f"/>
          <a:srcRect xmlns:a="http://schemas.openxmlformats.org/drawingml/2006/main" l="28516" t="0" r="28516" b="0"/>
          <a:stretch xmlns:a="http://schemas.openxmlformats.org/drawingml/2006/main">
            <a:fillRect l="0" t="0" r="0" b="0"/>
          </a:stretch>
        </p:blipFill>
        <p:spPr>
          <a:xfrm xmlns:a="http://schemas.openxmlformats.org/drawingml/2006/main">
            <a:off x="6953250" y="0"/>
            <a:ext cx="5238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02EB63-BD62-4C48-8D0E-DE6A1B0BC28E}"/>
              </a:ext>
            </a:extLst>
          </p:cNvPr>
          <p:cNvSpPr>
            <a:spLocks xmlns:a="http://schemas.openxmlformats.org/drawingml/2006/main" noGrp="1"/>
          </p:cNvSpPr>
          <p:nvPr/>
        </p:nvSpPr>
        <p:spPr>
          <a:xfrm xmlns:a="http://schemas.openxmlformats.org/drawingml/2006/main">
            <a:off x="0" y="0"/>
            <a:ext cx="7000875" cy="952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1CC276-B8AF-42A3-A8A8-C1078B5E8BEE}"/>
              </a:ext>
            </a:extLst>
          </p:cNvPr>
          <p:cNvSpPr>
            <a:spLocks xmlns:a="http://schemas.openxmlformats.org/drawingml/2006/main" noGrp="1"/>
          </p:cNvSpPr>
          <p:nvPr/>
        </p:nvSpPr>
        <p:spPr>
          <a:xfrm xmlns:a="http://schemas.openxmlformats.org/drawingml/2006/main">
            <a:off x="666750" y="990600"/>
            <a:ext cx="571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75"/>
          </a:bodyPr>
          <a:lstStyle xmlns:a="http://schemas.openxmlformats.org/drawingml/2006/main"/>
          <a:p xmlns:a="http://schemas.openxmlformats.org/drawingml/2006/main">
            <a:pPr algn="l">
              <a:lnSpc>
                <a:spcPct val="105000"/>
              </a:lnSpc>
              <a:buNone/>
              <a:defRPr sz="3750" b="1">
                <a:solidFill>
                  <a:srgbClr val="FFFFFF"/>
                </a:solidFill>
                <a:latin typeface="Yu Gothic"/>
                <a:ea typeface="Yu Gothic"/>
                <a:cs typeface="Yu Gothic"/>
              </a:defRPr>
            </a:pPr>
            <a:r>
              <a:rPr sz="3750" b="1">
                <a:solidFill>
                  <a:srgbClr val="FFFFFF"/>
                </a:solidFill>
                <a:latin typeface="Yu Gothic"/>
                <a:ea typeface="Yu Gothic"/>
                <a:cs typeface="Yu Gothic"/>
              </a:rPr>
              <a:t>複数の現場で学んだ変化を、</a:t>
            </a:r>
          </a:p>
          <a:p xmlns:a="http://schemas.openxmlformats.org/drawingml/2006/main">
            <a:pPr algn="l">
              <a:lnSpc>
                <a:spcPct val="105000"/>
              </a:lnSpc>
              <a:buNone/>
              <a:defRPr sz="3750" b="1">
                <a:solidFill>
                  <a:srgbClr val="FFFFFF"/>
                </a:solidFill>
                <a:latin typeface="Yu Gothic"/>
                <a:ea typeface="Yu Gothic"/>
                <a:cs typeface="Yu Gothic"/>
              </a:defRPr>
            </a:pPr>
            <a:r>
              <a:rPr sz="3750" b="1">
                <a:solidFill>
                  <a:srgbClr val="FFFFFF"/>
                </a:solidFill>
                <a:latin typeface="Yu Gothic"/>
                <a:ea typeface="Yu Gothic"/>
                <a:cs typeface="Yu Gothic"/>
              </a:rPr>
              <a:t>映像を送らずcloudへ戻せるか</a:t>
            </a:r>
          </a:p>
        </p:txBody>
      </p:sp>
      <p:sp>
        <p:nvSpPr>
          <p:cNvPr id="5" name="">
            <a:extLst xmlns:a="http://schemas.openxmlformats.org/drawingml/2006/main">
              <a:ext uri="{FF2B5EF4-FFF2-40B4-BE49-F238E27FC236}">
                <a16:creationId xmlns:a16="http://schemas.microsoft.com/office/drawing/2014/main" id="{7FB71E42-0879-4F16-96F9-4502FBB30E0E}"/>
              </a:ext>
            </a:extLst>
          </p:cNvPr>
          <p:cNvSpPr>
            <a:spLocks xmlns:a="http://schemas.openxmlformats.org/drawingml/2006/main" noGrp="1"/>
          </p:cNvSpPr>
          <p:nvPr/>
        </p:nvSpPr>
        <p:spPr>
          <a:xfrm xmlns:a="http://schemas.openxmlformats.org/drawingml/2006/main">
            <a:off x="685800" y="31432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69C3BE"/>
                </a:solidFill>
                <a:latin typeface="Yu Gothic"/>
                <a:ea typeface="Yu Gothic"/>
                <a:cs typeface="Yu Gothic"/>
              </a:defRPr>
            </a:pPr>
            <a:r>
              <a:rPr sz="1875" b="1">
                <a:solidFill>
                  <a:srgbClr val="69C3BE"/>
                </a:solidFill>
                <a:latin typeface="Yu Gothic"/>
                <a:ea typeface="Yu Gothic"/>
                <a:cs typeface="Yu Gothic"/>
              </a:rPr>
              <a:t>FedPACT 第I段階</a:t>
            </a:r>
          </a:p>
        </p:txBody>
      </p:sp>
      <p:sp>
        <p:nvSpPr>
          <p:cNvPr id="6" name="">
            <a:extLst xmlns:a="http://schemas.openxmlformats.org/drawingml/2006/main">
              <a:ext uri="{FF2B5EF4-FFF2-40B4-BE49-F238E27FC236}">
                <a16:creationId xmlns:a16="http://schemas.microsoft.com/office/drawing/2014/main" id="{3CFAE579-8250-4CB1-BD82-F1AEEAE6B3DE}"/>
              </a:ext>
            </a:extLst>
          </p:cNvPr>
          <p:cNvSpPr>
            <a:spLocks xmlns:a="http://schemas.openxmlformats.org/drawingml/2006/main" noGrp="1"/>
          </p:cNvSpPr>
          <p:nvPr/>
        </p:nvSpPr>
        <p:spPr>
          <a:xfrm xmlns:a="http://schemas.openxmlformats.org/drawingml/2006/main">
            <a:off x="685800" y="3562350"/>
            <a:ext cx="547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E5EEF0"/>
                </a:solidFill>
                <a:latin typeface="Yu Gothic"/>
                <a:ea typeface="Yu Gothic"/>
                <a:cs typeface="Yu Gothic"/>
              </a:defRPr>
            </a:pPr>
            <a:r>
              <a:rPr sz="1800" b="0">
                <a:solidFill>
                  <a:srgbClr val="E5EEF0"/>
                </a:solidFill>
                <a:latin typeface="Yu Gothic"/>
                <a:ea typeface="Yu Gothic"/>
                <a:cs typeface="Yu Gothic"/>
              </a:rPr>
              <a:t>2 client・60 server-side seed・3 roundの接続確認と診断</a:t>
            </a:r>
          </a:p>
        </p:txBody>
      </p:sp>
      <p:sp>
        <p:nvSpPr>
          <p:cNvPr id="7" name="">
            <a:extLst xmlns:a="http://schemas.openxmlformats.org/drawingml/2006/main">
              <a:ext uri="{FF2B5EF4-FFF2-40B4-BE49-F238E27FC236}">
                <a16:creationId xmlns:a16="http://schemas.microsoft.com/office/drawing/2014/main" id="{43BDDB2B-E90D-44B7-9339-9B30F41C08E0}"/>
              </a:ext>
            </a:extLst>
          </p:cNvPr>
          <p:cNvSpPr>
            <a:spLocks xmlns:a="http://schemas.openxmlformats.org/drawingml/2006/main" noGrp="1"/>
          </p:cNvSpPr>
          <p:nvPr/>
        </p:nvSpPr>
        <p:spPr>
          <a:xfrm xmlns:a="http://schemas.openxmlformats.org/drawingml/2006/main">
            <a:off x="685800" y="4857750"/>
            <a:ext cx="781050" cy="47625"/>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A1F8D5-829A-419A-B986-4CC103243A8E}"/>
              </a:ext>
            </a:extLst>
          </p:cNvPr>
          <p:cNvSpPr>
            <a:spLocks xmlns:a="http://schemas.openxmlformats.org/drawingml/2006/main" noGrp="1"/>
          </p:cNvSpPr>
          <p:nvPr/>
        </p:nvSpPr>
        <p:spPr>
          <a:xfrm xmlns:a="http://schemas.openxmlformats.org/drawingml/2006/main">
            <a:off x="685800" y="510540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D3E1E4"/>
                </a:solidFill>
                <a:latin typeface="Yu Gothic"/>
                <a:ea typeface="Yu Gothic"/>
                <a:cs typeface="Yu Gothic"/>
              </a:defRPr>
            </a:pPr>
            <a:r>
              <a:rPr sz="1425" b="0">
                <a:solidFill>
                  <a:srgbClr val="D3E1E4"/>
                </a:solidFill>
                <a:latin typeface="Yu Gothic"/>
                <a:ea typeface="Yu Gothic"/>
                <a:cs typeface="Yu Gothic"/>
              </a:rPr>
              <a:t>吉村 有生　研究会　2026.09.18</a:t>
            </a:r>
          </a:p>
        </p:txBody>
      </p:sp>
    </p:spTree>
    <p:extLst>
      <p:ext uri="{BB962C8B-B14F-4D97-AF65-F5344CB8AC3E}">
        <p14:creationId xmlns:p14="http://schemas.microsoft.com/office/powerpoint/2010/main" val="21097458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848F4B9-03D4-42FD-B35A-71908F2725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01498E-CCE1-4D22-A065-90B34FB931F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F8378D-5B7A-4FA0-ADF3-B9F9558726C2}"/>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A51BD4C2-3DB5-4501-8C14-600FCF34781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98E686AA-F9A4-4D00-9BA0-CF7469D8589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6F1F93-338A-4E03-B9FC-0A07CC5892A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1DF9376-4092-4F19-9D06-A9AAB455C54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f14dd80f8174b8c"/>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bdd4507c10a4217"/>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6D65328-912F-4103-867C-0EF004F6EC01}"/>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4D20A701-ACF8-4905-9B50-31B7DA84AFC4}"/>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ADF765CA-6ABA-4304-A426-D4A521F01DAD}"/>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2ECAACDC-0A8C-42A8-96DF-83BE9F331332}"/>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4D2AB45F-04DE-456F-998D-4D1CE98302F5}"/>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4B3779-0B38-4A4F-87C3-7E63B690FCCD}"/>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67578522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F1BD8DF-B140-4D04-9DFD-C1894F50D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4A8305-6371-4E5E-9B40-6170138CC12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A6C126-84D4-4937-A009-627A9A297A38}"/>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E59D7EDF-E341-4D01-B740-8314DE96D7BE}"/>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23A1C828-E34E-4151-8BF0-9CD9F2B71C8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4A5CEB-7EB4-48D6-94BD-09D67E8A0651}"/>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947CB97-2ECF-46EE-AE06-A6292B9B481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B110E258-54FC-4B09-A834-DB5F5289B07E}"/>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C225C9E6-7FC7-4033-8308-6D624C93E805}"/>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E0AA525-A988-4AE9-864D-D108C6CB6FB1}"/>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646CFCA2-35C7-4E31-8AF6-F325552325FE}"/>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機能を一度に入れると、失敗原因を切り分けられない。core questionとminimum systemを先に確認する。</a:t>
            </a:r>
          </a:p>
        </p:txBody>
      </p:sp>
      <p:sp>
        <p:nvSpPr>
          <p:cNvPr id="12" name="">
            <a:extLst xmlns:a="http://schemas.openxmlformats.org/drawingml/2006/main">
              <a:ext uri="{FF2B5EF4-FFF2-40B4-BE49-F238E27FC236}">
                <a16:creationId xmlns:a16="http://schemas.microsoft.com/office/drawing/2014/main" id="{245D9C6E-A4B6-4456-9DA4-7C9A6A9A06C3}"/>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42FAF311-7EFC-4623-92A0-64F1A0535C60}"/>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569201A-2622-40D8-AA60-E493A8759A74}"/>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D4382868-BB5E-472F-BE52-5BBF232959B9}"/>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三層構造は維持し、研究の中核をLayer 2に置く。第I段階は性能比較ではなく、処理とstateを追跡できることを確認する。</a:t>
            </a:r>
          </a:p>
        </p:txBody>
      </p:sp>
      <p:sp>
        <p:nvSpPr>
          <p:cNvPr id="16" name="">
            <a:extLst xmlns:a="http://schemas.openxmlformats.org/drawingml/2006/main">
              <a:ext uri="{FF2B5EF4-FFF2-40B4-BE49-F238E27FC236}">
                <a16:creationId xmlns:a16="http://schemas.microsoft.com/office/drawing/2014/main" id="{8262A460-1981-4076-8436-C3802EDB81F8}"/>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75DC1E09-2533-4E45-810A-7CDA906FEEF9}"/>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237C8F-2D9E-459D-9EB9-382673B15702}"/>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E8873614-30DA-44FE-8309-9FF59B5F22C0}"/>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入力条件を修正し、2 clientからfoundation更新、次roundへの状態継承までをログ付きで実行した。</a:t>
            </a:r>
          </a:p>
        </p:txBody>
      </p:sp>
      <p:sp>
        <p:nvSpPr>
          <p:cNvPr id="20" name="">
            <a:extLst xmlns:a="http://schemas.openxmlformats.org/drawingml/2006/main">
              <a:ext uri="{FF2B5EF4-FFF2-40B4-BE49-F238E27FC236}">
                <a16:creationId xmlns:a16="http://schemas.microsoft.com/office/drawing/2014/main" id="{EABB704C-B205-4306-826F-6C8EC15FE573}"/>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AA5491-12E3-4111-B952-A2668A003EC6}"/>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A426CEE-201E-428D-B103-A7F05E6CD588}"/>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D4B9660E-3C45-4E2C-925E-B78033583CFE}"/>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18296801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2A6792-D89C-48A6-AF34-E160D1D073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536449-D78F-4B0D-A894-349F5A3256A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539D39-7E2C-43DC-815C-79F507BC0F9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D8BDD154-1E44-430E-8FF7-F9B62C919749}"/>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42DCCD69-1FD7-4D44-B021-F9613181193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474603-2FDE-4741-AEF0-D9083D22744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2B8AE2F-C94E-4500-A78A-A0FF343936D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89165D7C-A1F4-4755-B130-0FC83FFB8721}"/>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A7251BF2-5AD9-4100-AEDF-846C5E44CFB3}"/>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4C025B72-94AB-49F2-9059-3C03DCDDB9D6}"/>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7292551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6BFBE6-75F6-4F1A-A208-83EC87FB78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02D53F-1975-4FDE-8310-98B02DEFE6F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8DFF0E-5B17-4C31-B421-20DA94CB5214}"/>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19970065-5858-408E-8D60-0D59BEC0720C}"/>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38DBAE44-AB29-4BC7-AA0C-01CD8277439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AD46E8E-AD7D-4E0E-9487-29E3E1BC5960}"/>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797CF88-9571-4A71-96DB-7ABA5E610F5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41A1A15B-91C5-48BE-B95B-7086D074C692}"/>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4BC2EAFA-F675-401A-8E1C-75F2A525A2F5}"/>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76D37CE2-2084-4AA9-ABA2-074D44722474}"/>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FE2AF16F-29BC-4AA6-9859-842ABEA49DB1}"/>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0EE26A24-05B9-4510-9B17-C5B07D3A333C}"/>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5A54C2DC-D58A-48E0-B732-F9E06A0D62F0}"/>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ABE1C2BE-4C84-43A6-BF1D-AF1F7A2A3495}"/>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554386F9-25B6-4D77-8118-3F0FE27B6A13}"/>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325de1c9b0b4922"/>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691b49c8bbd4bdb"/>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C05CD1F-00B5-489A-8A18-F3530D788495}"/>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0b92d61441a47a1"/>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781410eb0ed4dae"/>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5A13B6A-A59E-4FB0-B0FF-87B5FFF4F0B3}"/>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BCEB336-9268-4D2A-817E-4DEFF217B4CD}"/>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9502467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FC68888-9E0E-4579-B6F2-5841603AE6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890989-23F2-478F-B215-FE9ACDE70AE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F4C7ED-8D9C-4095-8000-776D837D4106}"/>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B820A1B9-3F0A-4A91-BB29-8D60F1DACBF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555F5554-966C-4D60-BD34-5C97BD16A87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E84526-0357-47AE-B81F-37239C4D170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5953E3B-9C1A-4FB8-B6F7-F4E07FE7C43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893123a2cb041af"/>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22849c82de4b4029"/>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1180b9d7ec642d7"/>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c1a00266e304fa1"/>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2AF2EDA-7656-40E6-A487-F346BDC6711F}"/>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B394D2B2-1603-41BF-98F8-D378B424D686}"/>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AB67BF10-E687-4F9E-8319-F4DD88667B50}"/>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875C9303-1530-40BD-AEBC-54A36852449E}"/>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D857BAF4-B005-4C76-B12F-035EBADEEB6D}"/>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09861B61-70DF-4CEB-B17B-00870D088D6A}"/>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C8607231-F9AE-4976-838F-33537EE665D3}"/>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1EC83079-ED5F-4D18-883E-EAA5FD512720}"/>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CF7C61D4-1F3F-4518-8240-39766ED8A913}"/>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59D7916A-9048-4DD1-8183-FB4F3E1B1441}"/>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547103B9-D444-4E77-98CA-5B8FB4AE0398}"/>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CAFD117D-208B-4E07-B48B-E93C955E2230}"/>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4672941-5F20-4A69-AEDF-E90D05CB4F84}"/>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40CD8E8F-D1AA-4853-9F25-DA2EC9097E85}"/>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395040DE-66F1-46A2-82F1-823390D7C8D4}"/>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664B401C-CD65-4BD3-91A1-4F063E664871}"/>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20632399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8E6466C-D5A1-4D5D-A8EE-8FF629E9A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99F56F-C111-48D0-A0B7-1CDD850B7CD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C40C72-43C1-4C81-8EB4-805F298F1E8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92FF56F1-EC10-4BAF-BB3E-68ECAF4F6795}"/>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76C54D04-319C-4C65-B340-BF04889DFCC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8C78F2-45D3-4530-9162-E76DD7BA26E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3A6893E-C45B-49A2-B6FE-062A8492B26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C75A4F65-5B03-4D4A-A9B0-F6242A1AD4BB}"/>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49f994095ec42a9"/>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d59fb267a4b4aa7"/>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9d8b32a21474c1d"/>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3f04d83ae80407f"/>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5EFB45B-0D10-457B-866F-371B362A0F8F}"/>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18EC8792-FDC6-4149-800B-8FB7210574F4}"/>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52CA66B8-CABE-4C41-BA36-57E99DEE07B4}"/>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C007AFE0-9CE5-4012-9973-FE408D15D498}"/>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DBFCCE76-DA8E-42B5-90AE-9D0BE4636DDC}"/>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6B28CDC-37F7-4B41-BF9B-9410B9FC5A97}"/>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DD3ADCF1-6A0E-4CF3-AE28-C16BCED2EE31}"/>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65AAE538-956C-4B58-BA6B-2729508BF094}"/>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B24D3440-6F48-4EF8-BE00-B00F00CD4BCE}"/>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B77E4CD8-38C1-4B8A-9A94-6EC76B0291B1}"/>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54239A9-8AEE-4911-8402-199FE9232A9F}"/>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57A36EA5-AD22-4F37-9AA7-2061F97616CD}"/>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102A6A88-F05A-4A3A-869E-BFF84472E2F0}"/>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134588655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16D1C1-CAAA-42E2-8C73-108FA7CC75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FAE269-D2B6-4650-ADD0-7CCEC3B025F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DCA6EA-B13B-43E8-995C-0659C5CDC7F3}"/>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14F2C96C-E1DE-4EE1-ACBF-4B21D76D162A}"/>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C50645AA-4FCF-49C4-B223-CF714C350A5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91D0F03-9068-4658-A6CF-273E98669D8C}"/>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6CCC34F-A0DD-48DF-9544-CC29491958E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FFFFFF"/>
                          </a:solidFill>
                          <a:latin typeface="Yu Gothic"/>
                          <a:ea typeface="Yu Gothic"/>
                          <a:cs typeface="Yu Gothic"/>
                        </a:rPr>
                        <a:t>prototype</a:t>
                      </a:r>
                    </a:p>
                  </a:txBody>
                  <a:tcPr marL="91440" marR="91440" marT="45720" marB="45720"/>
                </a:tc>
                <a:tc>
                  <a:txBody>
                    <a:bodyPr/>
                    <a:lstStyle/>
                    <a:p>
                      <a:r>
                        <a:rPr sz="1300" b="1">
                          <a:solidFill>
                            <a:srgbClr val="FFFFFF"/>
                          </a:solidFill>
                          <a:latin typeface="Yu Gothic"/>
                          <a:ea typeface="Yu Gothic"/>
                          <a:cs typeface="Yu Gothic"/>
                        </a:rPr>
                        <a:t>target Δrisk</a:t>
                      </a:r>
                    </a:p>
                  </a:txBody>
                  <a:tcPr marL="91440" marR="91440" marT="45720" marB="45720"/>
                </a:tc>
                <a:tc>
                  <a:txBody>
                    <a:bodyPr/>
                    <a:lstStyle/>
                    <a:p>
                      <a:r>
                        <a:rPr sz="1300" b="1">
                          <a:solidFill>
                            <a:srgbClr val="FFFFFF"/>
                          </a:solidFill>
                          <a:latin typeface="Yu Gothic"/>
                          <a:ea typeface="Yu Gothic"/>
                          <a:cs typeface="Yu Gothic"/>
                        </a:rPr>
                        <a:t>proxy Δrisk</a:t>
                      </a:r>
                    </a:p>
                  </a:txBody>
                  <a:tcPr marL="91440" marR="91440" marT="45720" marB="45720"/>
                </a:tc>
                <a:tc>
                  <a:txBody>
                    <a:bodyPr/>
                    <a:lstStyle/>
                    <a:p>
                      <a:r>
                        <a:rPr sz="1300" b="1">
                          <a:solidFill>
                            <a:srgbClr val="FFFFFF"/>
                          </a:solidFill>
                          <a:latin typeface="Yu Gothic"/>
                          <a:ea typeface="Yu Gothic"/>
                          <a:cs typeface="Yu Gothic"/>
                        </a:rPr>
                        <a:t>方向</a:t>
                      </a:r>
                    </a:p>
                  </a:txBody>
                  <a:tcPr marL="91440" marR="91440" marT="45720" marB="45720"/>
                </a:tc>
                <a:tc>
                  <a:txBody>
                    <a:bodyPr/>
                    <a:lstStyle/>
                    <a:p>
                      <a:r>
                        <a:rPr sz="1300" b="1">
                          <a:solidFill>
                            <a:srgbClr val="FFFFFF"/>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2F19AF13-1F7C-45C3-B18A-7E1C114BDC8C}"/>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FFEC68-5BC2-4061-9AD8-750F8C928CE9}"/>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FBFFBE89-3A41-4124-8278-4F6A1F344533}"/>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17918657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B62067-239C-4206-A502-E3DECDB090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06CB24-1E2F-43E0-B9A3-A4DEB439836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496CE5-781F-48FD-BC8D-2D02CDB0F040}"/>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FE8AE9C1-6E41-4DFD-96EA-07E46FB6A649}"/>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85F5041E-1FF9-47DD-A6B6-AF974869CD6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65EB657-5A5F-4D1F-BAE9-A6AFD8273D6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2EACCD3-D47A-4545-A2FB-569BC9F1F1D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FFFFFF"/>
                          </a:solidFill>
                          <a:latin typeface="Yu Gothic"/>
                          <a:ea typeface="Yu Gothic"/>
                          <a:cs typeface="Yu Gothic"/>
                        </a:rPr>
                        <a:t>round</a:t>
                      </a:r>
                    </a:p>
                  </a:txBody>
                  <a:tcPr marL="91440" marR="91440" marT="45720" marB="45720"/>
                </a:tc>
                <a:tc>
                  <a:txBody>
                    <a:bodyPr/>
                    <a:lstStyle/>
                    <a:p>
                      <a:r>
                        <a:rPr sz="1200" b="1">
                          <a:solidFill>
                            <a:srgbClr val="FFFFFF"/>
                          </a:solidFill>
                          <a:latin typeface="Yu Gothic"/>
                          <a:ea typeface="Yu Gothic"/>
                          <a:cs typeface="Yu Gothic"/>
                        </a:rPr>
                        <a:t>入力 M_G</a:t>
                      </a:r>
                    </a:p>
                  </a:txBody>
                  <a:tcPr marL="91440" marR="91440" marT="45720" marB="45720"/>
                </a:tc>
                <a:tc>
                  <a:txBody>
                    <a:bodyPr/>
                    <a:lstStyle/>
                    <a:p>
                      <a:r>
                        <a:rPr sz="1200" b="1">
                          <a:solidFill>
                            <a:srgbClr val="FFFFFF"/>
                          </a:solidFill>
                          <a:latin typeface="Yu Gothic"/>
                          <a:ea typeface="Yu Gothic"/>
                          <a:cs typeface="Yu Gothic"/>
                        </a:rPr>
                        <a:t>出力 M_G</a:t>
                      </a:r>
                    </a:p>
                  </a:txBody>
                  <a:tcPr marL="91440" marR="91440" marT="45720" marB="45720"/>
                </a:tc>
                <a:tc>
                  <a:txBody>
                    <a:bodyPr/>
                    <a:lstStyle/>
                    <a:p>
                      <a:r>
                        <a:rPr sz="1200" b="1">
                          <a:solidFill>
                            <a:srgbClr val="FFFFFF"/>
                          </a:solidFill>
                          <a:latin typeface="Yu Gothic"/>
                          <a:ea typeface="Yu Gothic"/>
                          <a:cs typeface="Yu Gothic"/>
                        </a:rPr>
                        <a:t>client LoRA update norm</a:t>
                      </a:r>
                    </a:p>
                  </a:txBody>
                  <a:tcPr marL="91440" marR="91440" marT="45720" marB="45720"/>
                </a:tc>
                <a:tc>
                  <a:txBody>
                    <a:bodyPr/>
                    <a:lstStyle/>
                    <a:p>
                      <a:r>
                        <a:rPr sz="1200" b="1">
                          <a:solidFill>
                            <a:srgbClr val="FFFFFF"/>
                          </a:solidFill>
                          <a:latin typeface="Yu Gothic"/>
                          <a:ea typeface="Yu Gothic"/>
                          <a:cs typeface="Yu Gothic"/>
                        </a:rPr>
                        <a:t>FedAvg再計算差</a:t>
                      </a:r>
                    </a:p>
                  </a:txBody>
                  <a:tcPr marL="91440" marR="91440" marT="45720" marB="45720"/>
                </a:tc>
                <a:tc>
                  <a:txBody>
                    <a:bodyPr/>
                    <a:lstStyle/>
                    <a:p>
                      <a:r>
                        <a:rPr sz="1200" b="1">
                          <a:solidFill>
                            <a:srgbClr val="FFFFFF"/>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A98E3048-21AD-4153-AF8D-54D66D51C9C8}"/>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3065D8A1-4961-4C75-A3C9-0AEB0A978BC0}"/>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2992C2E-FBAA-425B-B610-EF6DF1CB9AE5}"/>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C7075822-AD76-4C9B-AD5A-FD1AD6AC5B96}"/>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24E5D771-0DE3-45C3-8EC6-35A6A93DDBEB}"/>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72C15C2-96D3-45E6-9A6C-D1E5621E0D0A}"/>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8A554A29-535D-4D17-A188-620AED536119}"/>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round 3は加重KLを減らす条件を満たせず、実行確認として更新した。処理は動いたが、安定したfoundation更新とは言えない。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CE90781B-9814-42E8-97BD-7CF8ABE3CEB5}"/>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7923796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178054A-5892-4A33-A9D3-3C1DC3EF98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F0BBBE-1AC3-4BE1-8681-717D0075CEF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715258-D88F-4CC9-A9DB-D31C89A81A6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2C11FEC3-B775-4974-9F29-F6C703C8C0C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458DC29A-7762-4CF2-A31A-C0D43C0D71C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96F622-CFE9-4118-B897-78E53583911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7B134F9-08D7-4CBC-813E-BD9B1C8872C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75F53132-0F2B-47C4-8CF6-2E6BF4A58059}"/>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FAD76630-D181-4606-BC0E-AC9E3DB685BC}"/>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71F7DAA1-DEA1-4D1E-A09B-1E0D3C2EF22C}"/>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A474758B-60A9-49C9-8943-B899A40276C2}"/>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4EAE6A-A705-413C-844E-89990B1E6ECC}"/>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444403EB-2D8C-4E3F-B182-8937CFF6EFA4}"/>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8EF84CA3-7534-4E93-B5BE-378C78FF1876}"/>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2C3456E0-6D8D-4EEA-93E9-CCE13ECADF0B}"/>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2F423F-776E-4AA3-BD92-2655C872EAA8}"/>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157A494C-417E-4A5A-98EB-BC46D222C035}"/>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9007CA86-214E-4351-911E-05BC0954BF3C}"/>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C8FF6380-37C9-4264-9014-EBECA0DB78E4}"/>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5DA224F-CCF9-40E9-9C43-CAEC888F3BE6}"/>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23264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2026-09-17T12:47:47.0220000Z</dcterms:created>
  <dcterms:modified xsi:type="dcterms:W3CDTF">2026-09-17T12:47:47.0220000Z</dcterms:modified>
</coreProperties>
</file>