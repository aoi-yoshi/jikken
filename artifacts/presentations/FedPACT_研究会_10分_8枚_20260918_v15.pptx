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21efa1bd4249ee" /><Relationship Type="http://schemas.openxmlformats.org/officeDocument/2006/relationships/extended-properties" Target="/docProps/app.xml" Id="R4cc229f8378c48cc" /><Relationship Type="http://schemas.openxmlformats.org/officeDocument/2006/relationships/officeDocument" Target="/ppt/presentation.xml" Id="R19862b2c84584268" /></Relationships>
</file>

<file path=ppt/presentation.xml><?xml version="1.0" encoding="utf-8"?>
<p:presentation xmlns:p="http://schemas.openxmlformats.org/presentationml/2006/main">
  <p:sldMasterIdLst>
    <p:sldMasterId xmlns:r="http://schemas.openxmlformats.org/officeDocument/2006/relationships" id="2147483648" r:id="R0036fbef77b14c7f"/>
  </p:sldMasterIdLst>
  <p:notesMasterIdLst>
    <p:notesMasterId xmlns:r="http://schemas.openxmlformats.org/officeDocument/2006/relationships" r:id="Re28877dc43fa47a4"/>
  </p:notesMasterIdLst>
  <p:sldIdLst>
    <p:sldId xmlns:r="http://schemas.openxmlformats.org/officeDocument/2006/relationships" id="256" r:id="R4da8ccbe776d4ec9"/>
    <p:sldId xmlns:r="http://schemas.openxmlformats.org/officeDocument/2006/relationships" id="257" r:id="Rf63c7243cfc44bc8"/>
    <p:sldId xmlns:r="http://schemas.openxmlformats.org/officeDocument/2006/relationships" id="258" r:id="Rb347d574ce3748c3"/>
    <p:sldId xmlns:r="http://schemas.openxmlformats.org/officeDocument/2006/relationships" id="259" r:id="Ra5fa0c84e1d842bc"/>
    <p:sldId xmlns:r="http://schemas.openxmlformats.org/officeDocument/2006/relationships" id="260" r:id="Rba6d10ee58814c35"/>
    <p:sldId xmlns:r="http://schemas.openxmlformats.org/officeDocument/2006/relationships" id="261" r:id="Rbd65517bbdbb4f68"/>
    <p:sldId xmlns:r="http://schemas.openxmlformats.org/officeDocument/2006/relationships" id="262" r:id="Rf713ac6cbeb142d7"/>
    <p:sldId xmlns:r="http://schemas.openxmlformats.org/officeDocument/2006/relationships" id="263" r:id="Re59b74d11a3247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64c4ba53ab4967" /><Relationship Type="http://schemas.openxmlformats.org/officeDocument/2006/relationships/slideMaster" Target="/ppt/slideMasters/slideMaster1.xml" Id="R0036fbef77b14c7f" /><Relationship Type="http://schemas.openxmlformats.org/officeDocument/2006/relationships/notesMaster" Target="/ppt/notesMasters/notesMaster1.xml" Id="Re28877dc43fa47a4" /><Relationship Type="http://schemas.openxmlformats.org/officeDocument/2006/relationships/presProps" Target="/ppt/presProps.xml" Id="Rf4d725f8e7194495" /><Relationship Type="http://schemas.openxmlformats.org/officeDocument/2006/relationships/tableStyles" Target="/ppt/tableStyles.xml" Id="Re2e771b78ba8419c" /><Relationship Type="http://schemas.openxmlformats.org/officeDocument/2006/relationships/slide" Target="/ppt/slides/slide1.xml" Id="R4da8ccbe776d4ec9" /><Relationship Type="http://schemas.openxmlformats.org/officeDocument/2006/relationships/slide" Target="/ppt/slides/slide2.xml" Id="Rf63c7243cfc44bc8" /><Relationship Type="http://schemas.openxmlformats.org/officeDocument/2006/relationships/slide" Target="/ppt/slides/slide3.xml" Id="Rb347d574ce3748c3" /><Relationship Type="http://schemas.openxmlformats.org/officeDocument/2006/relationships/slide" Target="/ppt/slides/slide4.xml" Id="Ra5fa0c84e1d842bc" /><Relationship Type="http://schemas.openxmlformats.org/officeDocument/2006/relationships/slide" Target="/ppt/slides/slide5.xml" Id="Rba6d10ee58814c35" /><Relationship Type="http://schemas.openxmlformats.org/officeDocument/2006/relationships/slide" Target="/ppt/slides/slide6.xml" Id="Rbd65517bbdbb4f68" /><Relationship Type="http://schemas.openxmlformats.org/officeDocument/2006/relationships/slide" Target="/ppt/slides/slide7.xml" Id="Rf713ac6cbeb142d7" /><Relationship Type="http://schemas.openxmlformats.org/officeDocument/2006/relationships/slide" Target="/ppt/slides/slide8.xml" Id="Re59b74d11a3247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64329918fb44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d8230cf6e24b30" /><Relationship Type="http://schemas.openxmlformats.org/officeDocument/2006/relationships/notesMaster" Target="/ppt/notesMasters/notesMaster1.xml" Id="Rc27d9e5401244c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54149f8d084c39" /><Relationship Type="http://schemas.openxmlformats.org/officeDocument/2006/relationships/notesMaster" Target="/ppt/notesMasters/notesMaster1.xml" Id="Rafa0c13d3a1e412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0ab98bfbb64f47" /><Relationship Type="http://schemas.openxmlformats.org/officeDocument/2006/relationships/notesMaster" Target="/ppt/notesMasters/notesMaster1.xml" Id="R3c4b0556bb9e4a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d42acc543540ca" /><Relationship Type="http://schemas.openxmlformats.org/officeDocument/2006/relationships/notesMaster" Target="/ppt/notesMasters/notesMaster1.xml" Id="R9b1b7d24ea3540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bf8b95312841ef" /><Relationship Type="http://schemas.openxmlformats.org/officeDocument/2006/relationships/notesMaster" Target="/ppt/notesMasters/notesMaster1.xml" Id="R8e35f24984784c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6a1726f6cf4225" /><Relationship Type="http://schemas.openxmlformats.org/officeDocument/2006/relationships/notesMaster" Target="/ppt/notesMasters/notesMaster1.xml" Id="R68e2721bc73540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229f4755554c27" /><Relationship Type="http://schemas.openxmlformats.org/officeDocument/2006/relationships/notesMaster" Target="/ppt/notesMasters/notesMaster1.xml" Id="R30c2ea8fc0c343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8dd517c1fb4a27" /><Relationship Type="http://schemas.openxmlformats.org/officeDocument/2006/relationships/notesMaster" Target="/ppt/notesMasters/notesMaster1.xml" Id="Ra0fd56e6f66e4c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4:35–5:30】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5:30–6:50】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6:50–8:35】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8:35–10:00】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749c4a997a4b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ffbdec0edb4a8b" /><Relationship Type="http://schemas.openxmlformats.org/officeDocument/2006/relationships/slideLayout" Target="/ppt/slideLayouts/slideLayout1.xml" Id="R58b1a78e6df6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b1a78e6df64c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429d7975e347ef" /><Relationship Type="http://schemas.openxmlformats.org/officeDocument/2006/relationships/image" Target="/ppt/media/image.jpeg" Id="Rea73c31d98434b85" /><Relationship Type="http://schemas.openxmlformats.org/officeDocument/2006/relationships/image" Target="/ppt/media/image2.jpeg" Id="R999cb6f08c734b6d" /><Relationship Type="http://schemas.openxmlformats.org/officeDocument/2006/relationships/notesSlide" Target="/ppt/notesSlides/notesSlide1.xml" Id="Rab239d89475f4e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b5397254cc444d" /><Relationship Type="http://schemas.openxmlformats.org/officeDocument/2006/relationships/image" Target="/ppt/media/image3.jpeg" Id="R24d14cbe10b9476c" /><Relationship Type="http://schemas.openxmlformats.org/officeDocument/2006/relationships/image" Target="/ppt/media/image4.jpeg" Id="R4cc142b8ea964729" /><Relationship Type="http://schemas.openxmlformats.org/officeDocument/2006/relationships/image" Target="/ppt/media/image5.jpeg" Id="R14c9acf3b9964391" /><Relationship Type="http://schemas.openxmlformats.org/officeDocument/2006/relationships/image" Target="/ppt/media/image6.jpeg" Id="R2c7c423d2eaa4560" /><Relationship Type="http://schemas.openxmlformats.org/officeDocument/2006/relationships/notesSlide" Target="/ppt/notesSlides/notesSlide2.xml" Id="R675e4db10e7f4d5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4692d997e4142" /><Relationship Type="http://schemas.openxmlformats.org/officeDocument/2006/relationships/image" Target="/ppt/media/image7.jpeg" Id="Rf73325f83fbc4738" /><Relationship Type="http://schemas.openxmlformats.org/officeDocument/2006/relationships/image" Target="/ppt/media/image8.jpeg" Id="Rb43c679ee0d24624" /><Relationship Type="http://schemas.openxmlformats.org/officeDocument/2006/relationships/image" Target="/ppt/media/image9.jpeg" Id="Ra6dca0a0cbd74723" /><Relationship Type="http://schemas.openxmlformats.org/officeDocument/2006/relationships/notesSlide" Target="/ppt/notesSlides/notesSlide3.xml" Id="R437268940da745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775b8b02224040" /><Relationship Type="http://schemas.openxmlformats.org/officeDocument/2006/relationships/image" Target="/ppt/media/image10.jpeg" Id="Rdef7be90d5794fe8" /><Relationship Type="http://schemas.openxmlformats.org/officeDocument/2006/relationships/image" Target="/ppt/media/image.png" Id="Re3e02151e0a04ae5" /><Relationship Type="http://schemas.openxmlformats.org/officeDocument/2006/relationships/image" Target="/ppt/media/image2.png" Id="Rcc12deab8d7b4eda" /><Relationship Type="http://schemas.openxmlformats.org/officeDocument/2006/relationships/image" Target="/ppt/media/image3.png" Id="R42fd811ed90440b3" /><Relationship Type="http://schemas.openxmlformats.org/officeDocument/2006/relationships/image" Target="/ppt/media/image4.png" Id="R01aa751a02a747d2" /><Relationship Type="http://schemas.openxmlformats.org/officeDocument/2006/relationships/image" Target="/ppt/media/image5.png" Id="R0cd516fda84340fe" /><Relationship Type="http://schemas.openxmlformats.org/officeDocument/2006/relationships/notesSlide" Target="/ppt/notesSlides/notesSlide4.xml" Id="R37cfb1e5734545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4a4b87aa6d4f5e" /><Relationship Type="http://schemas.openxmlformats.org/officeDocument/2006/relationships/notesSlide" Target="/ppt/notesSlides/notesSlide5.xml" Id="Rd02b545331344e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edd6f530354617" /><Relationship Type="http://schemas.openxmlformats.org/officeDocument/2006/relationships/image" Target="/ppt/media/image6.png" Id="Rdd5bec6e6d8c475f" /><Relationship Type="http://schemas.openxmlformats.org/officeDocument/2006/relationships/image" Target="/ppt/media/image7.png" Id="R3b120f21db134527" /><Relationship Type="http://schemas.openxmlformats.org/officeDocument/2006/relationships/image" Target="/ppt/media/image8.png" Id="R39c8f8e6c9614fc0" /><Relationship Type="http://schemas.openxmlformats.org/officeDocument/2006/relationships/image" Target="/ppt/media/image9.png" Id="R80f9d6e75faf4a91" /><Relationship Type="http://schemas.openxmlformats.org/officeDocument/2006/relationships/notesSlide" Target="/ppt/notesSlides/notesSlide6.xml" Id="Rfdcafc254fdb4aa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6b652c31504dbb" /><Relationship Type="http://schemas.openxmlformats.org/officeDocument/2006/relationships/notesSlide" Target="/ppt/notesSlides/notesSlide7.xml" Id="R3094abe50e8446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e22a0ba850424e" /><Relationship Type="http://schemas.openxmlformats.org/officeDocument/2006/relationships/notesSlide" Target="/ppt/notesSlides/notesSlide8.xml" Id="R00e9fe0d7ea54d8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3F523B31-1DBF-41E5-ABFB-F0161E9088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C1380A-106B-4AD3-BA41-96A034DACE6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EC0E1F-9A12-42F2-BA40-1E881686D91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40F34C98-1BFE-47E0-A588-108A111AA62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4383ED19-30F5-4616-A79B-8852FF32A19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E2BF9FC-B6D5-4916-BB13-6C7814E8F96B}"/>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280B0B2-355F-49D3-ABC7-3B5B71E447B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8</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a73c31d98434b85"/>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999cb6f08c734b6d"/>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10DB4B6-B76A-4943-9C5B-3753DDE65392}"/>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A8E0BA6C-E57C-4117-8834-475BF432D16F}"/>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1D9DCF81-BB7D-45A4-A58D-ED6302B448CE}"/>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F3593762-6A30-42DB-B61D-ABA6BF734B9D}"/>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47709CF1-9623-432E-9B92-9736C3BDDCF8}"/>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486F0C67-2F09-4D10-8488-89FB4594B884}"/>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B203595-EDF2-476D-808C-56018FC84D4D}"/>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F3B1FCA5-CA24-4253-80DE-139F9ADF83B4}"/>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93749799-6FD6-444D-8CC8-D316C354B27D}"/>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CFC30212-4FC4-4BB0-AC6B-150BB738D2E8}"/>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F0E43120-8B97-45B9-BAB0-0D00B0D5220B}"/>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E132226B-9ED7-463A-947D-6D548D409BD0}"/>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B5944E8A-2EB2-4632-BA11-ECC8831C3CD0}"/>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CF00EAE-DF51-433D-A108-6BCE6D8FAE36}"/>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FBA82888-592E-43C7-B6B0-D3589F8B9E06}"/>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18EA22DA-094A-4EFF-BBC9-40A7FF461010}"/>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705AD07-1D50-44CC-AEC8-CB0D2175882F}"/>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7B5F9461-AEA8-4C7B-AD0D-ABCEED146E46}"/>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0B4CAFB2-D3B6-47BE-AD18-7E09C114041E}"/>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54CA408-90AC-40D6-819B-13BE01F123E6}"/>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CF498AD-4392-4402-972A-A60F17FF716C}"/>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7E2E41EA-6543-4027-AA41-0E26223A21A6}"/>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F34C36E3-AE43-4E91-8434-309FAB13C791}"/>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EEB2ADE-ADD9-42BA-8E08-D0BB67F3B93D}"/>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3D642AD6-0ED9-4B92-A2C5-05A0ED1306EA}"/>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805248D3-89B9-4E82-8157-571A7D10F3CA}"/>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22BA43F5-C2C3-460D-A616-EABEDDDA1E5B}"/>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3AB5629-A346-4EC8-91A4-257B521AC395}"/>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B4264A8-7E0C-4711-9933-C64EA4070FFF}"/>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0614EF35-40B3-49E5-A510-8C8FB888365D}"/>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F3FDC85F-A772-46CE-BC7A-28F306BE38BD}"/>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80073747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8FE7FAF-9D2D-40A7-AFF5-905FC075445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5A4927-E334-4459-ACD5-253BCFC261F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F77D331-D064-4CBB-8D05-8627591A9F1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082AE88A-7775-4E55-BDCF-10B620B1333F}"/>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62F90C68-D0FF-4842-B82A-46A40AAF89D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5BF9883-133E-4938-97EE-BC2409E1D7A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53DA61F-C33F-47AB-AD3A-BE9C723440B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8</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4d14cbe10b9476c"/>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D4EEB89-8B9F-4795-9138-6FC53D037C10}"/>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cc142b8ea964729"/>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68A32E-1F62-4665-9289-648F821CE842}"/>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4c9acf3b9964391"/>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E416FDB-B013-4FCC-BF48-5DDFBF00BD1A}"/>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2c7c423d2eaa4560"/>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B2729CA-DC18-473C-9332-5F3C2BA4DF59}"/>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91B95131-E20D-4978-8060-66F73D3DBA44}"/>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A0B246EB-936F-4E2B-9721-30C915204E2A}"/>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ECEBE77D-BB98-42B0-89D2-65974D456C98}"/>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E43D946F-2C64-487A-AB1D-ACAE5685FBB3}"/>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1FD0D7ED-E4C4-4A27-A8B6-325021B83F88}"/>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2E93E9C-1A8F-469A-8D23-AEB9D97FA03B}"/>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DAA0571A-AF59-4D68-94F8-7A7AA66BD616}"/>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7D51A089-2935-4B73-AEA9-EFDEEBE33360}"/>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F79BF26E-3A55-494D-B61D-3A93A2F06872}"/>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7B5F4A5-2421-4F01-B7FA-0A32925A6DC8}"/>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156246C0-0932-42E3-B2DE-A214330D0910}"/>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977DE7AD-5947-441E-BF83-9A43308FAC18}"/>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0258BF51-13EA-4DB9-9C94-C58A534E2C19}"/>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E2439BD-89DE-42CC-B80B-E380BC490FD5}"/>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C15FE29B-A08A-48FD-AC7C-CEA69E7B8CCE}"/>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17916734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17ADCB5-5170-4230-81FF-5ECCAA4D84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D38CB5-F3A7-4E0B-B36A-A2D7F69FA2F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EB0675-D823-4E8F-BA72-40A3C0517E3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5F95C5B1-EAC6-40DA-964B-E17CD20C65D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EAE8B4B6-35AD-45D1-BA21-21A850824BA9}"/>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9C4E7B8-8357-48CF-88E7-6907463FDC5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CB1FF7D-ACAE-43A2-B23A-967DFC4BEAD4}"/>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8</a:t>
            </a:r>
          </a:p>
        </p:txBody>
      </p:sp>
      <p:sp>
        <p:nvSpPr>
          <p:cNvPr id="8" name="">
            <a:extLst xmlns:a="http://schemas.openxmlformats.org/drawingml/2006/main">
              <a:ext uri="{FF2B5EF4-FFF2-40B4-BE49-F238E27FC236}">
                <a16:creationId xmlns:a16="http://schemas.microsoft.com/office/drawing/2014/main" id="{1AFEC13C-A118-44AD-809A-34C367F108E7}"/>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73325f83fbc4738"/>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5E90480-E7DF-468D-8273-3064577CB25A}"/>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b43c679ee0d24624"/>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E3E27C8-9EDD-4C61-85C9-FD2BADE057AF}"/>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6dca0a0cbd74723"/>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9B0D7FEC-8DA0-464D-8DE5-F4BE86F8B392}"/>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F5A6E1AC-D41E-444A-AEBF-13499082C393}"/>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71149D89-BAC9-49E8-9991-2EF41717772F}"/>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E1A817D2-E6A6-45AF-A73D-DDF1D98695F6}"/>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A0ECDC0-0A1E-47F6-93E2-E743B9DE8FC7}"/>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2C0E5694-6DE5-4D25-B20D-72A8C1A8234A}"/>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49301FC3-7E3F-4C0F-98C3-9FFE0E152F02}"/>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3281F5FB-7513-40E5-8B4F-88174B216EF6}"/>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7F33740E-FCC1-47D9-B820-8E6F30775315}"/>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1F8BE707-FD1E-494A-ABDA-FEBB080B735D}"/>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4B7AE975-0F64-436A-8373-E5D320674D5E}"/>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F210FABF-7797-463B-96E9-41D7479F65CF}"/>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A3524F26-9C22-4A87-BCB9-301CC3244C9F}"/>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31045C02-9F56-41EA-B1DB-468A54FEFF21}"/>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25835C5-0858-4A09-8179-677F064B9EBE}"/>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F666956E-5D21-4FE6-82CA-CB8A659C279A}"/>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24E543CB-2F63-4F1A-9A8B-A4A158E25E8F}"/>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15207BF1-A7D6-46CE-BC1B-F9C777206F4F}"/>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9864754E-2613-4BB8-9808-F146D5E967D5}"/>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25548EC2-7B20-4FDB-BE63-6C7CA6FE358B}"/>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111251183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13C9D65-5D5A-47C8-AAD9-73F1A13848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CEFEE9-E3B5-4B97-AF72-0599E9F261E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A7342A-11B8-4ADC-A24A-F059562EAF2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0D275E76-A827-41E5-98F2-43EC1D89134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08C883E9-2D77-45DC-B204-3306B13CFDD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AFE9B08-F373-48F4-900C-EC4842476A04}"/>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4A25544-D0CE-4C03-AC84-2B23D229D07A}"/>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8</a:t>
            </a:r>
          </a:p>
        </p:txBody>
      </p:sp>
      <p:sp>
        <p:nvSpPr>
          <p:cNvPr id="8" name="">
            <a:extLst xmlns:a="http://schemas.openxmlformats.org/drawingml/2006/main">
              <a:ext uri="{FF2B5EF4-FFF2-40B4-BE49-F238E27FC236}">
                <a16:creationId xmlns:a16="http://schemas.microsoft.com/office/drawing/2014/main" id="{C4EF0233-FBED-4492-B346-B2BD75423FDE}"/>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1316DDC7-38AE-4E68-9B85-BA2031F3D9F4}"/>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2B8006B3-81D3-442B-B192-C6F0B98C988C}"/>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BF406BF6-952C-489F-BA14-D824E698A7E4}"/>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3598F76-EC23-45F6-B6E6-9D4482C64C7E}"/>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A1CAE5EF-3619-4F51-8D9D-41B60E838E6E}"/>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ef7be90d5794fe8"/>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FD9C7F1-95D1-4737-A6FA-F189CB6B6ABA}"/>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9A1C4045-FF85-45B0-B9EE-5DA5C2389286}"/>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851040-2E57-46F2-8BA5-06094A24E31D}"/>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1FC724A0-D542-4CD6-9709-3212183E2662}"/>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e3e02151e0a04ae5"/>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E9F63C8-50F7-4F6D-BE18-78CB0991D461}"/>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993610C1-B158-459D-AD1E-C794FB6864D2}"/>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cc12deab8d7b4eda"/>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95CA2D83-9DA3-4637-A435-C6DFCBE0D94F}"/>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42fd811ed90440b3"/>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1A233028-71E3-408D-BB4F-460459E7F664}"/>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01aa751a02a747d2"/>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945829F6-2C25-4C12-944D-B6B3CE700FEF}"/>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0cd516fda84340fe"/>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A98CC922-A81C-4D2F-BC8A-32D3C18EDA78}"/>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DC98FC6C-EFB6-47BA-BA3C-33653B8A8EDD}"/>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89CCCB9-E8A1-46A8-9744-CA751FE19287}"/>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400B4527-4D68-45E9-AEDB-6E89A181539F}"/>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9562244F-46AE-4048-B125-3287C176BAF0}"/>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8211C9E2-6C7B-42F9-8612-D6F0E812177D}"/>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FE6FF12-36BB-43AF-947A-E01FDCA921D0}"/>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00B1C992-C873-4BD9-A14B-5BDD753CC92C}"/>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0B7FFDB2-5FAC-448B-9E82-5BB0FD20D3C3}"/>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41296F2E-91E4-4560-BC24-64A59F8669B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3671220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A1557E8-C5B4-4AE9-B14E-2214EF7637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DDB07FD-1453-4CDB-82FD-0839D8A901F5}"/>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3CA7BE-A11A-4B51-87A6-BF76ADACAC5A}"/>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1A027DBE-1425-4530-9C14-31CD52CF4C17}"/>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8251D6F3-5C72-47F6-914A-321B2E5C70D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3FBF969-0BE7-4579-8A9D-60249E0E91B8}"/>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34A5ACA-F832-439E-957E-B811DC46A39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8</a:t>
            </a:r>
          </a:p>
        </p:txBody>
      </p:sp>
      <p:sp>
        <p:nvSpPr>
          <p:cNvPr id="8" name="">
            <a:extLst xmlns:a="http://schemas.openxmlformats.org/drawingml/2006/main">
              <a:ext uri="{FF2B5EF4-FFF2-40B4-BE49-F238E27FC236}">
                <a16:creationId xmlns:a16="http://schemas.microsoft.com/office/drawing/2014/main" id="{A8C1AE0C-6CA2-4C72-AD89-5A52F3802010}"/>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2BE414CF-70DD-42A4-95D3-327BEAA9D704}"/>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A5C6C248-6358-4720-AD8E-0CC148A8ADB9}"/>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4C7907ED-7F7C-42E8-855C-413B344B9E63}"/>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E13216FD-BF6B-48B8-8548-95F64F019720}"/>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44347A0D-AC25-449B-AE5B-9FA805CC1CA6}"/>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5C1B828D-E6E7-4F84-90F6-C0E83CECA540}"/>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996DB5-32BA-4F67-891A-4696D7D29F88}"/>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1AAFF3E7-7CDB-42A8-9ED9-8BF666B13F18}"/>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6430D4-9494-4A30-B7ED-7E4373830F02}"/>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FD40674A-D771-41B3-9DDF-820DE572EF00}"/>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834DAE5-359E-4647-B49E-DC76279C6449}"/>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7FEFC307-73FC-4C59-8A23-03BE6FD1B9B2}"/>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2881596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DAE4B08-6B06-4F5C-936B-B6EB13E898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42666F-FC91-4CA7-B767-056A24F9C9B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B28829D-7D2D-43CA-A265-222C6B2FDA96}"/>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8454E785-D436-4B45-A7DD-CFE3EBBE1F14}"/>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E7C534C9-C487-46C8-9AD8-C8852B50C8F7}"/>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D1D83FE-274B-4771-BE21-3593378DB6D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A3F5392-C07A-4D14-A06D-4E2CE4050F2B}"/>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8</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dd5bec6e6d8c475f"/>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b120f21db134527"/>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9c8f8e6c9614fc0"/>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0f9d6e75faf4a91"/>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D9D26EF-9A84-4298-959D-3106AD031EAD}"/>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64C8AA2F-E565-4FC1-B8FD-171328EA6481}"/>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A2755889-EB8A-42D7-9976-C7A98C5DFECF}"/>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E9384B22-9ED0-474D-ABD3-697A082C4DE6}"/>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4D53067A-DBE1-44C1-877F-8F7706716357}"/>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40D4575C-4231-4377-BB7B-8E22F2D7BAFC}"/>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A9E4A8C3-5645-4433-AF6B-CFE60928DDDE}"/>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7A4E202F-DA55-4DB8-BE1B-C5584508AA82}"/>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7B7451A-5756-41EB-B3B2-1DC0CF7A8345}"/>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44EDFD03-7EB7-445A-BDEB-05FB4B25678F}"/>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45553086-5932-4475-97B2-BC20B0E505CB}"/>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6A889374-B795-4CAA-B8AB-FD35B56140CF}"/>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08E63BE0-DB21-4019-AD96-EAA2D21ED6EF}"/>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3919FD5A-7D64-4AEA-B168-0299F0D8272A}"/>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20FF0FE0-A285-4EF4-8FD5-EBFBC8361ECB}"/>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93005EFE-350E-4EFC-97E2-155D8C41BA77}"/>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66A7D55-08F7-42C1-9B09-D9A789B5C253}"/>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B6041C23-B21A-4745-93C8-490F4C6F490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41346485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112F921-4C52-42E5-B361-4CE1A79D9A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2A15F3-B88D-461C-AF2A-E55C5FD9F9C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D1A6A3-AD02-4A90-B55D-FDC4AA226F8C}"/>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2E32BC0A-2968-440B-9EDD-E745934C44C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F1FB240E-7510-4AD8-AB5E-3E574E7669A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07C65FD-0B42-45F9-8763-DF204C5450A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BDAE7520-7C6D-4208-972C-A9896C4DB58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8</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中央側AI更新（同じ4組）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10^-11</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10^-10</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02586239-07EA-4AEA-9B19-D76ADFAAC3DF}"/>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F3E9BF95-7986-4921-AF22-3AC7EB20B741}"/>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2FD34F-90F1-4C81-965E-6A769AC75962}"/>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8DCB3BA5-22CB-4E9A-A76A-2EBB1C945AFF}"/>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F191FD10-DA00-4C50-AF84-83649ABD5157}"/>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B18E15-D6AB-4513-8B38-C3CCB579FF5F}"/>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820AB0A4-0D41-4C21-A750-AADC5362D077}"/>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63A07277-67B0-43BA-A18C-47591E271405}"/>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65271740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173BE88-883C-4823-B8F8-AE038078396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D99F26-8D73-4C0C-957F-6DBF2A1469B1}"/>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9640C0-6BC8-43EE-B3EC-85672B98A27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3E4FD73D-29BA-4E32-8D67-0B2E4EB142BD}"/>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D2A3452D-E6B6-436D-A6E7-2FD13D3A03B8}"/>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3C193A-F7DA-468B-8453-0F7FE540DC1D}"/>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5DBCFAB4-DC50-4B03-B2D2-D9856F08CB9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8</a:t>
            </a:r>
          </a:p>
        </p:txBody>
      </p:sp>
      <p:sp>
        <p:nvSpPr>
          <p:cNvPr id="8" name="">
            <a:extLst xmlns:a="http://schemas.openxmlformats.org/drawingml/2006/main">
              <a:ext uri="{FF2B5EF4-FFF2-40B4-BE49-F238E27FC236}">
                <a16:creationId xmlns:a16="http://schemas.microsoft.com/office/drawing/2014/main" id="{25C3C0ED-0F29-4F8C-9A15-09DFF6DBD144}"/>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33571AF7-F111-40A0-9182-CE5E03E48FB8}"/>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759FD9BB-50A2-48DA-B8F0-0222049CC307}"/>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C97172-B6F0-49B1-BE03-05FFAF6375D1}"/>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AF09923E-8DB0-412A-A56C-1B6BD61C188A}"/>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F4DAD8DC-224B-4831-9E92-57A4FEFF0607}"/>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D615A15-A5F6-4A5B-B2B6-66466FDEB71C}"/>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56E600BA-D9DE-407A-A858-7D7595BF3961}"/>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F6C8590-66D1-40D0-A4A9-99B30FF06F83}"/>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E4D11FE6-FEA4-4C73-9409-E37A79BD0ACE}"/>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F6ED591F-2822-442C-96F6-986160B9B5FA}"/>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D300B202-D689-470F-90B8-CBA2F9A31BD8}"/>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3998B8E-24E8-43D9-8EDF-041ABB5B6F2A}"/>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9FACF904-F063-4569-9D68-062C48DE32C3}"/>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A525C57D-4779-41F8-BCD3-198D4ED2CC15}"/>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46B9DFBD-428A-4746-9581-F1DBF2125EE8}"/>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1E653C-A156-4FD4-9F4E-7BDEB360C529}"/>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0EEAC86C-AAFE-4B2A-A293-F5B59019CD60}"/>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C20D827B-FBEA-40EA-B725-F347B48FD2D4}"/>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3条件を未使用動画で比較し、その後に異なる規模のAIへ進む</a:t>
            </a:r>
          </a:p>
        </p:txBody>
      </p:sp>
      <p:sp>
        <p:nvSpPr>
          <p:cNvPr id="27" name="">
            <a:extLst xmlns:a="http://schemas.openxmlformats.org/drawingml/2006/main">
              <a:ext uri="{FF2B5EF4-FFF2-40B4-BE49-F238E27FC236}">
                <a16:creationId xmlns:a16="http://schemas.microsoft.com/office/drawing/2014/main" id="{541A28C1-83EF-41EF-9CC4-22036812D707}"/>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ED2A6F7-3A42-4ADF-94AB-D4A503AC2528}"/>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0E8FF2C9-E0C3-490B-98F9-CB055801F412}"/>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614858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2026-09-17T18:50:59.9440000Z</dcterms:created>
  <dcterms:modified xsi:type="dcterms:W3CDTF">2026-09-17T18:50:59.9440000Z</dcterms:modified>
</coreProperties>
</file>