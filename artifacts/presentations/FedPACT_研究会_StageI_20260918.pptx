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3b8a6f6f9f43a9" /><Relationship Type="http://schemas.openxmlformats.org/officeDocument/2006/relationships/extended-properties" Target="/docProps/app.xml" Id="R9280455d25704284" /><Relationship Type="http://schemas.openxmlformats.org/officeDocument/2006/relationships/officeDocument" Target="/ppt/presentation.xml" Id="R85d7a6ac4f1345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67a5f277e4d95"/>
  </p:sldMasterIdLst>
  <p:notesMasterIdLst>
    <p:notesMasterId xmlns:r="http://schemas.openxmlformats.org/officeDocument/2006/relationships" r:id="R57a29242257c4e4e"/>
  </p:notesMasterIdLst>
  <p:sldIdLst>
    <p:sldId xmlns:r="http://schemas.openxmlformats.org/officeDocument/2006/relationships" id="256" r:id="Rde16860102f44e78"/>
    <p:sldId xmlns:r="http://schemas.openxmlformats.org/officeDocument/2006/relationships" id="257" r:id="R868dc63c42664405"/>
    <p:sldId xmlns:r="http://schemas.openxmlformats.org/officeDocument/2006/relationships" id="258" r:id="Rd8be671ea00a42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95b69f927044cf" /><Relationship Type="http://schemas.openxmlformats.org/officeDocument/2006/relationships/slideMaster" Target="/ppt/slideMasters/slideMaster1.xml" Id="Rd5b67a5f277e4d95" /><Relationship Type="http://schemas.openxmlformats.org/officeDocument/2006/relationships/notesMaster" Target="/ppt/notesMasters/notesMaster1.xml" Id="R57a29242257c4e4e" /><Relationship Type="http://schemas.openxmlformats.org/officeDocument/2006/relationships/presProps" Target="/ppt/presProps.xml" Id="R2485e7a4e7814a84" /><Relationship Type="http://schemas.openxmlformats.org/officeDocument/2006/relationships/tableStyles" Target="/ppt/tableStyles.xml" Id="Rbda2328a4c5c4945" /><Relationship Type="http://schemas.openxmlformats.org/officeDocument/2006/relationships/slide" Target="/ppt/slides/slide1.xml" Id="Rde16860102f44e78" /><Relationship Type="http://schemas.openxmlformats.org/officeDocument/2006/relationships/slide" Target="/ppt/slides/slide2.xml" Id="R868dc63c42664405" /><Relationship Type="http://schemas.openxmlformats.org/officeDocument/2006/relationships/slide" Target="/ppt/slides/slide3.xml" Id="Rd8be671ea00a42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5f1b5584f840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af7235a25e4312" /><Relationship Type="http://schemas.openxmlformats.org/officeDocument/2006/relationships/notesMaster" Target="/ppt/notesMasters/notesMaster1.xml" Id="Rdebaccf4a26040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9e8183fbec40bd" /><Relationship Type="http://schemas.openxmlformats.org/officeDocument/2006/relationships/notesMaster" Target="/ppt/notesMasters/notesMaster1.xml" Id="R933ffcaf3b7e4a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4f15458ce14d9b" /><Relationship Type="http://schemas.openxmlformats.org/officeDocument/2006/relationships/notesMaster" Target="/ppt/notesMasters/notesMaster1.xml" Id="R58cc1a5fe9ba46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artifacts/runs/fedpact_stage1/p1d_layer1_20260917_01/client_local/client-0/private_trace.json</a:t>
            </a:r>
          </a:p>
          <a:p xmlns:a="http://schemas.openxmlformats.org/drawingml/2006/main">
            <a:r>
              <a:t>Source images: artifacts/datasets/fedpact_stage1/manifest_paired_alert_quartiles.jsonl</a:t>
            </a:r>
          </a:p>
          <a:p xmlns:a="http://schemas.openxmlformats.org/drawingml/2006/main">
            <a:r>
              <a:t>This slide is a Stage I diagnostic example, not a performance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artifacts/runs/fedpact_stage1/p1d_full_20260917_02/server/layer2_trace.json</a:t>
            </a:r>
          </a:p>
          <a:p xmlns:a="http://schemas.openxmlformats.org/drawingml/2006/main">
            <a:r>
              <a:t>Source: artifacts/runs/fedpact_stage1/p1d_full_20260917_02/foundation/layer3_trace.json</a:t>
            </a:r>
          </a:p>
          <a:p xmlns:a="http://schemas.openxmlformats.org/drawingml/2006/main">
            <a:r>
              <a:t>The selected seed ID is server-side trace information. No client private sample ID was transmitted to the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artifacts/runs/fedpact_stage1/p1d_full_20260917_02/server/layer2_trace.json</a:t>
            </a:r>
          </a:p>
          <a:p xmlns:a="http://schemas.openxmlformats.org/drawingml/2006/main">
            <a:r>
              <a:t>Source: artifacts/runs/fedpact_stage1/p1d_full_20260917_02/foundation/layer3_trace.json</a:t>
            </a:r>
          </a:p>
          <a:p xmlns:a="http://schemas.openxmlformats.org/drawingml/2006/main">
            <a:r>
              <a:t>The four opposite-label selections are an observed diagnostic fact in one round, not evidence that class constraints improve the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b90dea3534f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a9d38cb4194b09" /><Relationship Type="http://schemas.openxmlformats.org/officeDocument/2006/relationships/slideLayout" Target="/ppt/slideLayouts/slideLayout1.xml" Id="R4e5a821e4e2242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5a821e4e2242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37e3d18d34535" /><Relationship Type="http://schemas.openxmlformats.org/officeDocument/2006/relationships/image" Target="/ppt/media/image.jpeg" Id="R0764d0ce16f34fc3" /><Relationship Type="http://schemas.openxmlformats.org/officeDocument/2006/relationships/image" Target="/ppt/media/image2.jpeg" Id="R809417033253449f" /><Relationship Type="http://schemas.openxmlformats.org/officeDocument/2006/relationships/image" Target="/ppt/media/image3.jpeg" Id="R2990357b8dad42b3" /><Relationship Type="http://schemas.openxmlformats.org/officeDocument/2006/relationships/image" Target="/ppt/media/image4.jpeg" Id="Rf3fcbcebba83400a" /><Relationship Type="http://schemas.openxmlformats.org/officeDocument/2006/relationships/notesSlide" Target="/ppt/notesSlides/notesSlide1.xml" Id="Rc1706a31d8e74d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fd73c7b0f429f" /><Relationship Type="http://schemas.openxmlformats.org/officeDocument/2006/relationships/image" Target="/ppt/media/image5.jpeg" Id="R94f1a9f22b204907" /><Relationship Type="http://schemas.openxmlformats.org/officeDocument/2006/relationships/image" Target="/ppt/media/image6.jpeg" Id="R184c22f8da1f42ff" /><Relationship Type="http://schemas.openxmlformats.org/officeDocument/2006/relationships/image" Target="/ppt/media/image7.jpeg" Id="Rcfbc0481434c48c2" /><Relationship Type="http://schemas.openxmlformats.org/officeDocument/2006/relationships/image" Target="/ppt/media/image8.jpeg" Id="R025c42402d754379" /><Relationship Type="http://schemas.openxmlformats.org/officeDocument/2006/relationships/image" Target="/ppt/media/image.png" Id="Rf4d71e6f455645f1" /><Relationship Type="http://schemas.openxmlformats.org/officeDocument/2006/relationships/image" Target="/ppt/media/image2.png" Id="R7ab9d5dac164442a" /><Relationship Type="http://schemas.openxmlformats.org/officeDocument/2006/relationships/image" Target="/ppt/media/image3.png" Id="Rc63a14191b7247e2" /><Relationship Type="http://schemas.openxmlformats.org/officeDocument/2006/relationships/image" Target="/ppt/media/image4.png" Id="R17aafa699ee74753" /><Relationship Type="http://schemas.openxmlformats.org/officeDocument/2006/relationships/notesSlide" Target="/ppt/notesSlides/notesSlide2.xml" Id="R6b4482b7cd2442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9524243de46dd" /><Relationship Type="http://schemas.openxmlformats.org/officeDocument/2006/relationships/notesSlide" Target="/ppt/notesSlides/notesSlide3.xml" Id="Rac7781d26f374e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E41E2-F822-4C82-8540-7ADB0F0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B293B-56CC-45E8-9DA7-1A6AA80B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client-0 / class 0 prototypeの内訳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94A1E-84CF-402A-A593-D342BD98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同じnormal class 3件でも q^{post} は揃わず、平均値が μ^{post}_{k,r} になる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690AF-FE87-4A9C-B20E-ABE7C564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代表sample a20548830ab4cd89  label=normal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4d0ce16f34fc3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24000"/>
            <a:ext cx="1752600" cy="1428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417033253449f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62200" y="1524000"/>
            <a:ext cx="1752600" cy="14287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0357b8dad42b3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524000"/>
            <a:ext cx="1752600" cy="14287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cbcebba83400a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1524000"/>
            <a:ext cx="175260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CDCEC-4C81-4412-961A-E7CD64F6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q^{pre} = [0.854, 0.146]</a:t>
            </a:r>
          </a:p>
          <a:p xmlns:a="http://schemas.openxmlformats.org/drawingml/2006/main">
            <a:pPr>
              <a:def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q^{post} = [0.749, 0.251]</a:t>
            </a:r>
          </a:p>
          <a:p xmlns:a="http://schemas.openxmlformats.org/drawingml/2006/main">
            <a:pPr>
              <a:def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Δq = [-0.106, 0.106]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3571875"/>
          <a:ext xmlns:a="http://schemas.openxmlformats.org/drawingml/2006/main" cx="7239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client-0 / class 0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q^{post}(normal)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q^{post}(risk)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a2054883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0.749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0.251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e769d762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0.166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0.834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e16b30df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0.333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0.667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μ^{post}_{k,r}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0.416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0.584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5B62B-D661-4E3F-9DCE-9A24D250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E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4319B-EDC8-413A-B9C6-7A151055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rPr>
              <a:t>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EABD2-4AFA-4446-8252-2C43547F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2857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8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μ^{post}_{k,r}</a:t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[0.416, 0.584]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Δμ_{k,r}</a:t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[-0.094, 0.094]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π_{k,r} =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1C93F-CD0B-4F88-83E5-D071CB5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診断例。性能評価やclass 0の一般的傾向を示すものではない。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720239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D106D-9172-4616-80E9-45DF7DEB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FD6C1-C8C3-4EDC-A5B3-97214E9B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prototypeからserver-side proxyまでの具体例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96319-E554-41BA-B7BB-D8920CA7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class制約なし検索でrisk seedを選び、contrast 1.15を適用した例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8239D-8DBF-4FB4-B285-18489E23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元seed 6d24134fb5a44162  label=risk  retrieval rank=1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1a9f22b204907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430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c22f8da1f42ff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3638" y="15430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c0481434c48c2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5430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c42402d754379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4113" y="1543050"/>
            <a:ext cx="1824038" cy="1219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01030-089E-469F-8951-C7B1653C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x̃_{k,r}  contrast 1.15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71e6f455645f1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37147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9d5dac164442a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3638" y="37147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a14191b7247e2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37147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afa699ee74753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4113" y="3714750"/>
            <a:ext cx="1824038" cy="1219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B49A1-5D5D-41CC-8C0B-E7805F74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8112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μ^{post}_{k,r} = [0.416, 0.584]</a:t>
            </a:r>
          </a:p>
          <a:p xmlns:a="http://schemas.openxmlformats.org/drawingml/2006/main">
            <a:pPr>
              <a:def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Δμ_{k,r} = [-0.094, 0.094]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B2EE2-579B-4ADB-A0E8-E427EC14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top 3 seed labels</a:t>
            </a:r>
          </a:p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1: risk  KL=1.20e-6</a:t>
            </a:r>
          </a:p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2: normal  KL=8.09e-4</a:t>
            </a:r>
          </a:p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3: normal  KL=2.19e-3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D4B09-CFAE-4EAF-A812-24E1248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33800"/>
            <a:ext cx="323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proxy上のglobal surrogate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M_G^0: [0.477, 0.523]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M_G^1: [0.406, 0.594]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post KL = 2.04e-4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delta error = 4.94e-4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L_match = 6.99e-4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D58CC-7B7D-4D87-B94F-FBF6C1F5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3A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9B3A35"/>
                </a:solidFill>
                <a:latin typeface="Noto Sans JP"/>
                <a:ea typeface="Noto Sans JP"/>
                <a:cs typeface="Noto Sans JP"/>
              </a:rPr>
              <a:t>foundation pair KL: 0.007656 → 0.007709（この1件は増加）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BEB67-E42E-45C2-B5E9-3D627549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4 pairの加重総和で更新するため、個別pairのKL非増加は保証していない。</a:t>
            </a:r>
          </a:p>
        </p:txBody>
      </p:sp>
    </p:spTree>
    <p:extLst>
      <p:ext uri="{BB962C8B-B14F-4D97-AF65-F5344CB8AC3E}">
        <p14:creationId xmlns:p14="http://schemas.microsoft.com/office/powerpoint/2010/main" val="1951304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4A8F4-1740-4EFB-A1B5-09493A2C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1D18C-6F4F-45BE-9922-75D43731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4 prototypeの診断結果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D734A-48C1-41A2-B70D-C433AD8B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2 client × 2 class、60 seed、top 3 × 5変換から各1 pairを選択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1076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952500"/>
                <a:gridCol w="952500"/>
                <a:gridCol w="1047750"/>
                <a:gridCol w="1238250"/>
                <a:gridCol w="1143000"/>
                <a:gridCol w="1190625"/>
                <a:gridCol w="1143000"/>
                <a:gridCol w="1666875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 / class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μ risk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Δμ risk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seed label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変換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post KL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delta error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L_match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foundation KL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client-0</a:t>
                      </a:r>
                    </a:p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0.584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0.094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risk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contrast</a:t>
                      </a:r>
                    </a:p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2.04e-4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4.94e-4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6.99e-4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0.007656</a:t>
                      </a:r>
                    </a:p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0.007709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client-0</a:t>
                      </a:r>
                    </a:p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1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0.724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0.238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normal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identity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8.35e-10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3.49e-2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3.49e-2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0.006065</a:t>
                      </a:r>
                    </a:p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0.005999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client-1</a:t>
                      </a:r>
                    </a:p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0.682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-0.103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risk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identity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3.51e-4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2.51e-2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2.55e-2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0.004202</a:t>
                      </a:r>
                    </a:p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0.004094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client-1</a:t>
                      </a:r>
                    </a:p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1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0.852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0.005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normal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identity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9.45e-5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1.78e-5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1.12e-4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0.000091</a:t>
                      </a:r>
                    </a:p>
                    <a:p>
                      <a:r>
                        <a:rPr sz="1200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0.000009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0DEC3-24EC-41A0-B0E8-29F64E8B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47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E2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E29BE-E796-4C24-99B2-A3EC3DBC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rPr>
              <a:t>観測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30F70-EF4A-41E6-8190-0E32C94D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4/4でprototype classと選択seed labelが不一致。class制約なし・各class 30本で観測した。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EE453-52CE-4D52-B508-45760AB9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47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21E0E-8E54-44C0-9CE4-FA0E9E50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観測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2BE6A-634F-49C6-8A91-78C391FB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816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foundationの加重総KLは 0.05404 → 0.05343。4件中1件の個別KLは増えた。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55BF6-F372-4E8B-82AC-222587E6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1 roundの配線確認結果であり、検索品質や手法の性能傾向はまだ結論しない。</a:t>
            </a:r>
          </a:p>
        </p:txBody>
      </p:sp>
    </p:spTree>
    <p:extLst>
      <p:ext uri="{BB962C8B-B14F-4D97-AF65-F5344CB8AC3E}">
        <p14:creationId xmlns:p14="http://schemas.microsoft.com/office/powerpoint/2010/main" val="75234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2026-09-17T04:17:29.1690000Z</dcterms:created>
  <dcterms:modified xsi:type="dcterms:W3CDTF">2026-09-17T04:17:29.1690000Z</dcterms:modified>
</coreProperties>
</file>