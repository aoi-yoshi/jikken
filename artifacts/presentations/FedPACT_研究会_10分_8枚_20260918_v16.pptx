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77" autoAdjust="0"/>
  </p:normalViewPr>
  <p:slideViewPr>
    <p:cSldViewPr snapToGrid="0">
      <p:cViewPr>
        <p:scale>
          <a:sx n="50" d="100"/>
          <a:sy n="50" d="100"/>
        </p:scale>
        <p:origin x="1906"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目安</a:t>
            </a:r>
            <a:r>
              <a:rPr dirty="0"/>
              <a:t> 0:00–1:10】</a:t>
            </a:r>
          </a:p>
          <a:p>
            <a:r>
              <a:rPr dirty="0"/>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a:endParaRPr dirty="0"/>
          </a:p>
          <a:p>
            <a:r>
              <a:rPr dirty="0"/>
              <a:t>【</a:t>
            </a:r>
            <a:r>
              <a:rPr dirty="0" err="1"/>
              <a:t>根拠</a:t>
            </a:r>
            <a:r>
              <a:rPr dirty="0"/>
              <a:t>】</a:t>
            </a:r>
          </a:p>
          <a:p>
            <a:r>
              <a:rPr dirty="0"/>
              <a:t>notes/advisor/sources/raw/2026-09-16/slack_zettsu_reply_to_chen_ja_date_unknown_received_2026-09-16.md（利用場面、接続問題、適用範囲）</a:t>
            </a:r>
          </a:p>
          <a:p>
            <a:r>
              <a:rPr dirty="0"/>
              <a:t>notes/advisor/sources/raw/2026-09-01/FedPACT手法提案260901.pdf（研究目的、三層構造）</a:t>
            </a:r>
          </a:p>
          <a:p>
            <a:r>
              <a:rPr dirty="0" err="1"/>
              <a:t>画像</a:t>
            </a:r>
            <a:r>
              <a:rPr dirty="0"/>
              <a:t>: artifacts/datasets/frames/train/003d6c3909/003.jpg, artifacts/datasets/frames/train/b82e955a9fdf13e2/003.jpg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1:10–2:10】</a:t>
            </a:r>
          </a:p>
          <a:p>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a:endParaRPr/>
          </a:p>
          <a:p>
            <a:r>
              <a:t>【根拠】</a:t>
            </a:r>
          </a:p>
          <a:p>
            <a:r>
              <a:t>artifacts/runs/fedpact_stage1/p1d_layer1_20260917_01/client_local/client-0/private_trace.json（sample 15a4f810cc4c2aef）</a:t>
            </a:r>
          </a:p>
          <a:p>
            <a:r>
              <a:t>artifacts/datasets/fedpact_stage1/manifest_paired_alert_quartiles.jsonl（危険区間、4フレーム）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2:10–3:10】</a:t>
            </a:r>
          </a:p>
          <a:p>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a:endParaRPr/>
          </a:p>
          <a:p>
            <a:r>
              <a:t>【根拠】</a:t>
            </a:r>
          </a:p>
          <a:p>
            <a:r>
              <a:t>artifacts/runs/fedpact_stage1/p1d_layer1_20260917_01/client_local/client-0/private_trace.json</a:t>
            </a:r>
          </a:p>
          <a:p>
            <a:r>
              <a:t>artifacts/runs/fedpact_stage1/p1d_layer1_20260917_01/communication/client-0/payload.json（r1-client-0-class1）</a:t>
            </a:r>
          </a:p>
          <a:p>
            <a:r>
              <a:t>notes/advisor/sources/raw/2026-09-16/slack_zettsu_flow_feedback_date_unknown_received_2026-09-16.md（Q生成と別経路）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3:10–4:35】</a:t>
            </a:r>
          </a:p>
          <a:p>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a:endParaRPr/>
          </a:p>
          <a:p>
            <a:r>
              <a:t>【根拠】</a:t>
            </a:r>
          </a:p>
          <a:p>
            <a:r>
              <a:t>artifacts/runs/fedpact_stage1/p1d_full_20260917_02/server/layer2_trace.json（60 seed、top 3、5変換、選択）</a:t>
            </a:r>
          </a:p>
          <a:p>
            <a:r>
              <a:t>artifacts/runs/fedpact_stage1/p1d_full_20260917_02/server/proxy_pairs.json（Pの構成）</a:t>
            </a:r>
          </a:p>
          <a:p>
            <a:r>
              <a:t>画像: artifacts/runs/fedpact_stage1/p1d_full_20260917_02/server/transformation_candidates/r1-client-0-class1-rank01-*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4:35–5:30】</a:t>
            </a:r>
          </a:p>
          <a:p>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a:endParaRPr/>
          </a:p>
          <a:p>
            <a:r>
              <a:t>【根拠】</a:t>
            </a:r>
          </a:p>
          <a:p>
            <a:r>
              <a:t>notes/advisor/sources/raw/2026-09-16/slack_zettsu_flow_feedback_date_unknown_received_2026-09-16.md</a:t>
            </a:r>
          </a:p>
          <a:p>
            <a:r>
              <a:t>notes/advisor/sources/raw/2026-09-16/slack_zettsu_experiment_feedback_date_unknown_received_2026-09-16.md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5:30–6:50】</a:t>
            </a:r>
          </a:p>
          <a:p>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a:endParaRPr/>
          </a:p>
          <a:p>
            <a:r>
              <a:t>【根拠】</a:t>
            </a:r>
          </a:p>
          <a:p>
            <a:r>
              <a:t>artifacts/runs/fedpact_stage1/p1d_full_20260917_02/server/layer2_trace.json（r1-client-0-class1）</a:t>
            </a:r>
          </a:p>
          <a:p>
            <a:r>
              <a:t>artifacts/runs/fedpact_stage1/p1d_full_20260917_02/server/proxy_pairs.json</a:t>
            </a:r>
          </a:p>
          <a:p>
            <a:r>
              <a:t>artifacts/reports/fedpact_stage1_20260917/slack_report.md（labelと予測の一致43/60）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目安</a:t>
            </a:r>
            <a:r>
              <a:rPr dirty="0"/>
              <a:t> 6:50–8:35】</a:t>
            </a:r>
          </a:p>
          <a:p>
            <a:r>
              <a:rPr dirty="0"/>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a:endParaRPr dirty="0"/>
          </a:p>
          <a:p>
            <a:r>
              <a:rPr dirty="0"/>
              <a:t>【</a:t>
            </a:r>
            <a:r>
              <a:rPr dirty="0" err="1"/>
              <a:t>根拠</a:t>
            </a:r>
            <a:r>
              <a:rPr dirty="0"/>
              <a:t>】</a:t>
            </a:r>
          </a:p>
          <a:p>
            <a:r>
              <a:rPr dirty="0"/>
              <a:t>artifacts/reports/fedpact_stage1_20260917/three_round_state_lineage.md</a:t>
            </a:r>
          </a:p>
          <a:p>
            <a:r>
              <a:rPr dirty="0"/>
              <a:t>artifacts/reports/fedpact_stage1_20260917/</a:t>
            </a:r>
            <a:r>
              <a:rPr dirty="0" err="1"/>
              <a:t>three_round_state_lineage.json</a:t>
            </a:r>
            <a:endParaRPr dirty="0"/>
          </a:p>
          <a:p>
            <a:r>
              <a:rPr dirty="0"/>
              <a:t>artifacts/reports/fedpact_stage1_20260917/slack_report.md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8:35–10:00】</a:t>
            </a:r>
          </a:p>
          <a:p>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a:endParaRPr/>
          </a:p>
          <a:p>
            <a:r>
              <a:t>【根拠】</a:t>
            </a:r>
          </a:p>
          <a:p>
            <a:r>
              <a:t>notes/advisor/sources/raw/2026-09-16/slack_zettsu_experiment_feedback_date_unknown_received_2026-09-16.md</a:t>
            </a:r>
          </a:p>
          <a:p>
            <a:r>
              <a:t>notes/advisor/sources/raw/2026-09-16/slack_zettsu_reply_to_chen_ja_date_unknown_received_2026-09-16.md</a:t>
            </a:r>
          </a:p>
          <a:p>
            <a:r>
              <a:t>artifacts/reports/fedpact_stage1_20260917/three_round_state_lineage.md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183E404-6859-484F-9D69-D7F545B98B94}"/>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B0A24826-B017-49A4-A439-A10B314B12EF}"/>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err="1">
                <a:solidFill>
                  <a:srgbClr val="173B4B"/>
                </a:solidFill>
                <a:latin typeface="Yu Gothic"/>
                <a:ea typeface="Yu Gothic"/>
                <a:cs typeface="Yu Gothic"/>
              </a:rPr>
              <a:t>複数の現場で得た経験を、中央側AIへ生かす</a:t>
            </a:r>
            <a:endParaRPr sz="2850" b="1" dirty="0">
              <a:solidFill>
                <a:srgbClr val="173B4B"/>
              </a:solidFill>
              <a:latin typeface="Yu Gothic"/>
              <a:ea typeface="Yu Gothic"/>
              <a:cs typeface="Yu Gothic"/>
            </a:endParaRPr>
          </a:p>
        </p:txBody>
      </p:sp>
      <p:sp>
        <p:nvSpPr>
          <p:cNvPr id="4" name="正方形/長方形 3">
            <a:extLst>
              <a:ext uri="{FF2B5EF4-FFF2-40B4-BE49-F238E27FC236}">
                <a16:creationId xmlns:a16="http://schemas.microsoft.com/office/drawing/2014/main" id="{DA8D4503-229A-4ABB-8A35-903D83814A60}"/>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正方形/長方形 4">
            <a:extLst>
              <a:ext uri="{FF2B5EF4-FFF2-40B4-BE49-F238E27FC236}">
                <a16:creationId xmlns:a16="http://schemas.microsoft.com/office/drawing/2014/main" id="{55790702-6F60-41DA-ACFE-2362225E34A2}"/>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B88A7C11-9C21-4C8C-918B-AF24FBAF1592}"/>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91241B5C-CFA4-4ABD-8142-6623E302E9D2}"/>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図 47"/>
          <p:cNvPicPr>
            <a:picLocks noChangeAspect="1"/>
          </p:cNvPicPr>
          <p:nvPr/>
        </p:nvPicPr>
        <p:blipFill>
          <a:blip r:embed="rId3"/>
          <a:srcRect t="85" b="85"/>
          <a:stretch>
            <a:fillRect/>
          </a:stretch>
        </p:blipFill>
        <p:spPr>
          <a:xfrm>
            <a:off x="590550" y="1162050"/>
            <a:ext cx="2476500" cy="1390650"/>
          </a:xfrm>
          <a:prstGeom prst="rect">
            <a:avLst/>
          </a:prstGeom>
        </p:spPr>
      </p:pic>
      <p:pic>
        <p:nvPicPr>
          <p:cNvPr id="49" name="図 48"/>
          <p:cNvPicPr>
            <a:picLocks noChangeAspect="1"/>
          </p:cNvPicPr>
          <p:nvPr/>
        </p:nvPicPr>
        <p:blipFill>
          <a:blip r:embed="rId4"/>
          <a:srcRect t="85" b="85"/>
          <a:stretch>
            <a:fillRect/>
          </a:stretch>
        </p:blipFill>
        <p:spPr>
          <a:xfrm>
            <a:off x="3219450" y="1162050"/>
            <a:ext cx="2476500" cy="1390650"/>
          </a:xfrm>
          <a:prstGeom prst="rect">
            <a:avLst/>
          </a:prstGeom>
        </p:spPr>
      </p:pic>
      <p:sp>
        <p:nvSpPr>
          <p:cNvPr id="10" name="正方形/長方形 9">
            <a:extLst>
              <a:ext uri="{FF2B5EF4-FFF2-40B4-BE49-F238E27FC236}">
                <a16:creationId xmlns:a16="http://schemas.microsoft.com/office/drawing/2014/main" id="{FE25BBD4-DC2B-431D-B3F1-37A61537D2FD}"/>
              </a:ext>
            </a:extLst>
          </p:cNvPr>
          <p:cNvSpPr>
            <a:spLocks noGrp="1"/>
          </p:cNvSpPr>
          <p:nvPr/>
        </p:nvSpPr>
        <p:spPr>
          <a:xfrm>
            <a:off x="590550" y="2647950"/>
            <a:ext cx="2476500" cy="228600"/>
          </a:xfrm>
          <a:prstGeom prst="rect">
            <a:avLst/>
          </a:prstGeom>
          <a:noFill/>
          <a:ln w="0">
            <a:noFill/>
          </a:ln>
        </p:spPr>
        <p:txBody>
          <a:bodyPr wrap="square" lIns="0" tIns="0" rIns="0" bIns="0" anchor="t">
            <a:normAutofit/>
          </a:bodyPr>
          <a:lstStyle/>
          <a:p>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正方形/長方形 10">
            <a:extLst>
              <a:ext uri="{FF2B5EF4-FFF2-40B4-BE49-F238E27FC236}">
                <a16:creationId xmlns:a16="http://schemas.microsoft.com/office/drawing/2014/main" id="{2F20DD42-BF22-4435-B03C-2ACA2DCC56E3}"/>
              </a:ext>
            </a:extLst>
          </p:cNvPr>
          <p:cNvSpPr>
            <a:spLocks noGrp="1"/>
          </p:cNvSpPr>
          <p:nvPr/>
        </p:nvSpPr>
        <p:spPr>
          <a:xfrm>
            <a:off x="3219450" y="2647950"/>
            <a:ext cx="2476500" cy="228600"/>
          </a:xfrm>
          <a:prstGeom prst="rect">
            <a:avLst/>
          </a:prstGeom>
          <a:noFill/>
          <a:ln w="0">
            <a:noFill/>
          </a:ln>
        </p:spPr>
        <p:txBody>
          <a:bodyPr wrap="square" lIns="0" tIns="0" rIns="0" bIns="0" anchor="t">
            <a:normAutofit/>
          </a:bodyPr>
          <a:lstStyle/>
          <a:p>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正方形/長方形 11">
            <a:extLst>
              <a:ext uri="{FF2B5EF4-FFF2-40B4-BE49-F238E27FC236}">
                <a16:creationId xmlns:a16="http://schemas.microsoft.com/office/drawing/2014/main" id="{C1882E61-6DBA-4122-8ABB-EEB8D1033AE4}"/>
              </a:ext>
            </a:extLst>
          </p:cNvPr>
          <p:cNvSpPr>
            <a:spLocks noGrp="1"/>
          </p:cNvSpPr>
          <p:nvPr/>
        </p:nvSpPr>
        <p:spPr>
          <a:xfrm>
            <a:off x="666750" y="3028950"/>
            <a:ext cx="4953000" cy="666750"/>
          </a:xfrm>
          <a:prstGeom prst="rect">
            <a:avLst/>
          </a:prstGeom>
          <a:noFill/>
          <a:ln w="0">
            <a:noFill/>
          </a:ln>
        </p:spPr>
        <p:txBody>
          <a:bodyPr wrap="square" lIns="0" tIns="0" rIns="0" bIns="0" anchor="ctr">
            <a:normAutofit/>
          </a:bodyPr>
          <a:lstStyle/>
          <a:p>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正方形/長方形 12">
            <a:extLst>
              <a:ext uri="{FF2B5EF4-FFF2-40B4-BE49-F238E27FC236}">
                <a16:creationId xmlns:a16="http://schemas.microsoft.com/office/drawing/2014/main" id="{672E4E5F-BFDD-40CF-91B9-13CBEDD20AD9}"/>
              </a:ext>
            </a:extLst>
          </p:cNvPr>
          <p:cNvSpPr>
            <a:spLocks noGrp="1"/>
          </p:cNvSpPr>
          <p:nvPr/>
        </p:nvSpPr>
        <p:spPr>
          <a:xfrm>
            <a:off x="704850" y="3905250"/>
            <a:ext cx="685800" cy="266700"/>
          </a:xfrm>
          <a:prstGeom prst="rect">
            <a:avLst/>
          </a:prstGeom>
          <a:noFill/>
          <a:ln w="0">
            <a:noFill/>
          </a:ln>
        </p:spPr>
        <p:txBody>
          <a:bodyPr wrap="square" lIns="0" tIns="0" rIns="0" bIns="0" anchor="t">
            <a:normAutofit/>
          </a:bodyPr>
          <a:lstStyle/>
          <a:p>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正方形/長方形 13">
            <a:extLst>
              <a:ext uri="{FF2B5EF4-FFF2-40B4-BE49-F238E27FC236}">
                <a16:creationId xmlns:a16="http://schemas.microsoft.com/office/drawing/2014/main" id="{426C5440-DDC2-4476-9362-B60B96EC80C2}"/>
              </a:ext>
            </a:extLst>
          </p:cNvPr>
          <p:cNvSpPr>
            <a:spLocks noGrp="1"/>
          </p:cNvSpPr>
          <p:nvPr/>
        </p:nvSpPr>
        <p:spPr>
          <a:xfrm>
            <a:off x="704850" y="4238625"/>
            <a:ext cx="4857750" cy="628650"/>
          </a:xfrm>
          <a:prstGeom prst="rect">
            <a:avLst/>
          </a:prstGeom>
          <a:noFill/>
          <a:ln w="0">
            <a:noFill/>
          </a:ln>
        </p:spPr>
        <p:txBody>
          <a:bodyPr wrap="square" lIns="0" tIns="0" rIns="0" bIns="0" anchor="t">
            <a:normAutofit/>
          </a:bodyPr>
          <a:lstStyle/>
          <a:p>
            <a:pPr algn="l">
              <a:defRPr sz="1875" b="1">
                <a:solidFill>
                  <a:srgbClr val="26373D"/>
                </a:solidFill>
                <a:latin typeface="Yu Gothic"/>
                <a:ea typeface="Yu Gothic"/>
                <a:cs typeface="Yu Gothic"/>
              </a:defRPr>
            </a:pPr>
            <a:r>
              <a:rPr sz="1875" b="1" dirty="0" err="1">
                <a:solidFill>
                  <a:srgbClr val="26373D"/>
                </a:solidFill>
                <a:latin typeface="Yu Gothic"/>
                <a:ea typeface="Yu Gothic"/>
                <a:cs typeface="Yu Gothic"/>
              </a:rPr>
              <a:t>各現場が学んだ判定の変化を、サービス全体の更新に使う</a:t>
            </a:r>
            <a:endParaRPr sz="1875" b="1" dirty="0">
              <a:solidFill>
                <a:srgbClr val="26373D"/>
              </a:solidFill>
              <a:latin typeface="Yu Gothic"/>
              <a:ea typeface="Yu Gothic"/>
              <a:cs typeface="Yu Gothic"/>
            </a:endParaRPr>
          </a:p>
        </p:txBody>
      </p:sp>
      <p:sp>
        <p:nvSpPr>
          <p:cNvPr id="15" name="正方形/長方形 14">
            <a:extLst>
              <a:ext uri="{FF2B5EF4-FFF2-40B4-BE49-F238E27FC236}">
                <a16:creationId xmlns:a16="http://schemas.microsoft.com/office/drawing/2014/main" id="{A7035383-B5C9-4B3A-9376-E047BC31BB73}"/>
              </a:ext>
            </a:extLst>
          </p:cNvPr>
          <p:cNvSpPr>
            <a:spLocks noGrp="1"/>
          </p:cNvSpPr>
          <p:nvPr/>
        </p:nvSpPr>
        <p:spPr>
          <a:xfrm>
            <a:off x="6057900" y="1162050"/>
            <a:ext cx="19050" cy="3886200"/>
          </a:xfrm>
          <a:prstGeom prst="rect">
            <a:avLst/>
          </a:prstGeom>
          <a:solidFill>
            <a:srgbClr val="C9D2D3"/>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649891C8-DE18-4318-A67E-D82D36FC28A0}"/>
              </a:ext>
            </a:extLst>
          </p:cNvPr>
          <p:cNvSpPr>
            <a:spLocks noGrp="1"/>
          </p:cNvSpPr>
          <p:nvPr/>
        </p:nvSpPr>
        <p:spPr>
          <a:xfrm>
            <a:off x="6419850" y="1162050"/>
            <a:ext cx="2286000" cy="323850"/>
          </a:xfrm>
          <a:prstGeom prst="rect">
            <a:avLst/>
          </a:prstGeom>
          <a:noFill/>
          <a:ln w="0">
            <a:noFill/>
          </a:ln>
        </p:spPr>
        <p:txBody>
          <a:bodyPr wrap="square" lIns="0" tIns="0" rIns="0" bIns="0" anchor="t">
            <a:normAutofit/>
          </a:bodyPr>
          <a:lstStyle/>
          <a:p>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正方形/長方形 16">
            <a:extLst>
              <a:ext uri="{FF2B5EF4-FFF2-40B4-BE49-F238E27FC236}">
                <a16:creationId xmlns:a16="http://schemas.microsoft.com/office/drawing/2014/main" id="{047AB93F-6C8E-4F8E-843A-E0A0DCB3A173}"/>
              </a:ext>
            </a:extLst>
          </p:cNvPr>
          <p:cNvSpPr>
            <a:spLocks noGrp="1"/>
          </p:cNvSpPr>
          <p:nvPr/>
        </p:nvSpPr>
        <p:spPr>
          <a:xfrm>
            <a:off x="6477000" y="1790700"/>
            <a:ext cx="1333500" cy="457200"/>
          </a:xfrm>
          <a:prstGeom prst="rect">
            <a:avLst/>
          </a:prstGeom>
          <a:solidFill>
            <a:srgbClr val="E6F1F3"/>
          </a:solidFill>
          <a:ln w="0">
            <a:noFill/>
          </a:ln>
        </p:spPr>
        <p:txBody>
          <a:bodyPr wrap="square" lIns="0" tIns="0" rIns="0" bIns="0" anchor="ctr">
            <a:normAutofit/>
          </a:bodyPr>
          <a:lstStyle/>
          <a:p>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正方形/長方形 17">
            <a:extLst>
              <a:ext uri="{FF2B5EF4-FFF2-40B4-BE49-F238E27FC236}">
                <a16:creationId xmlns:a16="http://schemas.microsoft.com/office/drawing/2014/main" id="{9506D8DB-7315-492F-82D5-31438FAC914B}"/>
              </a:ext>
            </a:extLst>
          </p:cNvPr>
          <p:cNvSpPr>
            <a:spLocks noGrp="1"/>
          </p:cNvSpPr>
          <p:nvPr/>
        </p:nvSpPr>
        <p:spPr>
          <a:xfrm>
            <a:off x="8020050" y="1790700"/>
            <a:ext cx="3143250" cy="495300"/>
          </a:xfrm>
          <a:prstGeom prst="rect">
            <a:avLst/>
          </a:prstGeom>
          <a:noFill/>
          <a:ln w="0">
            <a:noFill/>
          </a:ln>
        </p:spPr>
        <p:txBody>
          <a:bodyPr wrap="square" lIns="0" tIns="0" rIns="0" bIns="0" anchor="ctr">
            <a:normAutofit/>
          </a:bodyPr>
          <a:lstStyle/>
          <a:p>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正方形/長方形 18">
            <a:extLst>
              <a:ext uri="{FF2B5EF4-FFF2-40B4-BE49-F238E27FC236}">
                <a16:creationId xmlns:a16="http://schemas.microsoft.com/office/drawing/2014/main" id="{9F126582-F59C-4A7D-BE39-E30D5A5EBAB9}"/>
              </a:ext>
            </a:extLst>
          </p:cNvPr>
          <p:cNvSpPr>
            <a:spLocks noGrp="1"/>
          </p:cNvSpPr>
          <p:nvPr/>
        </p:nvSpPr>
        <p:spPr>
          <a:xfrm>
            <a:off x="6486525" y="2514600"/>
            <a:ext cx="895350" cy="285750"/>
          </a:xfrm>
          <a:prstGeom prst="rect">
            <a:avLst/>
          </a:prstGeom>
          <a:noFill/>
          <a:ln w="0">
            <a:noFill/>
          </a:ln>
        </p:spPr>
        <p:txBody>
          <a:bodyPr wrap="square" lIns="0" tIns="0" rIns="0" bIns="0" anchor="t">
            <a:normAutofit/>
          </a:bodyPr>
          <a:lstStyle/>
          <a:p>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正方形/長方形 19">
            <a:extLst>
              <a:ext uri="{FF2B5EF4-FFF2-40B4-BE49-F238E27FC236}">
                <a16:creationId xmlns:a16="http://schemas.microsoft.com/office/drawing/2014/main" id="{334AF34D-BBD1-4EED-A6F4-C21B9C6ED49D}"/>
              </a:ext>
            </a:extLst>
          </p:cNvPr>
          <p:cNvSpPr>
            <a:spLocks noGrp="1"/>
          </p:cNvSpPr>
          <p:nvPr/>
        </p:nvSpPr>
        <p:spPr>
          <a:xfrm>
            <a:off x="6486525" y="2876550"/>
            <a:ext cx="4572000" cy="742950"/>
          </a:xfrm>
          <a:prstGeom prst="rect">
            <a:avLst/>
          </a:prstGeom>
          <a:noFill/>
          <a:ln w="0">
            <a:noFill/>
          </a:ln>
        </p:spPr>
        <p:txBody>
          <a:bodyPr wrap="square" lIns="0" tIns="0" rIns="0" bIns="0" anchor="t">
            <a:normAutofit/>
          </a:bodyPr>
          <a:lstStyle/>
          <a:p>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正方形/長方形 20">
            <a:extLst>
              <a:ext uri="{FF2B5EF4-FFF2-40B4-BE49-F238E27FC236}">
                <a16:creationId xmlns:a16="http://schemas.microsoft.com/office/drawing/2014/main" id="{740077EC-6145-407B-AA5A-3B3C284B1E49}"/>
              </a:ext>
            </a:extLst>
          </p:cNvPr>
          <p:cNvSpPr>
            <a:spLocks noGrp="1"/>
          </p:cNvSpPr>
          <p:nvPr/>
        </p:nvSpPr>
        <p:spPr>
          <a:xfrm>
            <a:off x="6486525" y="3867150"/>
            <a:ext cx="4572000" cy="609600"/>
          </a:xfrm>
          <a:prstGeom prst="rect">
            <a:avLst/>
          </a:prstGeom>
          <a:noFill/>
          <a:ln w="0">
            <a:noFill/>
          </a:ln>
        </p:spPr>
        <p:txBody>
          <a:bodyPr wrap="square" lIns="0" tIns="0" rIns="0" bIns="0" anchor="t">
            <a:normAutofit/>
          </a:bodyPr>
          <a:lstStyle/>
          <a:p>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正方形/長方形 21">
            <a:extLst>
              <a:ext uri="{FF2B5EF4-FFF2-40B4-BE49-F238E27FC236}">
                <a16:creationId xmlns:a16="http://schemas.microsoft.com/office/drawing/2014/main" id="{A2AFCA31-0AA5-4E81-835F-F96D9128A63E}"/>
              </a:ext>
            </a:extLst>
          </p:cNvPr>
          <p:cNvSpPr>
            <a:spLocks noGrp="1"/>
          </p:cNvSpPr>
          <p:nvPr/>
        </p:nvSpPr>
        <p:spPr>
          <a:xfrm>
            <a:off x="6429375" y="4714875"/>
            <a:ext cx="4762500" cy="685800"/>
          </a:xfrm>
          <a:prstGeom prst="rect">
            <a:avLst/>
          </a:prstGeom>
          <a:solidFill>
            <a:srgbClr val="FAE9D8"/>
          </a:solidFill>
          <a:ln w="0">
            <a:noFill/>
          </a:ln>
        </p:spPr>
        <p:txBody>
          <a:bodyPr/>
          <a:lstStyle/>
          <a:p>
            <a:endParaRPr lang="ja-JP" altLang="en-US"/>
          </a:p>
        </p:txBody>
      </p:sp>
      <p:sp>
        <p:nvSpPr>
          <p:cNvPr id="23" name="正方形/長方形 22">
            <a:extLst>
              <a:ext uri="{FF2B5EF4-FFF2-40B4-BE49-F238E27FC236}">
                <a16:creationId xmlns:a16="http://schemas.microsoft.com/office/drawing/2014/main" id="{AC5CC717-287F-4C2B-AAFE-604B8AA84D9B}"/>
              </a:ext>
            </a:extLst>
          </p:cNvPr>
          <p:cNvSpPr>
            <a:spLocks noGrp="1"/>
          </p:cNvSpPr>
          <p:nvPr/>
        </p:nvSpPr>
        <p:spPr>
          <a:xfrm>
            <a:off x="6667500" y="4867275"/>
            <a:ext cx="4286250" cy="409575"/>
          </a:xfrm>
          <a:prstGeom prst="rect">
            <a:avLst/>
          </a:prstGeom>
          <a:noFill/>
          <a:ln w="0">
            <a:noFill/>
          </a:ln>
        </p:spPr>
        <p:txBody>
          <a:bodyPr wrap="square" lIns="0" tIns="0" rIns="0" bIns="0" anchor="ctr">
            <a:normAutofit fontScale="81439"/>
          </a:bodyPr>
          <a:lstStyle/>
          <a:p>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正方形/長方形 23">
            <a:extLst>
              <a:ext uri="{FF2B5EF4-FFF2-40B4-BE49-F238E27FC236}">
                <a16:creationId xmlns:a16="http://schemas.microsoft.com/office/drawing/2014/main" id="{B5FC0A6B-6E7D-4F1E-9CA8-69CED45F4829}"/>
              </a:ext>
            </a:extLst>
          </p:cNvPr>
          <p:cNvSpPr>
            <a:spLocks noGrp="1"/>
          </p:cNvSpPr>
          <p:nvPr/>
        </p:nvSpPr>
        <p:spPr>
          <a:xfrm>
            <a:off x="628650" y="5610225"/>
            <a:ext cx="1428750" cy="238125"/>
          </a:xfrm>
          <a:prstGeom prst="rect">
            <a:avLst/>
          </a:prstGeom>
          <a:noFill/>
          <a:ln w="0">
            <a:noFill/>
          </a:ln>
        </p:spPr>
        <p:txBody>
          <a:bodyPr wrap="square" lIns="0" tIns="0" rIns="0" bIns="0" anchor="t">
            <a:normAutofit/>
          </a:bodyPr>
          <a:lstStyle/>
          <a:p>
            <a:pPr algn="l">
              <a:defRPr sz="1275" b="1">
                <a:solidFill>
                  <a:srgbClr val="617078"/>
                </a:solidFill>
                <a:latin typeface="Yu Gothic"/>
                <a:ea typeface="Yu Gothic"/>
                <a:cs typeface="Yu Gothic"/>
              </a:defRPr>
            </a:pPr>
            <a:r>
              <a:rPr sz="1275" b="1" dirty="0" err="1">
                <a:solidFill>
                  <a:srgbClr val="617078"/>
                </a:solidFill>
                <a:latin typeface="Yu Gothic"/>
                <a:ea typeface="Yu Gothic"/>
                <a:cs typeface="Yu Gothic"/>
              </a:rPr>
              <a:t>発表の順番</a:t>
            </a:r>
            <a:endParaRPr sz="1275" b="1" dirty="0">
              <a:solidFill>
                <a:srgbClr val="617078"/>
              </a:solidFill>
              <a:latin typeface="Yu Gothic"/>
              <a:ea typeface="Yu Gothic"/>
              <a:cs typeface="Yu Gothic"/>
            </a:endParaRPr>
          </a:p>
        </p:txBody>
      </p:sp>
      <p:sp>
        <p:nvSpPr>
          <p:cNvPr id="25" name="楕円 24">
            <a:extLst>
              <a:ext uri="{FF2B5EF4-FFF2-40B4-BE49-F238E27FC236}">
                <a16:creationId xmlns:a16="http://schemas.microsoft.com/office/drawing/2014/main" id="{FA24F3F4-4BED-44C3-A9A7-0F2A1C7CDD47}"/>
              </a:ext>
            </a:extLst>
          </p:cNvPr>
          <p:cNvSpPr>
            <a:spLocks noGrp="1"/>
          </p:cNvSpPr>
          <p:nvPr/>
        </p:nvSpPr>
        <p:spPr>
          <a:xfrm>
            <a:off x="2133600" y="5514975"/>
            <a:ext cx="400050" cy="400050"/>
          </a:xfrm>
          <a:prstGeom prst="ellipse">
            <a:avLst/>
          </a:prstGeom>
          <a:solidFill>
            <a:srgbClr val="147B78"/>
          </a:solidFill>
          <a:ln w="0">
            <a:noFill/>
          </a:ln>
        </p:spPr>
        <p:txBody>
          <a:bodyPr/>
          <a:lstStyle/>
          <a:p>
            <a:endParaRPr lang="ja-JP" altLang="en-US"/>
          </a:p>
        </p:txBody>
      </p:sp>
      <p:sp>
        <p:nvSpPr>
          <p:cNvPr id="26" name="正方形/長方形 25">
            <a:extLst>
              <a:ext uri="{FF2B5EF4-FFF2-40B4-BE49-F238E27FC236}">
                <a16:creationId xmlns:a16="http://schemas.microsoft.com/office/drawing/2014/main" id="{2CB469C3-A392-4F49-9078-AFB4BF843A32}"/>
              </a:ext>
            </a:extLst>
          </p:cNvPr>
          <p:cNvSpPr>
            <a:spLocks noGrp="1"/>
          </p:cNvSpPr>
          <p:nvPr/>
        </p:nvSpPr>
        <p:spPr>
          <a:xfrm>
            <a:off x="2133600" y="5562600"/>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正方形/長方形 26">
            <a:extLst>
              <a:ext uri="{FF2B5EF4-FFF2-40B4-BE49-F238E27FC236}">
                <a16:creationId xmlns:a16="http://schemas.microsoft.com/office/drawing/2014/main" id="{E95BC361-A547-4828-AD26-82A99F4EF71F}"/>
              </a:ext>
            </a:extLst>
          </p:cNvPr>
          <p:cNvSpPr>
            <a:spLocks noGrp="1"/>
          </p:cNvSpPr>
          <p:nvPr/>
        </p:nvSpPr>
        <p:spPr>
          <a:xfrm>
            <a:off x="2647950" y="5553075"/>
            <a:ext cx="1666875" cy="342900"/>
          </a:xfrm>
          <a:prstGeom prst="rect">
            <a:avLst/>
          </a:prstGeom>
          <a:noFill/>
          <a:ln w="0">
            <a:noFill/>
          </a:ln>
        </p:spPr>
        <p:txBody>
          <a:bodyPr wrap="square" lIns="0" tIns="0" rIns="0" bIns="0" anchor="ctr">
            <a:normAutofit/>
          </a:bodyPr>
          <a:lstStyle/>
          <a:p>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正方形/長方形 27">
            <a:extLst>
              <a:ext uri="{FF2B5EF4-FFF2-40B4-BE49-F238E27FC236}">
                <a16:creationId xmlns:a16="http://schemas.microsoft.com/office/drawing/2014/main" id="{79A7D882-EEB1-42B7-88CD-B63C6CC7BEA2}"/>
              </a:ext>
            </a:extLst>
          </p:cNvPr>
          <p:cNvSpPr>
            <a:spLocks noGrp="1"/>
          </p:cNvSpPr>
          <p:nvPr/>
        </p:nvSpPr>
        <p:spPr>
          <a:xfrm>
            <a:off x="4162425" y="5705475"/>
            <a:ext cx="266700" cy="19050"/>
          </a:xfrm>
          <a:prstGeom prst="rect">
            <a:avLst/>
          </a:prstGeom>
          <a:solidFill>
            <a:srgbClr val="87979C"/>
          </a:solidFill>
          <a:ln w="0">
            <a:noFill/>
          </a:ln>
        </p:spPr>
        <p:txBody>
          <a:bodyPr/>
          <a:lstStyle/>
          <a:p>
            <a:endParaRPr lang="ja-JP" altLang="en-US"/>
          </a:p>
        </p:txBody>
      </p:sp>
      <p:sp>
        <p:nvSpPr>
          <p:cNvPr id="29" name="楕円 28">
            <a:extLst>
              <a:ext uri="{FF2B5EF4-FFF2-40B4-BE49-F238E27FC236}">
                <a16:creationId xmlns:a16="http://schemas.microsoft.com/office/drawing/2014/main" id="{07A1C9EE-CD09-415D-9449-03402A666E07}"/>
              </a:ext>
            </a:extLst>
          </p:cNvPr>
          <p:cNvSpPr>
            <a:spLocks noGrp="1"/>
          </p:cNvSpPr>
          <p:nvPr/>
        </p:nvSpPr>
        <p:spPr>
          <a:xfrm>
            <a:off x="4495800" y="5514975"/>
            <a:ext cx="400050" cy="400050"/>
          </a:xfrm>
          <a:prstGeom prst="ellipse">
            <a:avLst/>
          </a:prstGeom>
          <a:solidFill>
            <a:srgbClr val="147B78"/>
          </a:solidFill>
          <a:ln w="0">
            <a:noFill/>
          </a:ln>
        </p:spPr>
        <p:txBody>
          <a:bodyPr/>
          <a:lstStyle/>
          <a:p>
            <a:endParaRPr lang="ja-JP" altLang="en-US"/>
          </a:p>
        </p:txBody>
      </p:sp>
      <p:sp>
        <p:nvSpPr>
          <p:cNvPr id="30" name="正方形/長方形 29">
            <a:extLst>
              <a:ext uri="{FF2B5EF4-FFF2-40B4-BE49-F238E27FC236}">
                <a16:creationId xmlns:a16="http://schemas.microsoft.com/office/drawing/2014/main" id="{ABEA8219-52E3-4605-BAEA-BE5F3D6F8ABD}"/>
              </a:ext>
            </a:extLst>
          </p:cNvPr>
          <p:cNvSpPr>
            <a:spLocks noGrp="1"/>
          </p:cNvSpPr>
          <p:nvPr/>
        </p:nvSpPr>
        <p:spPr>
          <a:xfrm>
            <a:off x="4495800" y="5562600"/>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正方形/長方形 30">
            <a:extLst>
              <a:ext uri="{FF2B5EF4-FFF2-40B4-BE49-F238E27FC236}">
                <a16:creationId xmlns:a16="http://schemas.microsoft.com/office/drawing/2014/main" id="{B4E0D79C-186E-4F92-8B1C-E347DCB91C43}"/>
              </a:ext>
            </a:extLst>
          </p:cNvPr>
          <p:cNvSpPr>
            <a:spLocks noGrp="1"/>
          </p:cNvSpPr>
          <p:nvPr/>
        </p:nvSpPr>
        <p:spPr>
          <a:xfrm>
            <a:off x="5010150" y="5553075"/>
            <a:ext cx="1666875" cy="342900"/>
          </a:xfrm>
          <a:prstGeom prst="rect">
            <a:avLst/>
          </a:prstGeom>
          <a:noFill/>
          <a:ln w="0">
            <a:noFill/>
          </a:ln>
        </p:spPr>
        <p:txBody>
          <a:bodyPr wrap="square" lIns="0" tIns="0" rIns="0" bIns="0" anchor="ctr">
            <a:normAutofit/>
          </a:bodyPr>
          <a:lstStyle/>
          <a:p>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正方形/長方形 31">
            <a:extLst>
              <a:ext uri="{FF2B5EF4-FFF2-40B4-BE49-F238E27FC236}">
                <a16:creationId xmlns:a16="http://schemas.microsoft.com/office/drawing/2014/main" id="{C59AE305-CA33-4CCB-A65C-BA5BD88B2B55}"/>
              </a:ext>
            </a:extLst>
          </p:cNvPr>
          <p:cNvSpPr>
            <a:spLocks noGrp="1"/>
          </p:cNvSpPr>
          <p:nvPr/>
        </p:nvSpPr>
        <p:spPr>
          <a:xfrm>
            <a:off x="6524625" y="5705475"/>
            <a:ext cx="266700" cy="19050"/>
          </a:xfrm>
          <a:prstGeom prst="rect">
            <a:avLst/>
          </a:prstGeom>
          <a:solidFill>
            <a:srgbClr val="87979C"/>
          </a:solidFill>
          <a:ln w="0">
            <a:noFill/>
          </a:ln>
        </p:spPr>
        <p:txBody>
          <a:bodyPr/>
          <a:lstStyle/>
          <a:p>
            <a:endParaRPr lang="ja-JP" altLang="en-US"/>
          </a:p>
        </p:txBody>
      </p:sp>
      <p:sp>
        <p:nvSpPr>
          <p:cNvPr id="33" name="楕円 32">
            <a:extLst>
              <a:ext uri="{FF2B5EF4-FFF2-40B4-BE49-F238E27FC236}">
                <a16:creationId xmlns:a16="http://schemas.microsoft.com/office/drawing/2014/main" id="{27160E64-314D-4CA2-8F30-D2DB83CBDE6F}"/>
              </a:ext>
            </a:extLst>
          </p:cNvPr>
          <p:cNvSpPr>
            <a:spLocks noGrp="1"/>
          </p:cNvSpPr>
          <p:nvPr/>
        </p:nvSpPr>
        <p:spPr>
          <a:xfrm>
            <a:off x="6858000" y="5514975"/>
            <a:ext cx="400050" cy="400050"/>
          </a:xfrm>
          <a:prstGeom prst="ellipse">
            <a:avLst/>
          </a:prstGeom>
          <a:solidFill>
            <a:srgbClr val="E7833D"/>
          </a:solidFill>
          <a:ln w="0">
            <a:noFill/>
          </a:ln>
        </p:spPr>
        <p:txBody>
          <a:bodyPr/>
          <a:lstStyle/>
          <a:p>
            <a:endParaRPr lang="ja-JP" altLang="en-US"/>
          </a:p>
        </p:txBody>
      </p:sp>
      <p:sp>
        <p:nvSpPr>
          <p:cNvPr id="34" name="正方形/長方形 33">
            <a:extLst>
              <a:ext uri="{FF2B5EF4-FFF2-40B4-BE49-F238E27FC236}">
                <a16:creationId xmlns:a16="http://schemas.microsoft.com/office/drawing/2014/main" id="{3CE4E9FE-DA33-4AF7-B605-EE8AE7AE1060}"/>
              </a:ext>
            </a:extLst>
          </p:cNvPr>
          <p:cNvSpPr>
            <a:spLocks noGrp="1"/>
          </p:cNvSpPr>
          <p:nvPr/>
        </p:nvSpPr>
        <p:spPr>
          <a:xfrm>
            <a:off x="6858000" y="5562600"/>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正方形/長方形 34">
            <a:extLst>
              <a:ext uri="{FF2B5EF4-FFF2-40B4-BE49-F238E27FC236}">
                <a16:creationId xmlns:a16="http://schemas.microsoft.com/office/drawing/2014/main" id="{FBEBD238-DB44-4359-B88B-D7ECC3488BCE}"/>
              </a:ext>
            </a:extLst>
          </p:cNvPr>
          <p:cNvSpPr>
            <a:spLocks noGrp="1"/>
          </p:cNvSpPr>
          <p:nvPr/>
        </p:nvSpPr>
        <p:spPr>
          <a:xfrm>
            <a:off x="7372350" y="5553075"/>
            <a:ext cx="1666875" cy="342900"/>
          </a:xfrm>
          <a:prstGeom prst="rect">
            <a:avLst/>
          </a:prstGeom>
          <a:noFill/>
          <a:ln w="0">
            <a:noFill/>
          </a:ln>
        </p:spPr>
        <p:txBody>
          <a:bodyPr wrap="square" lIns="0" tIns="0" rIns="0" bIns="0" anchor="ctr">
            <a:normAutofit fontScale="97697"/>
          </a:bodyPr>
          <a:lstStyle/>
          <a:p>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正方形/長方形 35">
            <a:extLst>
              <a:ext uri="{FF2B5EF4-FFF2-40B4-BE49-F238E27FC236}">
                <a16:creationId xmlns:a16="http://schemas.microsoft.com/office/drawing/2014/main" id="{D949C45B-5F06-410C-B368-2E4EFE929649}"/>
              </a:ext>
            </a:extLst>
          </p:cNvPr>
          <p:cNvSpPr>
            <a:spLocks noGrp="1"/>
          </p:cNvSpPr>
          <p:nvPr/>
        </p:nvSpPr>
        <p:spPr>
          <a:xfrm>
            <a:off x="8886825" y="5705475"/>
            <a:ext cx="266700" cy="19050"/>
          </a:xfrm>
          <a:prstGeom prst="rect">
            <a:avLst/>
          </a:prstGeom>
          <a:solidFill>
            <a:srgbClr val="87979C"/>
          </a:solidFill>
          <a:ln w="0">
            <a:noFill/>
          </a:ln>
        </p:spPr>
        <p:txBody>
          <a:bodyPr/>
          <a:lstStyle/>
          <a:p>
            <a:endParaRPr lang="ja-JP" altLang="en-US"/>
          </a:p>
        </p:txBody>
      </p:sp>
      <p:sp>
        <p:nvSpPr>
          <p:cNvPr id="37" name="楕円 36">
            <a:extLst>
              <a:ext uri="{FF2B5EF4-FFF2-40B4-BE49-F238E27FC236}">
                <a16:creationId xmlns:a16="http://schemas.microsoft.com/office/drawing/2014/main" id="{5B232F96-CE2B-4092-8818-27EDE5995639}"/>
              </a:ext>
            </a:extLst>
          </p:cNvPr>
          <p:cNvSpPr>
            <a:spLocks noGrp="1"/>
          </p:cNvSpPr>
          <p:nvPr/>
        </p:nvSpPr>
        <p:spPr>
          <a:xfrm>
            <a:off x="9220200" y="5514975"/>
            <a:ext cx="400050" cy="400050"/>
          </a:xfrm>
          <a:prstGeom prst="ellipse">
            <a:avLst/>
          </a:prstGeom>
          <a:solidFill>
            <a:srgbClr val="147B78"/>
          </a:solidFill>
          <a:ln w="0">
            <a:noFill/>
          </a:ln>
        </p:spPr>
        <p:txBody>
          <a:bodyPr/>
          <a:lstStyle/>
          <a:p>
            <a:endParaRPr lang="ja-JP" altLang="en-US"/>
          </a:p>
        </p:txBody>
      </p:sp>
      <p:sp>
        <p:nvSpPr>
          <p:cNvPr id="38" name="正方形/長方形 37">
            <a:extLst>
              <a:ext uri="{FF2B5EF4-FFF2-40B4-BE49-F238E27FC236}">
                <a16:creationId xmlns:a16="http://schemas.microsoft.com/office/drawing/2014/main" id="{DBD24B54-4453-4AF0-B5C2-F1B84AE04751}"/>
              </a:ext>
            </a:extLst>
          </p:cNvPr>
          <p:cNvSpPr>
            <a:spLocks noGrp="1"/>
          </p:cNvSpPr>
          <p:nvPr/>
        </p:nvSpPr>
        <p:spPr>
          <a:xfrm>
            <a:off x="9220200" y="5562600"/>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正方形/長方形 38">
            <a:extLst>
              <a:ext uri="{FF2B5EF4-FFF2-40B4-BE49-F238E27FC236}">
                <a16:creationId xmlns:a16="http://schemas.microsoft.com/office/drawing/2014/main" id="{E23910DD-FA16-4165-A4EF-52B2D15979F2}"/>
              </a:ext>
            </a:extLst>
          </p:cNvPr>
          <p:cNvSpPr>
            <a:spLocks noGrp="1"/>
          </p:cNvSpPr>
          <p:nvPr/>
        </p:nvSpPr>
        <p:spPr>
          <a:xfrm>
            <a:off x="9734550" y="5553075"/>
            <a:ext cx="1666875" cy="342900"/>
          </a:xfrm>
          <a:prstGeom prst="rect">
            <a:avLst/>
          </a:prstGeom>
          <a:noFill/>
          <a:ln w="0">
            <a:noFill/>
          </a:ln>
        </p:spPr>
        <p:txBody>
          <a:bodyPr wrap="square" lIns="0" tIns="0" rIns="0" bIns="0" anchor="ctr">
            <a:normAutofit/>
          </a:bodyPr>
          <a:lstStyle/>
          <a:p>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正方形/長方形 39">
            <a:extLst>
              <a:ext uri="{FF2B5EF4-FFF2-40B4-BE49-F238E27FC236}">
                <a16:creationId xmlns:a16="http://schemas.microsoft.com/office/drawing/2014/main" id="{BEA466A0-A752-4A3E-B509-A087B1BD7A82}"/>
              </a:ext>
            </a:extLst>
          </p:cNvPr>
          <p:cNvSpPr>
            <a:spLocks noGrp="1"/>
          </p:cNvSpPr>
          <p:nvPr/>
        </p:nvSpPr>
        <p:spPr>
          <a:xfrm>
            <a:off x="857250" y="6076950"/>
            <a:ext cx="10477500" cy="266700"/>
          </a:xfrm>
          <a:prstGeom prst="rect">
            <a:avLst/>
          </a:prstGeom>
          <a:noFill/>
          <a:ln w="0">
            <a:noFill/>
          </a:ln>
        </p:spPr>
        <p:txBody>
          <a:bodyPr wrap="square" lIns="0" tIns="0" rIns="0" bIns="0" anchor="t">
            <a:normAutofit/>
          </a:bodyPr>
          <a:lstStyle/>
          <a:p>
            <a:pPr algn="ctr">
              <a:defRPr sz="1350" b="1">
                <a:solidFill>
                  <a:srgbClr val="147B78"/>
                </a:solidFill>
                <a:latin typeface="Yu Gothic"/>
                <a:ea typeface="Yu Gothic"/>
                <a:cs typeface="Yu Gothic"/>
              </a:defRPr>
            </a:pPr>
            <a:r>
              <a:rPr sz="1350" b="1" dirty="0" err="1">
                <a:solidFill>
                  <a:srgbClr val="147B78"/>
                </a:solidFill>
                <a:latin typeface="Yu Gothic"/>
                <a:ea typeface="Yu Gothic"/>
                <a:cs typeface="Yu Gothic"/>
              </a:rPr>
              <a:t>対象は共通タスク上の予測挙動。映像の意味内容全体や危険原因の説明は対象外</a:t>
            </a:r>
            <a:endParaRPr sz="1350" b="1" dirty="0">
              <a:solidFill>
                <a:srgbClr val="147B78"/>
              </a:solidFill>
              <a:latin typeface="Yu Gothic"/>
              <a:ea typeface="Yu Gothic"/>
              <a:cs typeface="Yu Gothic"/>
            </a:endParaRPr>
          </a:p>
        </p:txBody>
      </p:sp>
    </p:spTree>
    <p:extLst>
      <p:ext uri="{BB962C8B-B14F-4D97-AF65-F5344CB8AC3E}">
        <p14:creationId xmlns:p14="http://schemas.microsoft.com/office/powerpoint/2010/main" val="41010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11CEEE7-E168-4540-A242-BE5FF9A8CE6D}"/>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95F2D221-B59B-4E49-805F-8A9E80586743}"/>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a:solidFill>
                  <a:srgbClr val="173B4B"/>
                </a:solidFill>
                <a:latin typeface="Yu Gothic"/>
                <a:ea typeface="Yu Gothic"/>
                <a:cs typeface="Yu Gothic"/>
              </a:rPr>
              <a:t>1本の動画で、学習前後の判定変化を測る</a:t>
            </a:r>
          </a:p>
        </p:txBody>
      </p:sp>
      <p:sp>
        <p:nvSpPr>
          <p:cNvPr id="4" name="正方形/長方形 3">
            <a:extLst>
              <a:ext uri="{FF2B5EF4-FFF2-40B4-BE49-F238E27FC236}">
                <a16:creationId xmlns:a16="http://schemas.microsoft.com/office/drawing/2014/main" id="{DD1E0E23-2EC9-4098-9863-5E28C1434A1C}"/>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正方形/長方形 4">
            <a:extLst>
              <a:ext uri="{FF2B5EF4-FFF2-40B4-BE49-F238E27FC236}">
                <a16:creationId xmlns:a16="http://schemas.microsoft.com/office/drawing/2014/main" id="{9C08E64A-0513-41A3-B750-C57FB1F18D12}"/>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7D223C99-BBD8-4BC9-8F20-A9A963D2EAAA}"/>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6AAAC28F-7467-4CAD-9B8B-264F5ECC99AA}"/>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8" name="図 37"/>
          <p:cNvPicPr>
            <a:picLocks noChangeAspect="1"/>
          </p:cNvPicPr>
          <p:nvPr/>
        </p:nvPicPr>
        <p:blipFill>
          <a:blip r:embed="rId3"/>
          <a:srcRect l="41" r="41"/>
          <a:stretch>
            <a:fillRect/>
          </a:stretch>
        </p:blipFill>
        <p:spPr>
          <a:xfrm>
            <a:off x="552450" y="1162050"/>
            <a:ext cx="2571750" cy="1447800"/>
          </a:xfrm>
          <a:prstGeom prst="rect">
            <a:avLst/>
          </a:prstGeom>
        </p:spPr>
      </p:pic>
      <p:sp>
        <p:nvSpPr>
          <p:cNvPr id="9" name="正方形/長方形 8">
            <a:extLst>
              <a:ext uri="{FF2B5EF4-FFF2-40B4-BE49-F238E27FC236}">
                <a16:creationId xmlns:a16="http://schemas.microsoft.com/office/drawing/2014/main" id="{DBDA2D42-5A65-4305-852E-E523DD42C885}"/>
              </a:ext>
            </a:extLst>
          </p:cNvPr>
          <p:cNvSpPr>
            <a:spLocks noGrp="1"/>
          </p:cNvSpPr>
          <p:nvPr/>
        </p:nvSpPr>
        <p:spPr>
          <a:xfrm>
            <a:off x="552450" y="2714625"/>
            <a:ext cx="2571750" cy="228600"/>
          </a:xfrm>
          <a:prstGeom prst="rect">
            <a:avLst/>
          </a:prstGeom>
          <a:noFill/>
          <a:ln w="0">
            <a:noFill/>
          </a:ln>
        </p:spPr>
        <p:txBody>
          <a:bodyPr wrap="square" lIns="0" tIns="0" rIns="0" bIns="0" anchor="t">
            <a:normAutofit/>
          </a:bodyPr>
          <a:lstStyle/>
          <a:p>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図 39"/>
          <p:cNvPicPr>
            <a:picLocks noChangeAspect="1"/>
          </p:cNvPicPr>
          <p:nvPr/>
        </p:nvPicPr>
        <p:blipFill>
          <a:blip r:embed="rId4"/>
          <a:srcRect l="41" r="41"/>
          <a:stretch>
            <a:fillRect/>
          </a:stretch>
        </p:blipFill>
        <p:spPr>
          <a:xfrm>
            <a:off x="3371850" y="1162050"/>
            <a:ext cx="2571750" cy="1447800"/>
          </a:xfrm>
          <a:prstGeom prst="rect">
            <a:avLst/>
          </a:prstGeom>
        </p:spPr>
      </p:pic>
      <p:sp>
        <p:nvSpPr>
          <p:cNvPr id="11" name="正方形/長方形 10">
            <a:extLst>
              <a:ext uri="{FF2B5EF4-FFF2-40B4-BE49-F238E27FC236}">
                <a16:creationId xmlns:a16="http://schemas.microsoft.com/office/drawing/2014/main" id="{A326AE8A-4873-41D3-B2D0-59057CD87311}"/>
              </a:ext>
            </a:extLst>
          </p:cNvPr>
          <p:cNvSpPr>
            <a:spLocks noGrp="1"/>
          </p:cNvSpPr>
          <p:nvPr/>
        </p:nvSpPr>
        <p:spPr>
          <a:xfrm>
            <a:off x="3371850" y="2714625"/>
            <a:ext cx="2571750" cy="228600"/>
          </a:xfrm>
          <a:prstGeom prst="rect">
            <a:avLst/>
          </a:prstGeom>
          <a:noFill/>
          <a:ln w="0">
            <a:noFill/>
          </a:ln>
        </p:spPr>
        <p:txBody>
          <a:bodyPr wrap="square" lIns="0" tIns="0" rIns="0" bIns="0" anchor="t">
            <a:normAutofit/>
          </a:bodyPr>
          <a:lstStyle/>
          <a:p>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図 41"/>
          <p:cNvPicPr>
            <a:picLocks noChangeAspect="1"/>
          </p:cNvPicPr>
          <p:nvPr/>
        </p:nvPicPr>
        <p:blipFill>
          <a:blip r:embed="rId5"/>
          <a:srcRect l="41" r="41"/>
          <a:stretch>
            <a:fillRect/>
          </a:stretch>
        </p:blipFill>
        <p:spPr>
          <a:xfrm>
            <a:off x="6191250" y="1162050"/>
            <a:ext cx="2571750" cy="1447800"/>
          </a:xfrm>
          <a:prstGeom prst="rect">
            <a:avLst/>
          </a:prstGeom>
        </p:spPr>
      </p:pic>
      <p:sp>
        <p:nvSpPr>
          <p:cNvPr id="13" name="正方形/長方形 12">
            <a:extLst>
              <a:ext uri="{FF2B5EF4-FFF2-40B4-BE49-F238E27FC236}">
                <a16:creationId xmlns:a16="http://schemas.microsoft.com/office/drawing/2014/main" id="{C11FB371-3152-45F0-9CC7-D563E8272738}"/>
              </a:ext>
            </a:extLst>
          </p:cNvPr>
          <p:cNvSpPr>
            <a:spLocks noGrp="1"/>
          </p:cNvSpPr>
          <p:nvPr/>
        </p:nvSpPr>
        <p:spPr>
          <a:xfrm>
            <a:off x="6191250" y="2714625"/>
            <a:ext cx="2571750" cy="228600"/>
          </a:xfrm>
          <a:prstGeom prst="rect">
            <a:avLst/>
          </a:prstGeom>
          <a:noFill/>
          <a:ln w="0">
            <a:noFill/>
          </a:ln>
        </p:spPr>
        <p:txBody>
          <a:bodyPr wrap="square" lIns="0" tIns="0" rIns="0" bIns="0" anchor="t">
            <a:normAutofit/>
          </a:bodyPr>
          <a:lstStyle/>
          <a:p>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図 43"/>
          <p:cNvPicPr>
            <a:picLocks noChangeAspect="1"/>
          </p:cNvPicPr>
          <p:nvPr/>
        </p:nvPicPr>
        <p:blipFill>
          <a:blip r:embed="rId6"/>
          <a:srcRect l="41" r="41"/>
          <a:stretch>
            <a:fillRect/>
          </a:stretch>
        </p:blipFill>
        <p:spPr>
          <a:xfrm>
            <a:off x="9010650" y="1162050"/>
            <a:ext cx="2571750" cy="1447800"/>
          </a:xfrm>
          <a:prstGeom prst="rect">
            <a:avLst/>
          </a:prstGeom>
        </p:spPr>
      </p:pic>
      <p:sp>
        <p:nvSpPr>
          <p:cNvPr id="15" name="正方形/長方形 14">
            <a:extLst>
              <a:ext uri="{FF2B5EF4-FFF2-40B4-BE49-F238E27FC236}">
                <a16:creationId xmlns:a16="http://schemas.microsoft.com/office/drawing/2014/main" id="{85759185-6333-458E-AF8B-B82A3E4E70F0}"/>
              </a:ext>
            </a:extLst>
          </p:cNvPr>
          <p:cNvSpPr>
            <a:spLocks noGrp="1"/>
          </p:cNvSpPr>
          <p:nvPr/>
        </p:nvSpPr>
        <p:spPr>
          <a:xfrm>
            <a:off x="9010650" y="2714625"/>
            <a:ext cx="2571750" cy="228600"/>
          </a:xfrm>
          <a:prstGeom prst="rect">
            <a:avLst/>
          </a:prstGeom>
          <a:noFill/>
          <a:ln w="0">
            <a:noFill/>
          </a:ln>
        </p:spPr>
        <p:txBody>
          <a:bodyPr wrap="square" lIns="0" tIns="0" rIns="0" bIns="0" anchor="t">
            <a:normAutofit/>
          </a:bodyPr>
          <a:lstStyle/>
          <a:p>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正方形/長方形 15">
            <a:extLst>
              <a:ext uri="{FF2B5EF4-FFF2-40B4-BE49-F238E27FC236}">
                <a16:creationId xmlns:a16="http://schemas.microsoft.com/office/drawing/2014/main" id="{672F3D26-F288-45AF-A9CA-43DC283CD8F2}"/>
              </a:ext>
            </a:extLst>
          </p:cNvPr>
          <p:cNvSpPr>
            <a:spLocks noGrp="1"/>
          </p:cNvSpPr>
          <p:nvPr/>
        </p:nvSpPr>
        <p:spPr>
          <a:xfrm>
            <a:off x="723900" y="3095625"/>
            <a:ext cx="10744200" cy="285750"/>
          </a:xfrm>
          <a:prstGeom prst="rect">
            <a:avLst/>
          </a:prstGeom>
          <a:noFill/>
          <a:ln w="0">
            <a:noFill/>
          </a:ln>
        </p:spPr>
        <p:txBody>
          <a:bodyPr wrap="square" lIns="0" tIns="0" rIns="0" bIns="0" anchor="t">
            <a:normAutofit/>
          </a:bodyPr>
          <a:lstStyle/>
          <a:p>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正方形/長方形 16">
            <a:extLst>
              <a:ext uri="{FF2B5EF4-FFF2-40B4-BE49-F238E27FC236}">
                <a16:creationId xmlns:a16="http://schemas.microsoft.com/office/drawing/2014/main" id="{F1E7AE3E-2C1D-4139-9F57-C18517366C6D}"/>
              </a:ext>
            </a:extLst>
          </p:cNvPr>
          <p:cNvSpPr>
            <a:spLocks noGrp="1"/>
          </p:cNvSpPr>
          <p:nvPr/>
        </p:nvSpPr>
        <p:spPr>
          <a:xfrm>
            <a:off x="933450" y="3667125"/>
            <a:ext cx="2857500" cy="304800"/>
          </a:xfrm>
          <a:prstGeom prst="rect">
            <a:avLst/>
          </a:prstGeom>
          <a:noFill/>
          <a:ln w="0">
            <a:noFill/>
          </a:ln>
        </p:spPr>
        <p:txBody>
          <a:bodyPr wrap="square" lIns="0" tIns="0" rIns="0" bIns="0" anchor="t">
            <a:normAutofit/>
          </a:bodyPr>
          <a:lstStyle/>
          <a:p>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正方形/長方形 17">
            <a:extLst>
              <a:ext uri="{FF2B5EF4-FFF2-40B4-BE49-F238E27FC236}">
                <a16:creationId xmlns:a16="http://schemas.microsoft.com/office/drawing/2014/main" id="{DF7BCF93-3290-41DF-A728-82FECB5F5E4A}"/>
              </a:ext>
            </a:extLst>
          </p:cNvPr>
          <p:cNvSpPr>
            <a:spLocks noGrp="1"/>
          </p:cNvSpPr>
          <p:nvPr/>
        </p:nvSpPr>
        <p:spPr>
          <a:xfrm>
            <a:off x="933450" y="4038600"/>
            <a:ext cx="2857500" cy="647700"/>
          </a:xfrm>
          <a:prstGeom prst="rect">
            <a:avLst/>
          </a:prstGeom>
          <a:noFill/>
          <a:ln w="0">
            <a:noFill/>
          </a:ln>
        </p:spPr>
        <p:txBody>
          <a:bodyPr wrap="square" lIns="0" tIns="0" rIns="0" bIns="0" anchor="t">
            <a:normAutofit/>
          </a:bodyPr>
          <a:lstStyle/>
          <a:p>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正方形/長方形 18">
            <a:extLst>
              <a:ext uri="{FF2B5EF4-FFF2-40B4-BE49-F238E27FC236}">
                <a16:creationId xmlns:a16="http://schemas.microsoft.com/office/drawing/2014/main" id="{2DFFAAA6-6750-4542-9247-DEFE8CF581A4}"/>
              </a:ext>
            </a:extLst>
          </p:cNvPr>
          <p:cNvSpPr>
            <a:spLocks noGrp="1"/>
          </p:cNvSpPr>
          <p:nvPr/>
        </p:nvSpPr>
        <p:spPr>
          <a:xfrm>
            <a:off x="933450" y="4695825"/>
            <a:ext cx="2857500" cy="342900"/>
          </a:xfrm>
          <a:prstGeom prst="rect">
            <a:avLst/>
          </a:prstGeom>
          <a:noFill/>
          <a:ln w="0">
            <a:noFill/>
          </a:ln>
        </p:spPr>
        <p:txBody>
          <a:bodyPr wrap="square" lIns="0" tIns="0" rIns="0" bIns="0" anchor="t">
            <a:normAutofit/>
          </a:bodyPr>
          <a:lstStyle/>
          <a:p>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正方形/長方形 19">
            <a:extLst>
              <a:ext uri="{FF2B5EF4-FFF2-40B4-BE49-F238E27FC236}">
                <a16:creationId xmlns:a16="http://schemas.microsoft.com/office/drawing/2014/main" id="{ABCE9DB4-F857-4267-8186-766A69A313CC}"/>
              </a:ext>
            </a:extLst>
          </p:cNvPr>
          <p:cNvSpPr>
            <a:spLocks noGrp="1"/>
          </p:cNvSpPr>
          <p:nvPr/>
        </p:nvSpPr>
        <p:spPr>
          <a:xfrm>
            <a:off x="4171950" y="3743325"/>
            <a:ext cx="19050" cy="1285875"/>
          </a:xfrm>
          <a:prstGeom prst="rect">
            <a:avLst/>
          </a:prstGeom>
          <a:solidFill>
            <a:srgbClr val="C9D2D3"/>
          </a:solidFill>
          <a:ln w="0">
            <a:noFill/>
          </a:ln>
        </p:spPr>
        <p:txBody>
          <a:bodyPr/>
          <a:lstStyle/>
          <a:p>
            <a:endParaRPr lang="ja-JP" altLang="en-US"/>
          </a:p>
        </p:txBody>
      </p:sp>
      <p:sp>
        <p:nvSpPr>
          <p:cNvPr id="21" name="正方形/長方形 20">
            <a:extLst>
              <a:ext uri="{FF2B5EF4-FFF2-40B4-BE49-F238E27FC236}">
                <a16:creationId xmlns:a16="http://schemas.microsoft.com/office/drawing/2014/main" id="{03285D50-54B9-4B43-A0A0-BBCFA7670B06}"/>
              </a:ext>
            </a:extLst>
          </p:cNvPr>
          <p:cNvSpPr>
            <a:spLocks noGrp="1"/>
          </p:cNvSpPr>
          <p:nvPr/>
        </p:nvSpPr>
        <p:spPr>
          <a:xfrm>
            <a:off x="4648200" y="3667125"/>
            <a:ext cx="2857500" cy="304800"/>
          </a:xfrm>
          <a:prstGeom prst="rect">
            <a:avLst/>
          </a:prstGeom>
          <a:noFill/>
          <a:ln w="0">
            <a:noFill/>
          </a:ln>
        </p:spPr>
        <p:txBody>
          <a:bodyPr wrap="square" lIns="0" tIns="0" rIns="0" bIns="0" anchor="t">
            <a:normAutofit/>
          </a:bodyPr>
          <a:lstStyle/>
          <a:p>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正方形/長方形 21">
            <a:extLst>
              <a:ext uri="{FF2B5EF4-FFF2-40B4-BE49-F238E27FC236}">
                <a16:creationId xmlns:a16="http://schemas.microsoft.com/office/drawing/2014/main" id="{675D9E97-3155-44BF-AD60-626558AD3FC4}"/>
              </a:ext>
            </a:extLst>
          </p:cNvPr>
          <p:cNvSpPr>
            <a:spLocks noGrp="1"/>
          </p:cNvSpPr>
          <p:nvPr/>
        </p:nvSpPr>
        <p:spPr>
          <a:xfrm>
            <a:off x="4648200" y="4038600"/>
            <a:ext cx="2857500" cy="647700"/>
          </a:xfrm>
          <a:prstGeom prst="rect">
            <a:avLst/>
          </a:prstGeom>
          <a:noFill/>
          <a:ln w="0">
            <a:noFill/>
          </a:ln>
        </p:spPr>
        <p:txBody>
          <a:bodyPr wrap="square" lIns="0" tIns="0" rIns="0" bIns="0" anchor="t">
            <a:normAutofit/>
          </a:bodyPr>
          <a:lstStyle/>
          <a:p>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正方形/長方形 22">
            <a:extLst>
              <a:ext uri="{FF2B5EF4-FFF2-40B4-BE49-F238E27FC236}">
                <a16:creationId xmlns:a16="http://schemas.microsoft.com/office/drawing/2014/main" id="{472EB35C-BCF7-4DA6-A368-859973196A97}"/>
              </a:ext>
            </a:extLst>
          </p:cNvPr>
          <p:cNvSpPr>
            <a:spLocks noGrp="1"/>
          </p:cNvSpPr>
          <p:nvPr/>
        </p:nvSpPr>
        <p:spPr>
          <a:xfrm>
            <a:off x="4648200" y="4695825"/>
            <a:ext cx="2857500" cy="342900"/>
          </a:xfrm>
          <a:prstGeom prst="rect">
            <a:avLst/>
          </a:prstGeom>
          <a:noFill/>
          <a:ln w="0">
            <a:noFill/>
          </a:ln>
        </p:spPr>
        <p:txBody>
          <a:bodyPr wrap="square" lIns="0" tIns="0" rIns="0" bIns="0" anchor="t">
            <a:normAutofit/>
          </a:bodyPr>
          <a:lstStyle/>
          <a:p>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正方形/長方形 23">
            <a:extLst>
              <a:ext uri="{FF2B5EF4-FFF2-40B4-BE49-F238E27FC236}">
                <a16:creationId xmlns:a16="http://schemas.microsoft.com/office/drawing/2014/main" id="{8A7F8112-0413-424F-BBE8-1F3B2D7298C1}"/>
              </a:ext>
            </a:extLst>
          </p:cNvPr>
          <p:cNvSpPr>
            <a:spLocks noGrp="1"/>
          </p:cNvSpPr>
          <p:nvPr/>
        </p:nvSpPr>
        <p:spPr>
          <a:xfrm>
            <a:off x="7886700" y="3743325"/>
            <a:ext cx="19050" cy="1285875"/>
          </a:xfrm>
          <a:prstGeom prst="rect">
            <a:avLst/>
          </a:prstGeom>
          <a:solidFill>
            <a:srgbClr val="C9D2D3"/>
          </a:solidFill>
          <a:ln w="0">
            <a:noFill/>
          </a:ln>
        </p:spPr>
        <p:txBody>
          <a:bodyPr/>
          <a:lstStyle/>
          <a:p>
            <a:endParaRPr lang="ja-JP" altLang="en-US"/>
          </a:p>
        </p:txBody>
      </p:sp>
      <p:sp>
        <p:nvSpPr>
          <p:cNvPr id="25" name="正方形/長方形 24">
            <a:extLst>
              <a:ext uri="{FF2B5EF4-FFF2-40B4-BE49-F238E27FC236}">
                <a16:creationId xmlns:a16="http://schemas.microsoft.com/office/drawing/2014/main" id="{3A453A8A-BA3A-466A-9050-AC199C284785}"/>
              </a:ext>
            </a:extLst>
          </p:cNvPr>
          <p:cNvSpPr>
            <a:spLocks noGrp="1"/>
          </p:cNvSpPr>
          <p:nvPr/>
        </p:nvSpPr>
        <p:spPr>
          <a:xfrm>
            <a:off x="8362950" y="3667125"/>
            <a:ext cx="2857500" cy="304800"/>
          </a:xfrm>
          <a:prstGeom prst="rect">
            <a:avLst/>
          </a:prstGeom>
          <a:noFill/>
          <a:ln w="0">
            <a:noFill/>
          </a:ln>
        </p:spPr>
        <p:txBody>
          <a:bodyPr wrap="square" lIns="0" tIns="0" rIns="0" bIns="0" anchor="t">
            <a:normAutofit/>
          </a:bodyPr>
          <a:lstStyle/>
          <a:p>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正方形/長方形 25">
            <a:extLst>
              <a:ext uri="{FF2B5EF4-FFF2-40B4-BE49-F238E27FC236}">
                <a16:creationId xmlns:a16="http://schemas.microsoft.com/office/drawing/2014/main" id="{A25D5E53-340D-4977-B9E2-B763D2A52B60}"/>
              </a:ext>
            </a:extLst>
          </p:cNvPr>
          <p:cNvSpPr>
            <a:spLocks noGrp="1"/>
          </p:cNvSpPr>
          <p:nvPr/>
        </p:nvSpPr>
        <p:spPr>
          <a:xfrm>
            <a:off x="8362950" y="4038600"/>
            <a:ext cx="2857500" cy="647700"/>
          </a:xfrm>
          <a:prstGeom prst="rect">
            <a:avLst/>
          </a:prstGeom>
          <a:noFill/>
          <a:ln w="0">
            <a:noFill/>
          </a:ln>
        </p:spPr>
        <p:txBody>
          <a:bodyPr wrap="square" lIns="0" tIns="0" rIns="0" bIns="0" anchor="t">
            <a:normAutofit/>
          </a:bodyPr>
          <a:lstStyle/>
          <a:p>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正方形/長方形 26">
            <a:extLst>
              <a:ext uri="{FF2B5EF4-FFF2-40B4-BE49-F238E27FC236}">
                <a16:creationId xmlns:a16="http://schemas.microsoft.com/office/drawing/2014/main" id="{E5C631E2-BCDC-44C5-9AE7-F1720F7AA648}"/>
              </a:ext>
            </a:extLst>
          </p:cNvPr>
          <p:cNvSpPr>
            <a:spLocks noGrp="1"/>
          </p:cNvSpPr>
          <p:nvPr/>
        </p:nvSpPr>
        <p:spPr>
          <a:xfrm>
            <a:off x="8362950" y="4695825"/>
            <a:ext cx="2857500" cy="342900"/>
          </a:xfrm>
          <a:prstGeom prst="rect">
            <a:avLst/>
          </a:prstGeom>
          <a:noFill/>
          <a:ln w="0">
            <a:noFill/>
          </a:ln>
        </p:spPr>
        <p:txBody>
          <a:bodyPr wrap="square" lIns="0" tIns="0" rIns="0" bIns="0" anchor="t">
            <a:normAutofit/>
          </a:bodyPr>
          <a:lstStyle/>
          <a:p>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正方形/長方形 27">
            <a:extLst>
              <a:ext uri="{FF2B5EF4-FFF2-40B4-BE49-F238E27FC236}">
                <a16:creationId xmlns:a16="http://schemas.microsoft.com/office/drawing/2014/main" id="{B63C586C-2C9A-46B8-BC58-D03DDE92AE29}"/>
              </a:ext>
            </a:extLst>
          </p:cNvPr>
          <p:cNvSpPr>
            <a:spLocks noGrp="1"/>
          </p:cNvSpPr>
          <p:nvPr/>
        </p:nvSpPr>
        <p:spPr>
          <a:xfrm>
            <a:off x="704850" y="5419725"/>
            <a:ext cx="10782300" cy="666750"/>
          </a:xfrm>
          <a:prstGeom prst="rect">
            <a:avLst/>
          </a:prstGeom>
          <a:solidFill>
            <a:srgbClr val="E6F1F3"/>
          </a:solidFill>
          <a:ln w="0">
            <a:noFill/>
          </a:ln>
        </p:spPr>
        <p:txBody>
          <a:bodyPr/>
          <a:lstStyle/>
          <a:p>
            <a:endParaRPr lang="ja-JP" altLang="en-US"/>
          </a:p>
        </p:txBody>
      </p:sp>
      <p:sp>
        <p:nvSpPr>
          <p:cNvPr id="29" name="正方形/長方形 28">
            <a:extLst>
              <a:ext uri="{FF2B5EF4-FFF2-40B4-BE49-F238E27FC236}">
                <a16:creationId xmlns:a16="http://schemas.microsoft.com/office/drawing/2014/main" id="{F55F7836-E2EA-4E63-AD02-83159F67A49B}"/>
              </a:ext>
            </a:extLst>
          </p:cNvPr>
          <p:cNvSpPr>
            <a:spLocks noGrp="1"/>
          </p:cNvSpPr>
          <p:nvPr/>
        </p:nvSpPr>
        <p:spPr>
          <a:xfrm>
            <a:off x="952500" y="5543550"/>
            <a:ext cx="10287000" cy="457200"/>
          </a:xfrm>
          <a:prstGeom prst="rect">
            <a:avLst/>
          </a:prstGeom>
          <a:noFill/>
          <a:ln w="0">
            <a:noFill/>
          </a:ln>
        </p:spPr>
        <p:txBody>
          <a:bodyPr wrap="square" lIns="0" tIns="0" rIns="0" bIns="0" anchor="ctr">
            <a:normAutofit/>
          </a:bodyPr>
          <a:lstStyle/>
          <a:p>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正方形/長方形 29">
            <a:extLst>
              <a:ext uri="{FF2B5EF4-FFF2-40B4-BE49-F238E27FC236}">
                <a16:creationId xmlns:a16="http://schemas.microsoft.com/office/drawing/2014/main" id="{3A6ED0FC-E49C-437E-BE16-D39E7B936D1A}"/>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Tree>
    <p:extLst>
      <p:ext uri="{BB962C8B-B14F-4D97-AF65-F5344CB8AC3E}">
        <p14:creationId xmlns:p14="http://schemas.microsoft.com/office/powerpoint/2010/main" val="893803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FCF6F44-8D96-40F3-863E-15389A54F366}"/>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B4615F40-C74F-4CE5-8E73-DD4DDD215CF4}"/>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正方形/長方形 3">
            <a:extLst>
              <a:ext uri="{FF2B5EF4-FFF2-40B4-BE49-F238E27FC236}">
                <a16:creationId xmlns:a16="http://schemas.microsoft.com/office/drawing/2014/main" id="{FB7BD226-7EA5-44E1-8CA2-92CE7C4EC648}"/>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正方形/長方形 4">
            <a:extLst>
              <a:ext uri="{FF2B5EF4-FFF2-40B4-BE49-F238E27FC236}">
                <a16:creationId xmlns:a16="http://schemas.microsoft.com/office/drawing/2014/main" id="{3D92C827-EBC1-41A2-9454-70E1DF8F7104}"/>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288539A9-DE24-42B7-8E40-0148CD683DE6}"/>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BFE32773-628D-432E-B3A2-62C5A182B125}"/>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正方形/長方形 7">
            <a:extLst>
              <a:ext uri="{FF2B5EF4-FFF2-40B4-BE49-F238E27FC236}">
                <a16:creationId xmlns:a16="http://schemas.microsoft.com/office/drawing/2014/main" id="{FD64B756-B5E3-4475-AF8F-12D3E9FC17DA}"/>
              </a:ext>
            </a:extLst>
          </p:cNvPr>
          <p:cNvSpPr>
            <a:spLocks noGrp="1"/>
          </p:cNvSpPr>
          <p:nvPr/>
        </p:nvSpPr>
        <p:spPr>
          <a:xfrm>
            <a:off x="609600" y="1066800"/>
            <a:ext cx="6000750" cy="285750"/>
          </a:xfrm>
          <a:prstGeom prst="rect">
            <a:avLst/>
          </a:prstGeom>
          <a:noFill/>
          <a:ln w="0">
            <a:noFill/>
          </a:ln>
        </p:spPr>
        <p:txBody>
          <a:bodyPr wrap="square" lIns="0" tIns="0" rIns="0" bIns="0" anchor="t">
            <a:normAutofit/>
          </a:bodyPr>
          <a:lstStyle/>
          <a:p>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図 41"/>
          <p:cNvPicPr>
            <a:picLocks noChangeAspect="1"/>
          </p:cNvPicPr>
          <p:nvPr/>
        </p:nvPicPr>
        <p:blipFill>
          <a:blip r:embed="rId3"/>
          <a:srcRect l="58" r="58"/>
          <a:stretch>
            <a:fillRect/>
          </a:stretch>
        </p:blipFill>
        <p:spPr>
          <a:xfrm>
            <a:off x="609600" y="1466850"/>
            <a:ext cx="1809750" cy="1019175"/>
          </a:xfrm>
          <a:prstGeom prst="rect">
            <a:avLst/>
          </a:prstGeom>
        </p:spPr>
      </p:pic>
      <p:sp>
        <p:nvSpPr>
          <p:cNvPr id="10" name="正方形/長方形 9">
            <a:extLst>
              <a:ext uri="{FF2B5EF4-FFF2-40B4-BE49-F238E27FC236}">
                <a16:creationId xmlns:a16="http://schemas.microsoft.com/office/drawing/2014/main" id="{A2CE4A7F-623B-462E-BAD5-B204F7F4E893}"/>
              </a:ext>
            </a:extLst>
          </p:cNvPr>
          <p:cNvSpPr>
            <a:spLocks noGrp="1"/>
          </p:cNvSpPr>
          <p:nvPr/>
        </p:nvSpPr>
        <p:spPr>
          <a:xfrm>
            <a:off x="609600" y="2590800"/>
            <a:ext cx="1809750" cy="504825"/>
          </a:xfrm>
          <a:prstGeom prst="rect">
            <a:avLst/>
          </a:prstGeom>
          <a:noFill/>
          <a:ln w="0">
            <a:noFill/>
          </a:ln>
        </p:spPr>
        <p:txBody>
          <a:bodyPr wrap="square" lIns="0" tIns="0" rIns="0" bIns="0" anchor="t">
            <a:normAutofit/>
          </a:bodyPr>
          <a:lstStyle/>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図 43"/>
          <p:cNvPicPr>
            <a:picLocks noChangeAspect="1"/>
          </p:cNvPicPr>
          <p:nvPr/>
        </p:nvPicPr>
        <p:blipFill>
          <a:blip r:embed="rId4"/>
          <a:srcRect l="58" r="58"/>
          <a:stretch>
            <a:fillRect/>
          </a:stretch>
        </p:blipFill>
        <p:spPr>
          <a:xfrm>
            <a:off x="2609850" y="1466850"/>
            <a:ext cx="1809750" cy="1019175"/>
          </a:xfrm>
          <a:prstGeom prst="rect">
            <a:avLst/>
          </a:prstGeom>
        </p:spPr>
      </p:pic>
      <p:sp>
        <p:nvSpPr>
          <p:cNvPr id="12" name="正方形/長方形 11">
            <a:extLst>
              <a:ext uri="{FF2B5EF4-FFF2-40B4-BE49-F238E27FC236}">
                <a16:creationId xmlns:a16="http://schemas.microsoft.com/office/drawing/2014/main" id="{CFB5CEED-0B0F-4AF3-B7B7-9347DDD16EB7}"/>
              </a:ext>
            </a:extLst>
          </p:cNvPr>
          <p:cNvSpPr>
            <a:spLocks noGrp="1"/>
          </p:cNvSpPr>
          <p:nvPr/>
        </p:nvSpPr>
        <p:spPr>
          <a:xfrm>
            <a:off x="2609850" y="2590800"/>
            <a:ext cx="1809750" cy="504825"/>
          </a:xfrm>
          <a:prstGeom prst="rect">
            <a:avLst/>
          </a:prstGeom>
          <a:noFill/>
          <a:ln w="0">
            <a:noFill/>
          </a:ln>
        </p:spPr>
        <p:txBody>
          <a:bodyPr wrap="square" lIns="0" tIns="0" rIns="0" bIns="0" anchor="t">
            <a:normAutofit/>
          </a:bodyPr>
          <a:lstStyle/>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図 45"/>
          <p:cNvPicPr>
            <a:picLocks noChangeAspect="1"/>
          </p:cNvPicPr>
          <p:nvPr/>
        </p:nvPicPr>
        <p:blipFill>
          <a:blip r:embed="rId5"/>
          <a:srcRect l="58" r="58"/>
          <a:stretch>
            <a:fillRect/>
          </a:stretch>
        </p:blipFill>
        <p:spPr>
          <a:xfrm>
            <a:off x="4610100" y="1466850"/>
            <a:ext cx="1809750" cy="1019175"/>
          </a:xfrm>
          <a:prstGeom prst="rect">
            <a:avLst/>
          </a:prstGeom>
        </p:spPr>
      </p:pic>
      <p:sp>
        <p:nvSpPr>
          <p:cNvPr id="14" name="正方形/長方形 13">
            <a:extLst>
              <a:ext uri="{FF2B5EF4-FFF2-40B4-BE49-F238E27FC236}">
                <a16:creationId xmlns:a16="http://schemas.microsoft.com/office/drawing/2014/main" id="{456A3E95-8178-4756-A0AC-3A69EA7C628A}"/>
              </a:ext>
            </a:extLst>
          </p:cNvPr>
          <p:cNvSpPr>
            <a:spLocks noGrp="1"/>
          </p:cNvSpPr>
          <p:nvPr/>
        </p:nvSpPr>
        <p:spPr>
          <a:xfrm>
            <a:off x="4610100" y="2590800"/>
            <a:ext cx="1809750" cy="504825"/>
          </a:xfrm>
          <a:prstGeom prst="rect">
            <a:avLst/>
          </a:prstGeom>
          <a:noFill/>
          <a:ln w="0">
            <a:noFill/>
          </a:ln>
        </p:spPr>
        <p:txBody>
          <a:bodyPr wrap="square" lIns="0" tIns="0" rIns="0" bIns="0" anchor="t">
            <a:normAutofit/>
          </a:bodyPr>
          <a:lstStyle/>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正方形/長方形 14">
            <a:extLst>
              <a:ext uri="{FF2B5EF4-FFF2-40B4-BE49-F238E27FC236}">
                <a16:creationId xmlns:a16="http://schemas.microsoft.com/office/drawing/2014/main" id="{958D1BA0-39B2-46A3-B772-B86D002A8D49}"/>
              </a:ext>
            </a:extLst>
          </p:cNvPr>
          <p:cNvSpPr>
            <a:spLocks noGrp="1"/>
          </p:cNvSpPr>
          <p:nvPr/>
        </p:nvSpPr>
        <p:spPr>
          <a:xfrm>
            <a:off x="2581275" y="1438275"/>
            <a:ext cx="1866900" cy="1076325"/>
          </a:xfrm>
          <a:prstGeom prst="rect">
            <a:avLst/>
          </a:prstGeom>
          <a:noFill/>
          <a:ln w="28575">
            <a:solidFill>
              <a:srgbClr val="E7833D"/>
            </a:solidFill>
          </a:ln>
        </p:spPr>
        <p:txBody>
          <a:bodyPr/>
          <a:lstStyle/>
          <a:p>
            <a:endParaRPr lang="ja-JP" altLang="en-US"/>
          </a:p>
        </p:txBody>
      </p:sp>
      <p:sp>
        <p:nvSpPr>
          <p:cNvPr id="16" name="正方形/長方形 15">
            <a:extLst>
              <a:ext uri="{FF2B5EF4-FFF2-40B4-BE49-F238E27FC236}">
                <a16:creationId xmlns:a16="http://schemas.microsoft.com/office/drawing/2014/main" id="{94570DA8-C649-45E4-8517-AF388775BDEA}"/>
              </a:ext>
            </a:extLst>
          </p:cNvPr>
          <p:cNvSpPr>
            <a:spLocks noGrp="1"/>
          </p:cNvSpPr>
          <p:nvPr/>
        </p:nvSpPr>
        <p:spPr>
          <a:xfrm>
            <a:off x="2647950" y="1504950"/>
            <a:ext cx="876300" cy="209550"/>
          </a:xfrm>
          <a:prstGeom prst="rect">
            <a:avLst/>
          </a:prstGeom>
          <a:solidFill>
            <a:srgbClr val="E7833D"/>
          </a:solidFill>
          <a:ln w="0">
            <a:noFill/>
          </a:ln>
        </p:spPr>
        <p:txBody>
          <a:bodyPr wrap="square" lIns="0" tIns="0" rIns="0" bIns="0" anchor="ctr">
            <a:normAutofit/>
          </a:bodyPr>
          <a:lstStyle/>
          <a:p>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正方形/長方形 16">
            <a:extLst>
              <a:ext uri="{FF2B5EF4-FFF2-40B4-BE49-F238E27FC236}">
                <a16:creationId xmlns:a16="http://schemas.microsoft.com/office/drawing/2014/main" id="{2BF3938B-B11F-42DA-8B78-D51353988E78}"/>
              </a:ext>
            </a:extLst>
          </p:cNvPr>
          <p:cNvSpPr>
            <a:spLocks noGrp="1"/>
          </p:cNvSpPr>
          <p:nvPr/>
        </p:nvSpPr>
        <p:spPr>
          <a:xfrm>
            <a:off x="6762750" y="1123950"/>
            <a:ext cx="19050" cy="2476500"/>
          </a:xfrm>
          <a:prstGeom prst="rect">
            <a:avLst/>
          </a:prstGeom>
          <a:solidFill>
            <a:srgbClr val="C9D2D3"/>
          </a:solidFill>
          <a:ln w="0">
            <a:noFill/>
          </a:ln>
        </p:spPr>
        <p:txBody>
          <a:bodyPr/>
          <a:lstStyle/>
          <a:p>
            <a:endParaRPr lang="ja-JP" altLang="en-US"/>
          </a:p>
        </p:txBody>
      </p:sp>
      <p:sp>
        <p:nvSpPr>
          <p:cNvPr id="18" name="正方形/長方形 17">
            <a:extLst>
              <a:ext uri="{FF2B5EF4-FFF2-40B4-BE49-F238E27FC236}">
                <a16:creationId xmlns:a16="http://schemas.microsoft.com/office/drawing/2014/main" id="{4197F84C-EA61-45ED-89D5-E95C48E81EB4}"/>
              </a:ext>
            </a:extLst>
          </p:cNvPr>
          <p:cNvSpPr>
            <a:spLocks noGrp="1"/>
          </p:cNvSpPr>
          <p:nvPr/>
        </p:nvSpPr>
        <p:spPr>
          <a:xfrm>
            <a:off x="7143750" y="1123950"/>
            <a:ext cx="4286250" cy="323850"/>
          </a:xfrm>
          <a:prstGeom prst="rect">
            <a:avLst/>
          </a:prstGeom>
          <a:noFill/>
          <a:ln w="0">
            <a:noFill/>
          </a:ln>
        </p:spPr>
        <p:txBody>
          <a:bodyPr wrap="square" lIns="0" tIns="0" rIns="0" bIns="0" anchor="t">
            <a:normAutofit/>
          </a:bodyPr>
          <a:lstStyle/>
          <a:p>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正方形/長方形 18">
            <a:extLst>
              <a:ext uri="{FF2B5EF4-FFF2-40B4-BE49-F238E27FC236}">
                <a16:creationId xmlns:a16="http://schemas.microsoft.com/office/drawing/2014/main" id="{AC624443-0EBB-4F04-842C-A6178CE95303}"/>
              </a:ext>
            </a:extLst>
          </p:cNvPr>
          <p:cNvSpPr>
            <a:spLocks noGrp="1"/>
          </p:cNvSpPr>
          <p:nvPr/>
        </p:nvSpPr>
        <p:spPr>
          <a:xfrm>
            <a:off x="7334250" y="1724025"/>
            <a:ext cx="1714500" cy="285750"/>
          </a:xfrm>
          <a:prstGeom prst="rect">
            <a:avLst/>
          </a:prstGeom>
          <a:noFill/>
          <a:ln w="0">
            <a:noFill/>
          </a:ln>
        </p:spPr>
        <p:txBody>
          <a:bodyPr wrap="square" lIns="0" tIns="0" rIns="0" bIns="0" anchor="t">
            <a:normAutofit/>
          </a:bodyPr>
          <a:lstStyle/>
          <a:p>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正方形/長方形 19">
            <a:extLst>
              <a:ext uri="{FF2B5EF4-FFF2-40B4-BE49-F238E27FC236}">
                <a16:creationId xmlns:a16="http://schemas.microsoft.com/office/drawing/2014/main" id="{0B699B6E-69CB-4E05-9B6C-59821A577DD6}"/>
              </a:ext>
            </a:extLst>
          </p:cNvPr>
          <p:cNvSpPr>
            <a:spLocks noGrp="1"/>
          </p:cNvSpPr>
          <p:nvPr/>
        </p:nvSpPr>
        <p:spPr>
          <a:xfrm>
            <a:off x="7334250" y="2076450"/>
            <a:ext cx="1714500" cy="533400"/>
          </a:xfrm>
          <a:prstGeom prst="rect">
            <a:avLst/>
          </a:prstGeom>
          <a:noFill/>
          <a:ln w="0">
            <a:noFill/>
          </a:ln>
        </p:spPr>
        <p:txBody>
          <a:bodyPr wrap="square" lIns="0" tIns="0" rIns="0" bIns="0" anchor="t">
            <a:normAutofit/>
          </a:bodyPr>
          <a:lstStyle/>
          <a:p>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正方形/長方形 20">
            <a:extLst>
              <a:ext uri="{FF2B5EF4-FFF2-40B4-BE49-F238E27FC236}">
                <a16:creationId xmlns:a16="http://schemas.microsoft.com/office/drawing/2014/main" id="{FB1EE8E6-FE67-469A-83F8-A14DA7AC27E6}"/>
              </a:ext>
            </a:extLst>
          </p:cNvPr>
          <p:cNvSpPr>
            <a:spLocks noGrp="1"/>
          </p:cNvSpPr>
          <p:nvPr/>
        </p:nvSpPr>
        <p:spPr>
          <a:xfrm>
            <a:off x="7334250" y="2647950"/>
            <a:ext cx="1714500" cy="247650"/>
          </a:xfrm>
          <a:prstGeom prst="rect">
            <a:avLst/>
          </a:prstGeom>
          <a:noFill/>
          <a:ln w="0">
            <a:noFill/>
          </a:ln>
        </p:spPr>
        <p:txBody>
          <a:bodyPr wrap="square" lIns="0" tIns="0" rIns="0" bIns="0" anchor="t">
            <a:normAutofit/>
          </a:bodyPr>
          <a:lstStyle/>
          <a:p>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正方形/長方形 21">
            <a:extLst>
              <a:ext uri="{FF2B5EF4-FFF2-40B4-BE49-F238E27FC236}">
                <a16:creationId xmlns:a16="http://schemas.microsoft.com/office/drawing/2014/main" id="{BB4ABD15-A95C-4A24-A552-5339A5293918}"/>
              </a:ext>
            </a:extLst>
          </p:cNvPr>
          <p:cNvSpPr>
            <a:spLocks noGrp="1"/>
          </p:cNvSpPr>
          <p:nvPr/>
        </p:nvSpPr>
        <p:spPr>
          <a:xfrm>
            <a:off x="9429750" y="1724025"/>
            <a:ext cx="1714500" cy="285750"/>
          </a:xfrm>
          <a:prstGeom prst="rect">
            <a:avLst/>
          </a:prstGeom>
          <a:noFill/>
          <a:ln w="0">
            <a:noFill/>
          </a:ln>
        </p:spPr>
        <p:txBody>
          <a:bodyPr wrap="square" lIns="0" tIns="0" rIns="0" bIns="0" anchor="t">
            <a:normAutofit/>
          </a:bodyPr>
          <a:lstStyle/>
          <a:p>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正方形/長方形 22">
            <a:extLst>
              <a:ext uri="{FF2B5EF4-FFF2-40B4-BE49-F238E27FC236}">
                <a16:creationId xmlns:a16="http://schemas.microsoft.com/office/drawing/2014/main" id="{1DB3768C-A61D-4E4D-88DA-E227C9E30434}"/>
              </a:ext>
            </a:extLst>
          </p:cNvPr>
          <p:cNvSpPr>
            <a:spLocks noGrp="1"/>
          </p:cNvSpPr>
          <p:nvPr/>
        </p:nvSpPr>
        <p:spPr>
          <a:xfrm>
            <a:off x="9429750" y="2076450"/>
            <a:ext cx="1714500" cy="533400"/>
          </a:xfrm>
          <a:prstGeom prst="rect">
            <a:avLst/>
          </a:prstGeom>
          <a:noFill/>
          <a:ln w="0">
            <a:noFill/>
          </a:ln>
        </p:spPr>
        <p:txBody>
          <a:bodyPr wrap="square" lIns="0" tIns="0" rIns="0" bIns="0" anchor="t">
            <a:normAutofit/>
          </a:bodyPr>
          <a:lstStyle/>
          <a:p>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正方形/長方形 23">
            <a:extLst>
              <a:ext uri="{FF2B5EF4-FFF2-40B4-BE49-F238E27FC236}">
                <a16:creationId xmlns:a16="http://schemas.microsoft.com/office/drawing/2014/main" id="{4B50AAA7-3972-4A19-B39B-873BDD84E9B6}"/>
              </a:ext>
            </a:extLst>
          </p:cNvPr>
          <p:cNvSpPr>
            <a:spLocks noGrp="1"/>
          </p:cNvSpPr>
          <p:nvPr/>
        </p:nvSpPr>
        <p:spPr>
          <a:xfrm>
            <a:off x="9429750" y="2647950"/>
            <a:ext cx="1714500" cy="247650"/>
          </a:xfrm>
          <a:prstGeom prst="rect">
            <a:avLst/>
          </a:prstGeom>
          <a:noFill/>
          <a:ln w="0">
            <a:noFill/>
          </a:ln>
        </p:spPr>
        <p:txBody>
          <a:bodyPr wrap="square" lIns="0" tIns="0" rIns="0" bIns="0" anchor="t">
            <a:normAutofit/>
          </a:bodyPr>
          <a:lstStyle/>
          <a:p>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正方形/長方形 24">
            <a:extLst>
              <a:ext uri="{FF2B5EF4-FFF2-40B4-BE49-F238E27FC236}">
                <a16:creationId xmlns:a16="http://schemas.microsoft.com/office/drawing/2014/main" id="{1470369A-76D8-499D-AC4E-A2B1EC7BD3E0}"/>
              </a:ext>
            </a:extLst>
          </p:cNvPr>
          <p:cNvSpPr>
            <a:spLocks noGrp="1"/>
          </p:cNvSpPr>
          <p:nvPr/>
        </p:nvSpPr>
        <p:spPr>
          <a:xfrm>
            <a:off x="7334250" y="3086100"/>
            <a:ext cx="3810000" cy="361950"/>
          </a:xfrm>
          <a:prstGeom prst="rect">
            <a:avLst/>
          </a:prstGeom>
          <a:noFill/>
          <a:ln w="0">
            <a:noFill/>
          </a:ln>
        </p:spPr>
        <p:txBody>
          <a:bodyPr wrap="square" lIns="0" tIns="0" rIns="0" bIns="0" anchor="t">
            <a:normAutofit/>
          </a:bodyPr>
          <a:lstStyle/>
          <a:p>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正方形/長方形 25">
            <a:extLst>
              <a:ext uri="{FF2B5EF4-FFF2-40B4-BE49-F238E27FC236}">
                <a16:creationId xmlns:a16="http://schemas.microsoft.com/office/drawing/2014/main" id="{0AB6E6C7-1A62-4B6B-8FA0-D4A48EABEE05}"/>
              </a:ext>
            </a:extLst>
          </p:cNvPr>
          <p:cNvSpPr>
            <a:spLocks noGrp="1"/>
          </p:cNvSpPr>
          <p:nvPr/>
        </p:nvSpPr>
        <p:spPr>
          <a:xfrm>
            <a:off x="7286625" y="3514725"/>
            <a:ext cx="3905250" cy="228600"/>
          </a:xfrm>
          <a:prstGeom prst="rect">
            <a:avLst/>
          </a:prstGeom>
          <a:noFill/>
          <a:ln w="0">
            <a:noFill/>
          </a:ln>
        </p:spPr>
        <p:txBody>
          <a:bodyPr wrap="square" lIns="0" tIns="0" rIns="0" bIns="0" anchor="t">
            <a:normAutofit/>
          </a:bodyPr>
          <a:lstStyle/>
          <a:p>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正方形/長方形 26">
            <a:extLst>
              <a:ext uri="{FF2B5EF4-FFF2-40B4-BE49-F238E27FC236}">
                <a16:creationId xmlns:a16="http://schemas.microsoft.com/office/drawing/2014/main" id="{75422F0E-EF49-4006-984D-EFC882F6DB03}"/>
              </a:ext>
            </a:extLst>
          </p:cNvPr>
          <p:cNvSpPr>
            <a:spLocks noGrp="1"/>
          </p:cNvSpPr>
          <p:nvPr/>
        </p:nvSpPr>
        <p:spPr>
          <a:xfrm>
            <a:off x="609600" y="3810000"/>
            <a:ext cx="10858500" cy="14288"/>
          </a:xfrm>
          <a:prstGeom prst="rect">
            <a:avLst/>
          </a:prstGeom>
          <a:solidFill>
            <a:srgbClr val="87979C"/>
          </a:solidFill>
          <a:ln w="0">
            <a:noFill/>
          </a:ln>
        </p:spPr>
        <p:txBody>
          <a:bodyPr/>
          <a:lstStyle/>
          <a:p>
            <a:endParaRPr lang="ja-JP" altLang="en-US"/>
          </a:p>
        </p:txBody>
      </p:sp>
      <p:sp>
        <p:nvSpPr>
          <p:cNvPr id="28" name="正方形/長方形 27">
            <a:extLst>
              <a:ext uri="{FF2B5EF4-FFF2-40B4-BE49-F238E27FC236}">
                <a16:creationId xmlns:a16="http://schemas.microsoft.com/office/drawing/2014/main" id="{91A5FA4A-3442-463F-B900-92FDE9A03A2C}"/>
              </a:ext>
            </a:extLst>
          </p:cNvPr>
          <p:cNvSpPr>
            <a:spLocks noGrp="1"/>
          </p:cNvSpPr>
          <p:nvPr/>
        </p:nvSpPr>
        <p:spPr>
          <a:xfrm>
            <a:off x="857250" y="4143375"/>
            <a:ext cx="2286000" cy="285750"/>
          </a:xfrm>
          <a:prstGeom prst="rect">
            <a:avLst/>
          </a:prstGeom>
          <a:noFill/>
          <a:ln w="0">
            <a:noFill/>
          </a:ln>
        </p:spPr>
        <p:txBody>
          <a:bodyPr wrap="square" lIns="0" tIns="0" rIns="0" bIns="0" anchor="t">
            <a:normAutofit/>
          </a:bodyPr>
          <a:lstStyle/>
          <a:p>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正方形/長方形 28">
            <a:extLst>
              <a:ext uri="{FF2B5EF4-FFF2-40B4-BE49-F238E27FC236}">
                <a16:creationId xmlns:a16="http://schemas.microsoft.com/office/drawing/2014/main" id="{22119423-1346-4AF6-9D15-1E71C8049927}"/>
              </a:ext>
            </a:extLst>
          </p:cNvPr>
          <p:cNvSpPr>
            <a:spLocks noGrp="1"/>
          </p:cNvSpPr>
          <p:nvPr/>
        </p:nvSpPr>
        <p:spPr>
          <a:xfrm>
            <a:off x="876300" y="4619625"/>
            <a:ext cx="2857500" cy="457200"/>
          </a:xfrm>
          <a:prstGeom prst="rect">
            <a:avLst/>
          </a:prstGeom>
          <a:solidFill>
            <a:srgbClr val="E6F1F3"/>
          </a:solidFill>
          <a:ln w="0">
            <a:noFill/>
          </a:ln>
        </p:spPr>
        <p:txBody>
          <a:bodyPr wrap="square" lIns="0" tIns="0" rIns="0" bIns="0" anchor="ctr">
            <a:normAutofit/>
          </a:bodyPr>
          <a:lstStyle/>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正方形/長方形 29">
            <a:extLst>
              <a:ext uri="{FF2B5EF4-FFF2-40B4-BE49-F238E27FC236}">
                <a16:creationId xmlns:a16="http://schemas.microsoft.com/office/drawing/2014/main" id="{FAD4F0CD-3F9B-4872-A01B-8B2854A1A6C7}"/>
              </a:ext>
            </a:extLst>
          </p:cNvPr>
          <p:cNvSpPr>
            <a:spLocks noGrp="1"/>
          </p:cNvSpPr>
          <p:nvPr/>
        </p:nvSpPr>
        <p:spPr>
          <a:xfrm>
            <a:off x="4000500" y="4619625"/>
            <a:ext cx="4667250" cy="457200"/>
          </a:xfrm>
          <a:prstGeom prst="rect">
            <a:avLst/>
          </a:prstGeom>
          <a:solidFill>
            <a:srgbClr val="DDF0ED"/>
          </a:solidFill>
          <a:ln w="0">
            <a:noFill/>
          </a:ln>
        </p:spPr>
        <p:txBody>
          <a:bodyPr wrap="square" lIns="0" tIns="0" rIns="0" bIns="0" anchor="ctr">
            <a:normAutofit/>
          </a:bodyPr>
          <a:lstStyle/>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正方形/長方形 30">
            <a:extLst>
              <a:ext uri="{FF2B5EF4-FFF2-40B4-BE49-F238E27FC236}">
                <a16:creationId xmlns:a16="http://schemas.microsoft.com/office/drawing/2014/main" id="{CACDE087-08D1-4E9C-A306-76CEEC643F15}"/>
              </a:ext>
            </a:extLst>
          </p:cNvPr>
          <p:cNvSpPr>
            <a:spLocks noGrp="1"/>
          </p:cNvSpPr>
          <p:nvPr/>
        </p:nvSpPr>
        <p:spPr>
          <a:xfrm>
            <a:off x="8858250" y="4143375"/>
            <a:ext cx="2286000" cy="285750"/>
          </a:xfrm>
          <a:prstGeom prst="rect">
            <a:avLst/>
          </a:prstGeom>
          <a:noFill/>
          <a:ln w="0">
            <a:noFill/>
          </a:ln>
        </p:spPr>
        <p:txBody>
          <a:bodyPr wrap="square" lIns="0" tIns="0" rIns="0" bIns="0" anchor="t">
            <a:normAutofit/>
          </a:bodyPr>
          <a:lstStyle/>
          <a:p>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正方形/長方形 31">
            <a:extLst>
              <a:ext uri="{FF2B5EF4-FFF2-40B4-BE49-F238E27FC236}">
                <a16:creationId xmlns:a16="http://schemas.microsoft.com/office/drawing/2014/main" id="{8DB4109A-1491-4C75-BC3F-0CA01C86EFC1}"/>
              </a:ext>
            </a:extLst>
          </p:cNvPr>
          <p:cNvSpPr>
            <a:spLocks noGrp="1"/>
          </p:cNvSpPr>
          <p:nvPr/>
        </p:nvSpPr>
        <p:spPr>
          <a:xfrm>
            <a:off x="8858250" y="4619625"/>
            <a:ext cx="2381250" cy="495300"/>
          </a:xfrm>
          <a:prstGeom prst="rect">
            <a:avLst/>
          </a:prstGeom>
          <a:noFill/>
          <a:ln w="0">
            <a:noFill/>
          </a:ln>
        </p:spPr>
        <p:txBody>
          <a:bodyPr wrap="square" lIns="0" tIns="0" rIns="0" bIns="0" anchor="ctr">
            <a:normAutofit/>
          </a:bodyPr>
          <a:lstStyle/>
          <a:p>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正方形/長方形 32">
            <a:extLst>
              <a:ext uri="{FF2B5EF4-FFF2-40B4-BE49-F238E27FC236}">
                <a16:creationId xmlns:a16="http://schemas.microsoft.com/office/drawing/2014/main" id="{0E5C345D-EC8E-43AA-A827-D8E8B49865D5}"/>
              </a:ext>
            </a:extLst>
          </p:cNvPr>
          <p:cNvSpPr>
            <a:spLocks noGrp="1"/>
          </p:cNvSpPr>
          <p:nvPr/>
        </p:nvSpPr>
        <p:spPr>
          <a:xfrm>
            <a:off x="952500" y="5591175"/>
            <a:ext cx="10287000" cy="381000"/>
          </a:xfrm>
          <a:prstGeom prst="rect">
            <a:avLst/>
          </a:prstGeom>
          <a:noFill/>
          <a:ln w="0">
            <a:noFill/>
          </a:ln>
        </p:spPr>
        <p:txBody>
          <a:bodyPr wrap="square" lIns="0" tIns="0" rIns="0" bIns="0" anchor="t">
            <a:normAutofit/>
          </a:bodyPr>
          <a:lstStyle/>
          <a:p>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120862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A7E1910-C986-4C89-B7F8-0936CDCD6778}"/>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9CFB875E-8562-4415-8EB8-DCC456DD8F39}"/>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err="1">
                <a:solidFill>
                  <a:srgbClr val="173B4B"/>
                </a:solidFill>
                <a:latin typeface="Yu Gothic"/>
                <a:ea typeface="Yu Gothic"/>
                <a:cs typeface="Yu Gothic"/>
              </a:rPr>
              <a:t>中央側の動画から、代理データを選ぶ</a:t>
            </a:r>
            <a:endParaRPr sz="2850" b="1" dirty="0">
              <a:solidFill>
                <a:srgbClr val="173B4B"/>
              </a:solidFill>
              <a:latin typeface="Yu Gothic"/>
              <a:ea typeface="Yu Gothic"/>
              <a:cs typeface="Yu Gothic"/>
            </a:endParaRPr>
          </a:p>
        </p:txBody>
      </p:sp>
      <p:sp>
        <p:nvSpPr>
          <p:cNvPr id="4" name="正方形/長方形 3">
            <a:extLst>
              <a:ext uri="{FF2B5EF4-FFF2-40B4-BE49-F238E27FC236}">
                <a16:creationId xmlns:a16="http://schemas.microsoft.com/office/drawing/2014/main" id="{396368AC-39E9-476F-8D0C-75C56BCA4E90}"/>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正方形/長方形 4">
            <a:extLst>
              <a:ext uri="{FF2B5EF4-FFF2-40B4-BE49-F238E27FC236}">
                <a16:creationId xmlns:a16="http://schemas.microsoft.com/office/drawing/2014/main" id="{29E8BE28-D897-4E5F-9CCB-FE37B6E12F81}"/>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20F365AB-C3C5-45C2-A153-398DD5AF2242}"/>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8A1D4312-94C9-47AF-95D5-42F2F139E1AC}"/>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正方形/長方形 7">
            <a:extLst>
              <a:ext uri="{FF2B5EF4-FFF2-40B4-BE49-F238E27FC236}">
                <a16:creationId xmlns:a16="http://schemas.microsoft.com/office/drawing/2014/main" id="{15F5B255-4B4A-42A2-98C1-94690A4BA139}"/>
              </a:ext>
            </a:extLst>
          </p:cNvPr>
          <p:cNvSpPr>
            <a:spLocks noGrp="1"/>
          </p:cNvSpPr>
          <p:nvPr/>
        </p:nvSpPr>
        <p:spPr>
          <a:xfrm>
            <a:off x="609600" y="1066800"/>
            <a:ext cx="1143000" cy="266700"/>
          </a:xfrm>
          <a:prstGeom prst="rect">
            <a:avLst/>
          </a:prstGeom>
          <a:noFill/>
          <a:ln w="0">
            <a:noFill/>
          </a:ln>
        </p:spPr>
        <p:txBody>
          <a:bodyPr wrap="square" lIns="0" tIns="0" rIns="0" bIns="0" anchor="t">
            <a:normAutofit/>
          </a:bodyPr>
          <a:lstStyle/>
          <a:p>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正方形/長方形 8">
            <a:extLst>
              <a:ext uri="{FF2B5EF4-FFF2-40B4-BE49-F238E27FC236}">
                <a16:creationId xmlns:a16="http://schemas.microsoft.com/office/drawing/2014/main" id="{772A0BE3-8A58-4415-B0C2-3AA8EAD52ACC}"/>
              </a:ext>
            </a:extLst>
          </p:cNvPr>
          <p:cNvSpPr>
            <a:spLocks noGrp="1"/>
          </p:cNvSpPr>
          <p:nvPr/>
        </p:nvSpPr>
        <p:spPr>
          <a:xfrm>
            <a:off x="628650" y="1457325"/>
            <a:ext cx="1714500" cy="514350"/>
          </a:xfrm>
          <a:prstGeom prst="rect">
            <a:avLst/>
          </a:prstGeom>
          <a:solidFill>
            <a:srgbClr val="DDF0ED"/>
          </a:solidFill>
          <a:ln w="0">
            <a:noFill/>
          </a:ln>
        </p:spPr>
        <p:txBody>
          <a:bodyPr wrap="square" lIns="0" tIns="0" rIns="0" bIns="0" anchor="ctr">
            <a:normAutofit/>
          </a:bodyPr>
          <a:lstStyle/>
          <a:p>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正方形/長方形 9">
            <a:extLst>
              <a:ext uri="{FF2B5EF4-FFF2-40B4-BE49-F238E27FC236}">
                <a16:creationId xmlns:a16="http://schemas.microsoft.com/office/drawing/2014/main" id="{1FE2AD99-651C-4861-86A6-DC6365A3B437}"/>
              </a:ext>
            </a:extLst>
          </p:cNvPr>
          <p:cNvSpPr>
            <a:spLocks noGrp="1"/>
          </p:cNvSpPr>
          <p:nvPr/>
        </p:nvSpPr>
        <p:spPr>
          <a:xfrm>
            <a:off x="628650" y="2095500"/>
            <a:ext cx="1714500" cy="628650"/>
          </a:xfrm>
          <a:prstGeom prst="rect">
            <a:avLst/>
          </a:prstGeom>
          <a:noFill/>
          <a:ln w="0">
            <a:noFill/>
          </a:ln>
        </p:spPr>
        <p:txBody>
          <a:bodyPr wrap="square" lIns="0" tIns="0" rIns="0" bIns="0" anchor="t">
            <a:normAutofit/>
          </a:bodyPr>
          <a:lstStyle/>
          <a:p>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正方形/長方形 10">
            <a:extLst>
              <a:ext uri="{FF2B5EF4-FFF2-40B4-BE49-F238E27FC236}">
                <a16:creationId xmlns:a16="http://schemas.microsoft.com/office/drawing/2014/main" id="{3F514947-CF94-4153-BFB5-85670928338B}"/>
              </a:ext>
            </a:extLst>
          </p:cNvPr>
          <p:cNvSpPr>
            <a:spLocks noGrp="1"/>
          </p:cNvSpPr>
          <p:nvPr/>
        </p:nvSpPr>
        <p:spPr>
          <a:xfrm>
            <a:off x="2562225" y="1724025"/>
            <a:ext cx="495300" cy="28575"/>
          </a:xfrm>
          <a:prstGeom prst="rect">
            <a:avLst/>
          </a:prstGeom>
          <a:solidFill>
            <a:srgbClr val="69C3BE"/>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CE42E613-2A4A-4F47-BDCC-841512F9001A}"/>
              </a:ext>
            </a:extLst>
          </p:cNvPr>
          <p:cNvSpPr>
            <a:spLocks noGrp="1"/>
          </p:cNvSpPr>
          <p:nvPr/>
        </p:nvSpPr>
        <p:spPr>
          <a:xfrm>
            <a:off x="3219450" y="1171575"/>
            <a:ext cx="2476500" cy="333375"/>
          </a:xfrm>
          <a:prstGeom prst="rect">
            <a:avLst/>
          </a:prstGeom>
          <a:noFill/>
          <a:ln w="0">
            <a:noFill/>
          </a:ln>
        </p:spPr>
        <p:txBody>
          <a:bodyPr wrap="square" lIns="0" tIns="0" rIns="0" bIns="0" anchor="t">
            <a:normAutofit/>
          </a:bodyPr>
          <a:lstStyle/>
          <a:p>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正方形/長方形 12">
            <a:extLst>
              <a:ext uri="{FF2B5EF4-FFF2-40B4-BE49-F238E27FC236}">
                <a16:creationId xmlns:a16="http://schemas.microsoft.com/office/drawing/2014/main" id="{DD4089B3-6B36-443C-8B1A-180FA6E67D57}"/>
              </a:ext>
            </a:extLst>
          </p:cNvPr>
          <p:cNvSpPr>
            <a:spLocks noGrp="1"/>
          </p:cNvSpPr>
          <p:nvPr/>
        </p:nvSpPr>
        <p:spPr>
          <a:xfrm>
            <a:off x="3219450" y="1543050"/>
            <a:ext cx="2476500" cy="266700"/>
          </a:xfrm>
          <a:prstGeom prst="rect">
            <a:avLst/>
          </a:prstGeom>
          <a:noFill/>
          <a:ln w="0">
            <a:noFill/>
          </a:ln>
        </p:spPr>
        <p:txBody>
          <a:bodyPr wrap="square" lIns="0" tIns="0" rIns="0" bIns="0" anchor="t">
            <a:normAutofit/>
          </a:bodyPr>
          <a:lstStyle/>
          <a:p>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図 51"/>
          <p:cNvPicPr>
            <a:picLocks noChangeAspect="1"/>
          </p:cNvPicPr>
          <p:nvPr/>
        </p:nvPicPr>
        <p:blipFill>
          <a:blip r:embed="rId3"/>
          <a:srcRect l="68" r="68"/>
          <a:stretch>
            <a:fillRect/>
          </a:stretch>
        </p:blipFill>
        <p:spPr>
          <a:xfrm>
            <a:off x="3295650" y="1981200"/>
            <a:ext cx="2333625" cy="1314450"/>
          </a:xfrm>
          <a:prstGeom prst="rect">
            <a:avLst/>
          </a:prstGeom>
        </p:spPr>
      </p:pic>
      <p:sp>
        <p:nvSpPr>
          <p:cNvPr id="15" name="正方形/長方形 14">
            <a:extLst>
              <a:ext uri="{FF2B5EF4-FFF2-40B4-BE49-F238E27FC236}">
                <a16:creationId xmlns:a16="http://schemas.microsoft.com/office/drawing/2014/main" id="{C3FBFF94-CCAA-4C2F-B353-293047D3F6B0}"/>
              </a:ext>
            </a:extLst>
          </p:cNvPr>
          <p:cNvSpPr>
            <a:spLocks noGrp="1"/>
          </p:cNvSpPr>
          <p:nvPr/>
        </p:nvSpPr>
        <p:spPr>
          <a:xfrm>
            <a:off x="3295650" y="3381375"/>
            <a:ext cx="2333625" cy="228600"/>
          </a:xfrm>
          <a:prstGeom prst="rect">
            <a:avLst/>
          </a:prstGeom>
          <a:noFill/>
          <a:ln w="0">
            <a:noFill/>
          </a:ln>
        </p:spPr>
        <p:txBody>
          <a:bodyPr wrap="square" lIns="0" tIns="0" rIns="0" bIns="0" anchor="t">
            <a:normAutofit/>
          </a:bodyPr>
          <a:lstStyle/>
          <a:p>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正方形/長方形 15">
            <a:extLst>
              <a:ext uri="{FF2B5EF4-FFF2-40B4-BE49-F238E27FC236}">
                <a16:creationId xmlns:a16="http://schemas.microsoft.com/office/drawing/2014/main" id="{E6803B6E-6192-4FA2-840D-CB6D3104AAA4}"/>
              </a:ext>
            </a:extLst>
          </p:cNvPr>
          <p:cNvSpPr>
            <a:spLocks noGrp="1"/>
          </p:cNvSpPr>
          <p:nvPr/>
        </p:nvSpPr>
        <p:spPr>
          <a:xfrm>
            <a:off x="5848350" y="1724025"/>
            <a:ext cx="495300" cy="28575"/>
          </a:xfrm>
          <a:prstGeom prst="rect">
            <a:avLst/>
          </a:prstGeom>
          <a:solidFill>
            <a:srgbClr val="69C3BE"/>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6D1EC4E5-9C28-4C41-AFB6-25BFABD8F60E}"/>
              </a:ext>
            </a:extLst>
          </p:cNvPr>
          <p:cNvSpPr>
            <a:spLocks noGrp="1"/>
          </p:cNvSpPr>
          <p:nvPr/>
        </p:nvSpPr>
        <p:spPr>
          <a:xfrm>
            <a:off x="6515100" y="1171575"/>
            <a:ext cx="4810125" cy="333375"/>
          </a:xfrm>
          <a:prstGeom prst="rect">
            <a:avLst/>
          </a:prstGeom>
          <a:noFill/>
          <a:ln w="0">
            <a:noFill/>
          </a:ln>
        </p:spPr>
        <p:txBody>
          <a:bodyPr wrap="square" lIns="0" tIns="0" rIns="0" bIns="0" anchor="t">
            <a:normAutofit/>
          </a:bodyPr>
          <a:lstStyle/>
          <a:p>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正方形/長方形 17">
            <a:extLst>
              <a:ext uri="{FF2B5EF4-FFF2-40B4-BE49-F238E27FC236}">
                <a16:creationId xmlns:a16="http://schemas.microsoft.com/office/drawing/2014/main" id="{04109215-A88D-47FA-873F-1EAFBDBB0503}"/>
              </a:ext>
            </a:extLst>
          </p:cNvPr>
          <p:cNvSpPr>
            <a:spLocks noGrp="1"/>
          </p:cNvSpPr>
          <p:nvPr/>
        </p:nvSpPr>
        <p:spPr>
          <a:xfrm>
            <a:off x="6515100" y="1543050"/>
            <a:ext cx="4810125" cy="266700"/>
          </a:xfrm>
          <a:prstGeom prst="rect">
            <a:avLst/>
          </a:prstGeom>
          <a:noFill/>
          <a:ln w="0">
            <a:noFill/>
          </a:ln>
        </p:spPr>
        <p:txBody>
          <a:bodyPr wrap="square" lIns="0" tIns="0" rIns="0" bIns="0" anchor="t">
            <a:normAutofit/>
          </a:bodyPr>
          <a:lstStyle/>
          <a:p>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図 56"/>
          <p:cNvPicPr>
            <a:picLocks noChangeAspect="1"/>
          </p:cNvPicPr>
          <p:nvPr/>
        </p:nvPicPr>
        <p:blipFill>
          <a:blip r:embed="rId4"/>
          <a:srcRect l="10156" r="10156"/>
          <a:stretch>
            <a:fillRect/>
          </a:stretch>
        </p:blipFill>
        <p:spPr>
          <a:xfrm>
            <a:off x="6353175" y="1981200"/>
            <a:ext cx="971550" cy="685800"/>
          </a:xfrm>
          <a:prstGeom prst="rect">
            <a:avLst/>
          </a:prstGeom>
        </p:spPr>
      </p:pic>
      <p:sp>
        <p:nvSpPr>
          <p:cNvPr id="20" name="正方形/長方形 19">
            <a:extLst>
              <a:ext uri="{FF2B5EF4-FFF2-40B4-BE49-F238E27FC236}">
                <a16:creationId xmlns:a16="http://schemas.microsoft.com/office/drawing/2014/main" id="{0B61CFAB-9705-4E3B-B042-046C23A77750}"/>
              </a:ext>
            </a:extLst>
          </p:cNvPr>
          <p:cNvSpPr>
            <a:spLocks noGrp="1"/>
          </p:cNvSpPr>
          <p:nvPr/>
        </p:nvSpPr>
        <p:spPr>
          <a:xfrm>
            <a:off x="6324600" y="1952625"/>
            <a:ext cx="1028700" cy="742950"/>
          </a:xfrm>
          <a:prstGeom prst="rect">
            <a:avLst/>
          </a:prstGeom>
          <a:noFill/>
          <a:ln w="28575">
            <a:solidFill>
              <a:srgbClr val="E7833D"/>
            </a:solidFill>
          </a:ln>
        </p:spPr>
        <p:txBody>
          <a:bodyPr/>
          <a:lstStyle/>
          <a:p>
            <a:endParaRPr lang="ja-JP" altLang="en-US"/>
          </a:p>
        </p:txBody>
      </p:sp>
      <p:sp>
        <p:nvSpPr>
          <p:cNvPr id="21" name="正方形/長方形 20">
            <a:extLst>
              <a:ext uri="{FF2B5EF4-FFF2-40B4-BE49-F238E27FC236}">
                <a16:creationId xmlns:a16="http://schemas.microsoft.com/office/drawing/2014/main" id="{32875FA9-5063-439A-AD5A-03FD7C75AE21}"/>
              </a:ext>
            </a:extLst>
          </p:cNvPr>
          <p:cNvSpPr>
            <a:spLocks noGrp="1"/>
          </p:cNvSpPr>
          <p:nvPr/>
        </p:nvSpPr>
        <p:spPr>
          <a:xfrm>
            <a:off x="6315075" y="2771775"/>
            <a:ext cx="1047750" cy="361950"/>
          </a:xfrm>
          <a:prstGeom prst="rect">
            <a:avLst/>
          </a:prstGeom>
          <a:noFill/>
          <a:ln w="0">
            <a:noFill/>
          </a:ln>
        </p:spPr>
        <p:txBody>
          <a:bodyPr wrap="square" lIns="0" tIns="0" rIns="0" bIns="0" anchor="t">
            <a:normAutofit/>
          </a:bodyPr>
          <a:lstStyle/>
          <a:p>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図 59"/>
          <p:cNvPicPr>
            <a:picLocks noChangeAspect="1"/>
          </p:cNvPicPr>
          <p:nvPr/>
        </p:nvPicPr>
        <p:blipFill>
          <a:blip r:embed="rId5"/>
          <a:srcRect l="10156" r="10156"/>
          <a:stretch>
            <a:fillRect/>
          </a:stretch>
        </p:blipFill>
        <p:spPr>
          <a:xfrm>
            <a:off x="7410450" y="1981200"/>
            <a:ext cx="971550" cy="685800"/>
          </a:xfrm>
          <a:prstGeom prst="rect">
            <a:avLst/>
          </a:prstGeom>
        </p:spPr>
      </p:pic>
      <p:sp>
        <p:nvSpPr>
          <p:cNvPr id="23" name="正方形/長方形 22">
            <a:extLst>
              <a:ext uri="{FF2B5EF4-FFF2-40B4-BE49-F238E27FC236}">
                <a16:creationId xmlns:a16="http://schemas.microsoft.com/office/drawing/2014/main" id="{81503F04-3786-460B-BC26-A071E4A42B04}"/>
              </a:ext>
            </a:extLst>
          </p:cNvPr>
          <p:cNvSpPr>
            <a:spLocks noGrp="1"/>
          </p:cNvSpPr>
          <p:nvPr/>
        </p:nvSpPr>
        <p:spPr>
          <a:xfrm>
            <a:off x="7372350" y="2771775"/>
            <a:ext cx="1047750" cy="361950"/>
          </a:xfrm>
          <a:prstGeom prst="rect">
            <a:avLst/>
          </a:prstGeom>
          <a:noFill/>
          <a:ln w="0">
            <a:noFill/>
          </a:ln>
        </p:spPr>
        <p:txBody>
          <a:bodyPr wrap="square" lIns="0" tIns="0" rIns="0" bIns="0" anchor="t">
            <a:normAutofit/>
          </a:bodyPr>
          <a:lstStyle/>
          <a:p>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図 61"/>
          <p:cNvPicPr>
            <a:picLocks noChangeAspect="1"/>
          </p:cNvPicPr>
          <p:nvPr/>
        </p:nvPicPr>
        <p:blipFill>
          <a:blip r:embed="rId6"/>
          <a:srcRect l="10156" r="10156"/>
          <a:stretch>
            <a:fillRect/>
          </a:stretch>
        </p:blipFill>
        <p:spPr>
          <a:xfrm>
            <a:off x="8467725" y="1981200"/>
            <a:ext cx="971550" cy="685800"/>
          </a:xfrm>
          <a:prstGeom prst="rect">
            <a:avLst/>
          </a:prstGeom>
        </p:spPr>
      </p:pic>
      <p:sp>
        <p:nvSpPr>
          <p:cNvPr id="25" name="正方形/長方形 24">
            <a:extLst>
              <a:ext uri="{FF2B5EF4-FFF2-40B4-BE49-F238E27FC236}">
                <a16:creationId xmlns:a16="http://schemas.microsoft.com/office/drawing/2014/main" id="{3C9780F5-F726-40B8-ABBB-4C518F259756}"/>
              </a:ext>
            </a:extLst>
          </p:cNvPr>
          <p:cNvSpPr>
            <a:spLocks noGrp="1"/>
          </p:cNvSpPr>
          <p:nvPr/>
        </p:nvSpPr>
        <p:spPr>
          <a:xfrm>
            <a:off x="8429625" y="2771775"/>
            <a:ext cx="1047750" cy="361950"/>
          </a:xfrm>
          <a:prstGeom prst="rect">
            <a:avLst/>
          </a:prstGeom>
          <a:noFill/>
          <a:ln w="0">
            <a:noFill/>
          </a:ln>
        </p:spPr>
        <p:txBody>
          <a:bodyPr wrap="square" lIns="0" tIns="0" rIns="0" bIns="0" anchor="t">
            <a:normAutofit/>
          </a:bodyPr>
          <a:lstStyle/>
          <a:p>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図 63"/>
          <p:cNvPicPr>
            <a:picLocks noChangeAspect="1"/>
          </p:cNvPicPr>
          <p:nvPr/>
        </p:nvPicPr>
        <p:blipFill>
          <a:blip r:embed="rId7"/>
          <a:srcRect l="10156" r="10156"/>
          <a:stretch>
            <a:fillRect/>
          </a:stretch>
        </p:blipFill>
        <p:spPr>
          <a:xfrm>
            <a:off x="9525000" y="1981200"/>
            <a:ext cx="971550" cy="685800"/>
          </a:xfrm>
          <a:prstGeom prst="rect">
            <a:avLst/>
          </a:prstGeom>
        </p:spPr>
      </p:pic>
      <p:sp>
        <p:nvSpPr>
          <p:cNvPr id="27" name="正方形/長方形 26">
            <a:extLst>
              <a:ext uri="{FF2B5EF4-FFF2-40B4-BE49-F238E27FC236}">
                <a16:creationId xmlns:a16="http://schemas.microsoft.com/office/drawing/2014/main" id="{F53DA56C-8A2D-42C0-ACF4-40586402AAB5}"/>
              </a:ext>
            </a:extLst>
          </p:cNvPr>
          <p:cNvSpPr>
            <a:spLocks noGrp="1"/>
          </p:cNvSpPr>
          <p:nvPr/>
        </p:nvSpPr>
        <p:spPr>
          <a:xfrm>
            <a:off x="9486900" y="2771775"/>
            <a:ext cx="1047750" cy="361950"/>
          </a:xfrm>
          <a:prstGeom prst="rect">
            <a:avLst/>
          </a:prstGeom>
          <a:noFill/>
          <a:ln w="0">
            <a:noFill/>
          </a:ln>
        </p:spPr>
        <p:txBody>
          <a:bodyPr wrap="square" lIns="0" tIns="0" rIns="0" bIns="0" anchor="t">
            <a:normAutofit/>
          </a:bodyPr>
          <a:lstStyle/>
          <a:p>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図 65"/>
          <p:cNvPicPr>
            <a:picLocks noChangeAspect="1"/>
          </p:cNvPicPr>
          <p:nvPr/>
        </p:nvPicPr>
        <p:blipFill>
          <a:blip r:embed="rId8"/>
          <a:srcRect l="10156" r="10156"/>
          <a:stretch>
            <a:fillRect/>
          </a:stretch>
        </p:blipFill>
        <p:spPr>
          <a:xfrm>
            <a:off x="10582275" y="1981200"/>
            <a:ext cx="971550" cy="685800"/>
          </a:xfrm>
          <a:prstGeom prst="rect">
            <a:avLst/>
          </a:prstGeom>
        </p:spPr>
      </p:pic>
      <p:sp>
        <p:nvSpPr>
          <p:cNvPr id="29" name="正方形/長方形 28">
            <a:extLst>
              <a:ext uri="{FF2B5EF4-FFF2-40B4-BE49-F238E27FC236}">
                <a16:creationId xmlns:a16="http://schemas.microsoft.com/office/drawing/2014/main" id="{982F1961-A21F-4AD3-AADF-626FCE715ED2}"/>
              </a:ext>
            </a:extLst>
          </p:cNvPr>
          <p:cNvSpPr>
            <a:spLocks noGrp="1"/>
          </p:cNvSpPr>
          <p:nvPr/>
        </p:nvSpPr>
        <p:spPr>
          <a:xfrm>
            <a:off x="10544175" y="2771775"/>
            <a:ext cx="1047750" cy="361950"/>
          </a:xfrm>
          <a:prstGeom prst="rect">
            <a:avLst/>
          </a:prstGeom>
          <a:noFill/>
          <a:ln w="0">
            <a:noFill/>
          </a:ln>
        </p:spPr>
        <p:txBody>
          <a:bodyPr wrap="square" lIns="0" tIns="0" rIns="0" bIns="0" anchor="t">
            <a:normAutofit/>
          </a:bodyPr>
          <a:lstStyle/>
          <a:p>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正方形/長方形 29">
            <a:extLst>
              <a:ext uri="{FF2B5EF4-FFF2-40B4-BE49-F238E27FC236}">
                <a16:creationId xmlns:a16="http://schemas.microsoft.com/office/drawing/2014/main" id="{CA3F00D7-A794-44BB-8CE8-C8D688A34454}"/>
              </a:ext>
            </a:extLst>
          </p:cNvPr>
          <p:cNvSpPr>
            <a:spLocks noGrp="1"/>
          </p:cNvSpPr>
          <p:nvPr/>
        </p:nvSpPr>
        <p:spPr>
          <a:xfrm>
            <a:off x="609600" y="3838575"/>
            <a:ext cx="10858500" cy="14288"/>
          </a:xfrm>
          <a:prstGeom prst="rect">
            <a:avLst/>
          </a:prstGeom>
          <a:solidFill>
            <a:srgbClr val="87979C"/>
          </a:solidFill>
          <a:ln w="0">
            <a:noFill/>
          </a:ln>
        </p:spPr>
        <p:txBody>
          <a:bodyPr/>
          <a:lstStyle/>
          <a:p>
            <a:endParaRPr lang="ja-JP" altLang="en-US"/>
          </a:p>
        </p:txBody>
      </p:sp>
      <p:sp>
        <p:nvSpPr>
          <p:cNvPr id="31" name="正方形/長方形 30">
            <a:extLst>
              <a:ext uri="{FF2B5EF4-FFF2-40B4-BE49-F238E27FC236}">
                <a16:creationId xmlns:a16="http://schemas.microsoft.com/office/drawing/2014/main" id="{351A52B0-BE92-4B76-83AB-5DBE7ACEFCAA}"/>
              </a:ext>
            </a:extLst>
          </p:cNvPr>
          <p:cNvSpPr>
            <a:spLocks noGrp="1"/>
          </p:cNvSpPr>
          <p:nvPr/>
        </p:nvSpPr>
        <p:spPr>
          <a:xfrm>
            <a:off x="666750" y="4095750"/>
            <a:ext cx="1524000" cy="266700"/>
          </a:xfrm>
          <a:prstGeom prst="rect">
            <a:avLst/>
          </a:prstGeom>
          <a:noFill/>
          <a:ln w="0">
            <a:noFill/>
          </a:ln>
        </p:spPr>
        <p:txBody>
          <a:bodyPr wrap="square" lIns="0" tIns="0" rIns="0" bIns="0" anchor="t">
            <a:normAutofit/>
          </a:bodyPr>
          <a:lstStyle/>
          <a:p>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正方形/長方形 31">
            <a:extLst>
              <a:ext uri="{FF2B5EF4-FFF2-40B4-BE49-F238E27FC236}">
                <a16:creationId xmlns:a16="http://schemas.microsoft.com/office/drawing/2014/main" id="{079507BC-6AC6-4B6F-8663-541731921FBF}"/>
              </a:ext>
            </a:extLst>
          </p:cNvPr>
          <p:cNvSpPr>
            <a:spLocks noGrp="1"/>
          </p:cNvSpPr>
          <p:nvPr/>
        </p:nvSpPr>
        <p:spPr>
          <a:xfrm>
            <a:off x="762000" y="4552950"/>
            <a:ext cx="3333750" cy="457200"/>
          </a:xfrm>
          <a:prstGeom prst="rect">
            <a:avLst/>
          </a:prstGeom>
          <a:solidFill>
            <a:srgbClr val="E6F1F3"/>
          </a:solidFill>
          <a:ln w="0">
            <a:noFill/>
          </a:ln>
        </p:spPr>
        <p:txBody>
          <a:bodyPr wrap="square" lIns="0" tIns="0" rIns="0" bIns="0" anchor="ctr">
            <a:normAutofit/>
          </a:bodyPr>
          <a:lstStyle/>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正方形/長方形 32">
            <a:extLst>
              <a:ext uri="{FF2B5EF4-FFF2-40B4-BE49-F238E27FC236}">
                <a16:creationId xmlns:a16="http://schemas.microsoft.com/office/drawing/2014/main" id="{EEB66FE7-5FDA-4CF8-9CF2-53851A99B2D1}"/>
              </a:ext>
            </a:extLst>
          </p:cNvPr>
          <p:cNvSpPr>
            <a:spLocks noGrp="1"/>
          </p:cNvSpPr>
          <p:nvPr/>
        </p:nvSpPr>
        <p:spPr>
          <a:xfrm>
            <a:off x="4400550" y="4552950"/>
            <a:ext cx="4000500" cy="457200"/>
          </a:xfrm>
          <a:prstGeom prst="rect">
            <a:avLst/>
          </a:prstGeom>
          <a:solidFill>
            <a:srgbClr val="FAE9D8"/>
          </a:solidFill>
          <a:ln w="0">
            <a:noFill/>
          </a:ln>
        </p:spPr>
        <p:txBody>
          <a:bodyPr wrap="square" lIns="0" tIns="0" rIns="0" bIns="0" anchor="ctr">
            <a:normAutofit/>
          </a:bodyPr>
          <a:lstStyle/>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正方形/長方形 33">
            <a:extLst>
              <a:ext uri="{FF2B5EF4-FFF2-40B4-BE49-F238E27FC236}">
                <a16:creationId xmlns:a16="http://schemas.microsoft.com/office/drawing/2014/main" id="{4F4527E2-651B-40D6-AB7A-7907F72E2193}"/>
              </a:ext>
            </a:extLst>
          </p:cNvPr>
          <p:cNvSpPr>
            <a:spLocks noGrp="1"/>
          </p:cNvSpPr>
          <p:nvPr/>
        </p:nvSpPr>
        <p:spPr>
          <a:xfrm>
            <a:off x="8591550" y="4772025"/>
            <a:ext cx="428625" cy="28575"/>
          </a:xfrm>
          <a:prstGeom prst="rect">
            <a:avLst/>
          </a:prstGeom>
          <a:solidFill>
            <a:srgbClr val="69C3BE"/>
          </a:solidFill>
          <a:ln w="0">
            <a:noFill/>
          </a:ln>
        </p:spPr>
        <p:txBody>
          <a:bodyPr/>
          <a:lstStyle/>
          <a:p>
            <a:endParaRPr lang="ja-JP" altLang="en-US"/>
          </a:p>
        </p:txBody>
      </p:sp>
      <p:sp>
        <p:nvSpPr>
          <p:cNvPr id="35" name="正方形/長方形 34">
            <a:extLst>
              <a:ext uri="{FF2B5EF4-FFF2-40B4-BE49-F238E27FC236}">
                <a16:creationId xmlns:a16="http://schemas.microsoft.com/office/drawing/2014/main" id="{B1C45087-8A81-418A-8AAA-791225A67F31}"/>
              </a:ext>
            </a:extLst>
          </p:cNvPr>
          <p:cNvSpPr>
            <a:spLocks noGrp="1"/>
          </p:cNvSpPr>
          <p:nvPr/>
        </p:nvSpPr>
        <p:spPr>
          <a:xfrm>
            <a:off x="9201150" y="4343400"/>
            <a:ext cx="2266950" cy="876300"/>
          </a:xfrm>
          <a:prstGeom prst="rect">
            <a:avLst/>
          </a:prstGeom>
          <a:solidFill>
            <a:srgbClr val="DDF0ED"/>
          </a:solidFill>
          <a:ln w="0">
            <a:noFill/>
          </a:ln>
        </p:spPr>
        <p:txBody>
          <a:bodyPr wrap="square" lIns="0" tIns="0" rIns="0" bIns="0" anchor="ctr">
            <a:normAutofit/>
          </a:bodyPr>
          <a:lstStyle/>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正方形/長方形 35">
            <a:extLst>
              <a:ext uri="{FF2B5EF4-FFF2-40B4-BE49-F238E27FC236}">
                <a16:creationId xmlns:a16="http://schemas.microsoft.com/office/drawing/2014/main" id="{C6835081-44D7-48EC-A21A-2D066AD40A9F}"/>
              </a:ext>
            </a:extLst>
          </p:cNvPr>
          <p:cNvSpPr>
            <a:spLocks noGrp="1"/>
          </p:cNvSpPr>
          <p:nvPr/>
        </p:nvSpPr>
        <p:spPr>
          <a:xfrm>
            <a:off x="9201150" y="5286375"/>
            <a:ext cx="2266950" cy="228600"/>
          </a:xfrm>
          <a:prstGeom prst="rect">
            <a:avLst/>
          </a:prstGeom>
          <a:noFill/>
          <a:ln w="0">
            <a:noFill/>
          </a:ln>
        </p:spPr>
        <p:txBody>
          <a:bodyPr wrap="square" lIns="0" tIns="0" rIns="0" bIns="0" anchor="t">
            <a:normAutofit/>
          </a:bodyPr>
          <a:lstStyle/>
          <a:p>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正方形/長方形 36">
            <a:extLst>
              <a:ext uri="{FF2B5EF4-FFF2-40B4-BE49-F238E27FC236}">
                <a16:creationId xmlns:a16="http://schemas.microsoft.com/office/drawing/2014/main" id="{609CAE0E-3348-4371-A457-818A6952573F}"/>
              </a:ext>
            </a:extLst>
          </p:cNvPr>
          <p:cNvSpPr>
            <a:spLocks noGrp="1"/>
          </p:cNvSpPr>
          <p:nvPr/>
        </p:nvSpPr>
        <p:spPr>
          <a:xfrm>
            <a:off x="1047750" y="5715000"/>
            <a:ext cx="10096500" cy="400050"/>
          </a:xfrm>
          <a:prstGeom prst="rect">
            <a:avLst/>
          </a:prstGeom>
          <a:noFill/>
          <a:ln w="0">
            <a:noFill/>
          </a:ln>
        </p:spPr>
        <p:txBody>
          <a:bodyPr wrap="square" lIns="0" tIns="0" rIns="0" bIns="0" anchor="t">
            <a:normAutofit/>
          </a:bodyPr>
          <a:lstStyle/>
          <a:p>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正方形/長方形 37">
            <a:extLst>
              <a:ext uri="{FF2B5EF4-FFF2-40B4-BE49-F238E27FC236}">
                <a16:creationId xmlns:a16="http://schemas.microsoft.com/office/drawing/2014/main" id="{6B82CE35-ECA5-4665-8FD0-26B9C34C2C06}"/>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Tree>
    <p:extLst>
      <p:ext uri="{BB962C8B-B14F-4D97-AF65-F5344CB8AC3E}">
        <p14:creationId xmlns:p14="http://schemas.microsoft.com/office/powerpoint/2010/main" val="2117675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0880DF9-2571-4D14-AA76-5277052608C8}"/>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A6A413B3-555A-4140-8D93-A3488165CFE4}"/>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err="1">
                <a:solidFill>
                  <a:srgbClr val="173B4B"/>
                </a:solidFill>
                <a:latin typeface="Yu Gothic"/>
                <a:ea typeface="Yu Gothic"/>
                <a:cs typeface="Yu Gothic"/>
              </a:rPr>
              <a:t>FedPACT全体フローと今回の実験位置</a:t>
            </a:r>
            <a:endParaRPr sz="2850" b="1" dirty="0">
              <a:solidFill>
                <a:srgbClr val="173B4B"/>
              </a:solidFill>
              <a:latin typeface="Yu Gothic"/>
              <a:ea typeface="Yu Gothic"/>
              <a:cs typeface="Yu Gothic"/>
            </a:endParaRPr>
          </a:p>
        </p:txBody>
      </p:sp>
      <p:sp>
        <p:nvSpPr>
          <p:cNvPr id="4" name="正方形/長方形 3">
            <a:extLst>
              <a:ext uri="{FF2B5EF4-FFF2-40B4-BE49-F238E27FC236}">
                <a16:creationId xmlns:a16="http://schemas.microsoft.com/office/drawing/2014/main" id="{4EBBB81A-E439-4B3E-8F00-41E3CEEFDD86}"/>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正方形/長方形 4">
            <a:extLst>
              <a:ext uri="{FF2B5EF4-FFF2-40B4-BE49-F238E27FC236}">
                <a16:creationId xmlns:a16="http://schemas.microsoft.com/office/drawing/2014/main" id="{FC535DDC-7862-4FC5-992A-A9EE76F8D519}"/>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77F13BD1-67B1-4163-9654-D39BDDD8A0E8}"/>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94206295-4B62-4CF8-B5C4-575A6CE4DDA3}"/>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正方形/長方形 7">
            <a:extLst>
              <a:ext uri="{FF2B5EF4-FFF2-40B4-BE49-F238E27FC236}">
                <a16:creationId xmlns:a16="http://schemas.microsoft.com/office/drawing/2014/main" id="{A0C228B3-6B8D-4ADD-938C-29610D555297}"/>
              </a:ext>
            </a:extLst>
          </p:cNvPr>
          <p:cNvSpPr>
            <a:spLocks noGrp="1"/>
          </p:cNvSpPr>
          <p:nvPr/>
        </p:nvSpPr>
        <p:spPr>
          <a:xfrm>
            <a:off x="704850" y="1143000"/>
            <a:ext cx="10782300" cy="4191000"/>
          </a:xfrm>
          <a:prstGeom prst="rect">
            <a:avLst/>
          </a:prstGeom>
          <a:solidFill>
            <a:srgbClr val="ECEFEB"/>
          </a:solidFill>
          <a:ln w="19050">
            <a:solidFill>
              <a:srgbClr val="87979C"/>
            </a:solidFill>
          </a:ln>
        </p:spPr>
        <p:txBody>
          <a:bodyPr/>
          <a:lstStyle/>
          <a:p>
            <a:endParaRPr lang="ja-JP" altLang="en-US"/>
          </a:p>
        </p:txBody>
      </p:sp>
      <p:sp>
        <p:nvSpPr>
          <p:cNvPr id="9" name="正方形/長方形 8">
            <a:extLst>
              <a:ext uri="{FF2B5EF4-FFF2-40B4-BE49-F238E27FC236}">
                <a16:creationId xmlns:a16="http://schemas.microsoft.com/office/drawing/2014/main" id="{813CC49E-6657-4A53-BDAD-04AB71633519}"/>
              </a:ext>
            </a:extLst>
          </p:cNvPr>
          <p:cNvSpPr>
            <a:spLocks noGrp="1"/>
          </p:cNvSpPr>
          <p:nvPr/>
        </p:nvSpPr>
        <p:spPr>
          <a:xfrm>
            <a:off x="2238375" y="2705100"/>
            <a:ext cx="7715250" cy="914400"/>
          </a:xfrm>
          <a:prstGeom prst="rect">
            <a:avLst/>
          </a:prstGeom>
          <a:noFill/>
          <a:ln w="0">
            <a:noFill/>
          </a:ln>
        </p:spPr>
        <p:txBody>
          <a:bodyPr wrap="square" lIns="0" tIns="0" rIns="0" bIns="0" anchor="ctr">
            <a:normAutofit/>
          </a:bodyPr>
          <a:lstStyle/>
          <a:p>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正方形/長方形 9">
            <a:extLst>
              <a:ext uri="{FF2B5EF4-FFF2-40B4-BE49-F238E27FC236}">
                <a16:creationId xmlns:a16="http://schemas.microsoft.com/office/drawing/2014/main" id="{74FDDB60-D59A-4556-914F-82295219D90E}"/>
              </a:ext>
            </a:extLst>
          </p:cNvPr>
          <p:cNvSpPr>
            <a:spLocks noGrp="1"/>
          </p:cNvSpPr>
          <p:nvPr/>
        </p:nvSpPr>
        <p:spPr>
          <a:xfrm>
            <a:off x="895350" y="1314450"/>
            <a:ext cx="1905000" cy="266700"/>
          </a:xfrm>
          <a:prstGeom prst="rect">
            <a:avLst/>
          </a:prstGeom>
          <a:noFill/>
          <a:ln w="0">
            <a:noFill/>
          </a:ln>
        </p:spPr>
        <p:txBody>
          <a:bodyPr wrap="square" lIns="0" tIns="0" rIns="0" bIns="0" anchor="t">
            <a:normAutofit/>
          </a:bodyPr>
          <a:lstStyle/>
          <a:p>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正方形/長方形 10">
            <a:extLst>
              <a:ext uri="{FF2B5EF4-FFF2-40B4-BE49-F238E27FC236}">
                <a16:creationId xmlns:a16="http://schemas.microsoft.com/office/drawing/2014/main" id="{2E1241F1-AF23-4988-91F9-9ADAD60A3044}"/>
              </a:ext>
            </a:extLst>
          </p:cNvPr>
          <p:cNvSpPr>
            <a:spLocks noGrp="1"/>
          </p:cNvSpPr>
          <p:nvPr/>
        </p:nvSpPr>
        <p:spPr>
          <a:xfrm>
            <a:off x="2914650" y="1333500"/>
            <a:ext cx="8096250" cy="228600"/>
          </a:xfrm>
          <a:prstGeom prst="rect">
            <a:avLst/>
          </a:prstGeom>
          <a:noFill/>
          <a:ln w="0">
            <a:noFill/>
          </a:ln>
        </p:spPr>
        <p:txBody>
          <a:bodyPr wrap="square" lIns="0" tIns="0" rIns="0" bIns="0" anchor="t">
            <a:normAutofit/>
          </a:bodyPr>
          <a:lstStyle/>
          <a:p>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正方形/長方形 11">
            <a:extLst>
              <a:ext uri="{FF2B5EF4-FFF2-40B4-BE49-F238E27FC236}">
                <a16:creationId xmlns:a16="http://schemas.microsoft.com/office/drawing/2014/main" id="{08C141DB-B5BD-479C-BF4A-579EC8C20EE5}"/>
              </a:ext>
            </a:extLst>
          </p:cNvPr>
          <p:cNvSpPr>
            <a:spLocks noGrp="1"/>
          </p:cNvSpPr>
          <p:nvPr/>
        </p:nvSpPr>
        <p:spPr>
          <a:xfrm>
            <a:off x="781050" y="5638800"/>
            <a:ext cx="1809750" cy="266700"/>
          </a:xfrm>
          <a:prstGeom prst="rect">
            <a:avLst/>
          </a:prstGeom>
          <a:noFill/>
          <a:ln w="0">
            <a:noFill/>
          </a:ln>
        </p:spPr>
        <p:txBody>
          <a:bodyPr wrap="square" lIns="0" tIns="0" rIns="0" bIns="0" anchor="t">
            <a:normAutofit/>
          </a:bodyPr>
          <a:lstStyle/>
          <a:p>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正方形/長方形 12">
            <a:extLst>
              <a:ext uri="{FF2B5EF4-FFF2-40B4-BE49-F238E27FC236}">
                <a16:creationId xmlns:a16="http://schemas.microsoft.com/office/drawing/2014/main" id="{75CFEE5D-0B4C-4A49-8D23-AF7C912540AB}"/>
              </a:ext>
            </a:extLst>
          </p:cNvPr>
          <p:cNvSpPr>
            <a:spLocks noGrp="1"/>
          </p:cNvSpPr>
          <p:nvPr/>
        </p:nvSpPr>
        <p:spPr>
          <a:xfrm>
            <a:off x="2686050" y="5505450"/>
            <a:ext cx="1857375" cy="609600"/>
          </a:xfrm>
          <a:prstGeom prst="rect">
            <a:avLst/>
          </a:prstGeom>
          <a:noFill/>
          <a:ln w="0">
            <a:noFill/>
          </a:ln>
        </p:spPr>
        <p:txBody>
          <a:bodyPr wrap="square" lIns="0" tIns="0" rIns="0" bIns="0" anchor="ctr">
            <a:normAutofit/>
          </a:bodyPr>
          <a:lstStyle/>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正方形/長方形 13">
            <a:extLst>
              <a:ext uri="{FF2B5EF4-FFF2-40B4-BE49-F238E27FC236}">
                <a16:creationId xmlns:a16="http://schemas.microsoft.com/office/drawing/2014/main" id="{2C95123F-AFAF-4F76-853E-276F9DDB5FE6}"/>
              </a:ext>
            </a:extLst>
          </p:cNvPr>
          <p:cNvSpPr>
            <a:spLocks noGrp="1"/>
          </p:cNvSpPr>
          <p:nvPr/>
        </p:nvSpPr>
        <p:spPr>
          <a:xfrm>
            <a:off x="4610100" y="5800725"/>
            <a:ext cx="238125" cy="19050"/>
          </a:xfrm>
          <a:prstGeom prst="rect">
            <a:avLst/>
          </a:prstGeom>
          <a:solidFill>
            <a:srgbClr val="69C3BE"/>
          </a:solidFill>
          <a:ln w="0">
            <a:noFill/>
          </a:ln>
        </p:spPr>
        <p:txBody>
          <a:bodyPr/>
          <a:lstStyle/>
          <a:p>
            <a:endParaRPr lang="ja-JP" altLang="en-US"/>
          </a:p>
        </p:txBody>
      </p:sp>
      <p:sp>
        <p:nvSpPr>
          <p:cNvPr id="15" name="正方形/長方形 14">
            <a:extLst>
              <a:ext uri="{FF2B5EF4-FFF2-40B4-BE49-F238E27FC236}">
                <a16:creationId xmlns:a16="http://schemas.microsoft.com/office/drawing/2014/main" id="{547973A7-4E05-4B01-BB49-5B4B92D67CA7}"/>
              </a:ext>
            </a:extLst>
          </p:cNvPr>
          <p:cNvSpPr>
            <a:spLocks noGrp="1"/>
          </p:cNvSpPr>
          <p:nvPr/>
        </p:nvSpPr>
        <p:spPr>
          <a:xfrm>
            <a:off x="4924425" y="5505450"/>
            <a:ext cx="1857375" cy="609600"/>
          </a:xfrm>
          <a:prstGeom prst="rect">
            <a:avLst/>
          </a:prstGeom>
          <a:noFill/>
          <a:ln w="0">
            <a:noFill/>
          </a:ln>
        </p:spPr>
        <p:txBody>
          <a:bodyPr wrap="square" lIns="0" tIns="0" rIns="0" bIns="0" anchor="ctr">
            <a:normAutofit/>
          </a:bodyPr>
          <a:lstStyle/>
          <a:p>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正方形/長方形 15">
            <a:extLst>
              <a:ext uri="{FF2B5EF4-FFF2-40B4-BE49-F238E27FC236}">
                <a16:creationId xmlns:a16="http://schemas.microsoft.com/office/drawing/2014/main" id="{A43414B7-377F-46DD-B3B3-6F7E3FCD8A8B}"/>
              </a:ext>
            </a:extLst>
          </p:cNvPr>
          <p:cNvSpPr>
            <a:spLocks noGrp="1"/>
          </p:cNvSpPr>
          <p:nvPr/>
        </p:nvSpPr>
        <p:spPr>
          <a:xfrm>
            <a:off x="6848475" y="5800725"/>
            <a:ext cx="238125" cy="19050"/>
          </a:xfrm>
          <a:prstGeom prst="rect">
            <a:avLst/>
          </a:prstGeom>
          <a:solidFill>
            <a:srgbClr val="69C3BE"/>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6CDF3684-4841-40FF-AA12-582D325C87E9}"/>
              </a:ext>
            </a:extLst>
          </p:cNvPr>
          <p:cNvSpPr>
            <a:spLocks noGrp="1"/>
          </p:cNvSpPr>
          <p:nvPr/>
        </p:nvSpPr>
        <p:spPr>
          <a:xfrm>
            <a:off x="7162800" y="5505450"/>
            <a:ext cx="1857375" cy="609600"/>
          </a:xfrm>
          <a:prstGeom prst="rect">
            <a:avLst/>
          </a:prstGeom>
          <a:noFill/>
          <a:ln w="0">
            <a:noFill/>
          </a:ln>
        </p:spPr>
        <p:txBody>
          <a:bodyPr wrap="square" lIns="0" tIns="0" rIns="0" bIns="0" anchor="ctr">
            <a:normAutofit/>
          </a:bodyPr>
          <a:lstStyle/>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正方形/長方形 17">
            <a:extLst>
              <a:ext uri="{FF2B5EF4-FFF2-40B4-BE49-F238E27FC236}">
                <a16:creationId xmlns:a16="http://schemas.microsoft.com/office/drawing/2014/main" id="{0E9AC120-654F-4106-B982-0AC3209F5884}"/>
              </a:ext>
            </a:extLst>
          </p:cNvPr>
          <p:cNvSpPr>
            <a:spLocks noGrp="1"/>
          </p:cNvSpPr>
          <p:nvPr/>
        </p:nvSpPr>
        <p:spPr>
          <a:xfrm>
            <a:off x="9086850" y="5800725"/>
            <a:ext cx="238125" cy="19050"/>
          </a:xfrm>
          <a:prstGeom prst="rect">
            <a:avLst/>
          </a:prstGeom>
          <a:solidFill>
            <a:srgbClr val="69C3BE"/>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4BA8F01E-8FE8-4882-8D91-4A6A46072781}"/>
              </a:ext>
            </a:extLst>
          </p:cNvPr>
          <p:cNvSpPr>
            <a:spLocks noGrp="1"/>
          </p:cNvSpPr>
          <p:nvPr/>
        </p:nvSpPr>
        <p:spPr>
          <a:xfrm>
            <a:off x="9401175" y="5505450"/>
            <a:ext cx="1857375" cy="609600"/>
          </a:xfrm>
          <a:prstGeom prst="rect">
            <a:avLst/>
          </a:prstGeom>
          <a:noFill/>
          <a:ln w="0">
            <a:noFill/>
          </a:ln>
        </p:spPr>
        <p:txBody>
          <a:bodyPr wrap="square" lIns="0" tIns="0" rIns="0" bIns="0" anchor="ctr">
            <a:normAutofit/>
          </a:bodyPr>
          <a:lstStyle/>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正方形/長方形 19">
            <a:extLst>
              <a:ext uri="{FF2B5EF4-FFF2-40B4-BE49-F238E27FC236}">
                <a16:creationId xmlns:a16="http://schemas.microsoft.com/office/drawing/2014/main" id="{E1F9EFAC-711C-47E1-839A-EF420DDC8745}"/>
              </a:ext>
            </a:extLst>
          </p:cNvPr>
          <p:cNvSpPr>
            <a:spLocks noGrp="1"/>
          </p:cNvSpPr>
          <p:nvPr/>
        </p:nvSpPr>
        <p:spPr>
          <a:xfrm>
            <a:off x="952500" y="6153150"/>
            <a:ext cx="10287000" cy="247650"/>
          </a:xfrm>
          <a:prstGeom prst="rect">
            <a:avLst/>
          </a:prstGeom>
          <a:noFill/>
          <a:ln w="0">
            <a:noFill/>
          </a:ln>
        </p:spPr>
        <p:txBody>
          <a:bodyPr wrap="square" lIns="0" tIns="0" rIns="0" bIns="0" anchor="t">
            <a:normAutofit/>
          </a:bodyPr>
          <a:lstStyle/>
          <a:p>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944017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61EB42D-1F13-4206-AEAE-2EFE136B87E8}"/>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A0FB2EC7-5DDD-4BA9-8DB3-42CDEF70B51D}"/>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err="1">
                <a:solidFill>
                  <a:srgbClr val="173B4B"/>
                </a:solidFill>
                <a:latin typeface="Yu Gothic"/>
                <a:ea typeface="Yu Gothic"/>
                <a:cs typeface="Yu Gothic"/>
              </a:rPr>
              <a:t>学習後の判定は一致したが、変化量には差が残った</a:t>
            </a:r>
            <a:endParaRPr sz="2850" b="1" dirty="0">
              <a:solidFill>
                <a:srgbClr val="173B4B"/>
              </a:solidFill>
              <a:latin typeface="Yu Gothic"/>
              <a:ea typeface="Yu Gothic"/>
              <a:cs typeface="Yu Gothic"/>
            </a:endParaRPr>
          </a:p>
        </p:txBody>
      </p:sp>
      <p:sp>
        <p:nvSpPr>
          <p:cNvPr id="4" name="正方形/長方形 3">
            <a:extLst>
              <a:ext uri="{FF2B5EF4-FFF2-40B4-BE49-F238E27FC236}">
                <a16:creationId xmlns:a16="http://schemas.microsoft.com/office/drawing/2014/main" id="{A03F243C-816E-43F5-9486-598244D9580C}"/>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正方形/長方形 4">
            <a:extLst>
              <a:ext uri="{FF2B5EF4-FFF2-40B4-BE49-F238E27FC236}">
                <a16:creationId xmlns:a16="http://schemas.microsoft.com/office/drawing/2014/main" id="{2473C359-8266-4501-9A7E-5208ADCBC8AB}"/>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25796207-2076-4CBB-8DB5-A02BD7AB52CC}"/>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D44EDC73-1FA2-4004-8E7C-C01A8BF6F22C}"/>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7" name="図 36"/>
          <p:cNvPicPr>
            <a:picLocks noChangeAspect="1"/>
          </p:cNvPicPr>
          <p:nvPr/>
        </p:nvPicPr>
        <p:blipFill>
          <a:blip r:embed="rId3"/>
          <a:srcRect l="41" r="41"/>
          <a:stretch>
            <a:fillRect/>
          </a:stretch>
        </p:blipFill>
        <p:spPr>
          <a:xfrm>
            <a:off x="552450" y="1162050"/>
            <a:ext cx="2571750" cy="1447800"/>
          </a:xfrm>
          <a:prstGeom prst="rect">
            <a:avLst/>
          </a:prstGeom>
        </p:spPr>
      </p:pic>
      <p:pic>
        <p:nvPicPr>
          <p:cNvPr id="38" name="図 37"/>
          <p:cNvPicPr>
            <a:picLocks noChangeAspect="1"/>
          </p:cNvPicPr>
          <p:nvPr/>
        </p:nvPicPr>
        <p:blipFill>
          <a:blip r:embed="rId4"/>
          <a:srcRect l="41" r="41"/>
          <a:stretch>
            <a:fillRect/>
          </a:stretch>
        </p:blipFill>
        <p:spPr>
          <a:xfrm>
            <a:off x="3371850" y="1162050"/>
            <a:ext cx="2571750" cy="1447800"/>
          </a:xfrm>
          <a:prstGeom prst="rect">
            <a:avLst/>
          </a:prstGeom>
        </p:spPr>
      </p:pic>
      <p:pic>
        <p:nvPicPr>
          <p:cNvPr id="39" name="図 38"/>
          <p:cNvPicPr>
            <a:picLocks noChangeAspect="1"/>
          </p:cNvPicPr>
          <p:nvPr/>
        </p:nvPicPr>
        <p:blipFill>
          <a:blip r:embed="rId5"/>
          <a:srcRect l="41" r="41"/>
          <a:stretch>
            <a:fillRect/>
          </a:stretch>
        </p:blipFill>
        <p:spPr>
          <a:xfrm>
            <a:off x="6191250" y="1162050"/>
            <a:ext cx="2571750" cy="1447800"/>
          </a:xfrm>
          <a:prstGeom prst="rect">
            <a:avLst/>
          </a:prstGeom>
        </p:spPr>
      </p:pic>
      <p:pic>
        <p:nvPicPr>
          <p:cNvPr id="40" name="図 39"/>
          <p:cNvPicPr>
            <a:picLocks noChangeAspect="1"/>
          </p:cNvPicPr>
          <p:nvPr/>
        </p:nvPicPr>
        <p:blipFill>
          <a:blip r:embed="rId6"/>
          <a:srcRect l="41" r="41"/>
          <a:stretch>
            <a:fillRect/>
          </a:stretch>
        </p:blipFill>
        <p:spPr>
          <a:xfrm>
            <a:off x="9010650" y="1162050"/>
            <a:ext cx="2571750" cy="1447800"/>
          </a:xfrm>
          <a:prstGeom prst="rect">
            <a:avLst/>
          </a:prstGeom>
        </p:spPr>
      </p:pic>
      <p:sp>
        <p:nvSpPr>
          <p:cNvPr id="12" name="正方形/長方形 11">
            <a:extLst>
              <a:ext uri="{FF2B5EF4-FFF2-40B4-BE49-F238E27FC236}">
                <a16:creationId xmlns:a16="http://schemas.microsoft.com/office/drawing/2014/main" id="{A6B2896C-5725-4BBB-9245-2BC6CC1ED9F4}"/>
              </a:ext>
            </a:extLst>
          </p:cNvPr>
          <p:cNvSpPr>
            <a:spLocks noGrp="1"/>
          </p:cNvSpPr>
          <p:nvPr/>
        </p:nvSpPr>
        <p:spPr>
          <a:xfrm>
            <a:off x="552450" y="2705100"/>
            <a:ext cx="11029950" cy="228600"/>
          </a:xfrm>
          <a:prstGeom prst="rect">
            <a:avLst/>
          </a:prstGeom>
          <a:noFill/>
          <a:ln w="0">
            <a:noFill/>
          </a:ln>
        </p:spPr>
        <p:txBody>
          <a:bodyPr wrap="square" lIns="0" tIns="0" rIns="0" bIns="0" anchor="t">
            <a:normAutofit/>
          </a:bodyPr>
          <a:lstStyle/>
          <a:p>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正方形/長方形 12">
            <a:extLst>
              <a:ext uri="{FF2B5EF4-FFF2-40B4-BE49-F238E27FC236}">
                <a16:creationId xmlns:a16="http://schemas.microsoft.com/office/drawing/2014/main" id="{65DF1032-8252-4CAC-B9AE-49EC13B6C96B}"/>
              </a:ext>
            </a:extLst>
          </p:cNvPr>
          <p:cNvSpPr>
            <a:spLocks noGrp="1"/>
          </p:cNvSpPr>
          <p:nvPr/>
        </p:nvSpPr>
        <p:spPr>
          <a:xfrm>
            <a:off x="857250" y="3333750"/>
            <a:ext cx="4476750" cy="323850"/>
          </a:xfrm>
          <a:prstGeom prst="rect">
            <a:avLst/>
          </a:prstGeom>
          <a:noFill/>
          <a:ln w="0">
            <a:noFill/>
          </a:ln>
        </p:spPr>
        <p:txBody>
          <a:bodyPr wrap="square" lIns="0" tIns="0" rIns="0" bIns="0" anchor="t">
            <a:normAutofit/>
          </a:bodyPr>
          <a:lstStyle/>
          <a:p>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正方形/長方形 13">
            <a:extLst>
              <a:ext uri="{FF2B5EF4-FFF2-40B4-BE49-F238E27FC236}">
                <a16:creationId xmlns:a16="http://schemas.microsoft.com/office/drawing/2014/main" id="{5BC469D8-5F3B-4F63-A3D5-853DAC085E73}"/>
              </a:ext>
            </a:extLst>
          </p:cNvPr>
          <p:cNvSpPr>
            <a:spLocks noGrp="1"/>
          </p:cNvSpPr>
          <p:nvPr/>
        </p:nvSpPr>
        <p:spPr>
          <a:xfrm>
            <a:off x="1047750" y="3895725"/>
            <a:ext cx="1714500" cy="266700"/>
          </a:xfrm>
          <a:prstGeom prst="rect">
            <a:avLst/>
          </a:prstGeom>
          <a:noFill/>
          <a:ln w="0">
            <a:noFill/>
          </a:ln>
        </p:spPr>
        <p:txBody>
          <a:bodyPr wrap="square" lIns="0" tIns="0" rIns="0" bIns="0" anchor="t">
            <a:normAutofit/>
          </a:bodyPr>
          <a:lstStyle/>
          <a:p>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正方形/長方形 14">
            <a:extLst>
              <a:ext uri="{FF2B5EF4-FFF2-40B4-BE49-F238E27FC236}">
                <a16:creationId xmlns:a16="http://schemas.microsoft.com/office/drawing/2014/main" id="{47DA0BE4-5711-4002-AB92-D4639FD9FC6F}"/>
              </a:ext>
            </a:extLst>
          </p:cNvPr>
          <p:cNvSpPr>
            <a:spLocks noGrp="1"/>
          </p:cNvSpPr>
          <p:nvPr/>
        </p:nvSpPr>
        <p:spPr>
          <a:xfrm>
            <a:off x="1047750" y="4229100"/>
            <a:ext cx="1714500" cy="533400"/>
          </a:xfrm>
          <a:prstGeom prst="rect">
            <a:avLst/>
          </a:prstGeom>
          <a:noFill/>
          <a:ln w="0">
            <a:noFill/>
          </a:ln>
        </p:spPr>
        <p:txBody>
          <a:bodyPr wrap="square" lIns="0" tIns="0" rIns="0" bIns="0" anchor="t">
            <a:normAutofit/>
          </a:bodyPr>
          <a:lstStyle/>
          <a:p>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正方形/長方形 15">
            <a:extLst>
              <a:ext uri="{FF2B5EF4-FFF2-40B4-BE49-F238E27FC236}">
                <a16:creationId xmlns:a16="http://schemas.microsoft.com/office/drawing/2014/main" id="{077F391F-D75E-4A61-B1FA-965733201E40}"/>
              </a:ext>
            </a:extLst>
          </p:cNvPr>
          <p:cNvSpPr>
            <a:spLocks noGrp="1"/>
          </p:cNvSpPr>
          <p:nvPr/>
        </p:nvSpPr>
        <p:spPr>
          <a:xfrm>
            <a:off x="3381375" y="3895725"/>
            <a:ext cx="1714500" cy="266700"/>
          </a:xfrm>
          <a:prstGeom prst="rect">
            <a:avLst/>
          </a:prstGeom>
          <a:noFill/>
          <a:ln w="0">
            <a:noFill/>
          </a:ln>
        </p:spPr>
        <p:txBody>
          <a:bodyPr wrap="square" lIns="0" tIns="0" rIns="0" bIns="0" anchor="t">
            <a:normAutofit/>
          </a:bodyPr>
          <a:lstStyle/>
          <a:p>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正方形/長方形 16">
            <a:extLst>
              <a:ext uri="{FF2B5EF4-FFF2-40B4-BE49-F238E27FC236}">
                <a16:creationId xmlns:a16="http://schemas.microsoft.com/office/drawing/2014/main" id="{C64AF625-8D98-4863-8FD1-B0B2BC577913}"/>
              </a:ext>
            </a:extLst>
          </p:cNvPr>
          <p:cNvSpPr>
            <a:spLocks noGrp="1"/>
          </p:cNvSpPr>
          <p:nvPr/>
        </p:nvSpPr>
        <p:spPr>
          <a:xfrm>
            <a:off x="3381375" y="4229100"/>
            <a:ext cx="1714500" cy="533400"/>
          </a:xfrm>
          <a:prstGeom prst="rect">
            <a:avLst/>
          </a:prstGeom>
          <a:noFill/>
          <a:ln w="0">
            <a:noFill/>
          </a:ln>
        </p:spPr>
        <p:txBody>
          <a:bodyPr wrap="square" lIns="0" tIns="0" rIns="0" bIns="0" anchor="t">
            <a:normAutofit/>
          </a:bodyPr>
          <a:lstStyle/>
          <a:p>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正方形/長方形 17">
            <a:extLst>
              <a:ext uri="{FF2B5EF4-FFF2-40B4-BE49-F238E27FC236}">
                <a16:creationId xmlns:a16="http://schemas.microsoft.com/office/drawing/2014/main" id="{0B7DB121-F8F6-4C8F-AE44-05A95631A5A9}"/>
              </a:ext>
            </a:extLst>
          </p:cNvPr>
          <p:cNvSpPr>
            <a:spLocks noGrp="1"/>
          </p:cNvSpPr>
          <p:nvPr/>
        </p:nvSpPr>
        <p:spPr>
          <a:xfrm>
            <a:off x="2095500" y="4886325"/>
            <a:ext cx="2095500" cy="304800"/>
          </a:xfrm>
          <a:prstGeom prst="rect">
            <a:avLst/>
          </a:prstGeom>
          <a:noFill/>
          <a:ln w="0">
            <a:noFill/>
          </a:ln>
        </p:spPr>
        <p:txBody>
          <a:bodyPr wrap="square" lIns="0" tIns="0" rIns="0" bIns="0" anchor="t">
            <a:normAutofit/>
          </a:bodyPr>
          <a:lstStyle/>
          <a:p>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正方形/長方形 18">
            <a:extLst>
              <a:ext uri="{FF2B5EF4-FFF2-40B4-BE49-F238E27FC236}">
                <a16:creationId xmlns:a16="http://schemas.microsoft.com/office/drawing/2014/main" id="{4B22988B-C4EC-4F6D-9CA8-12EC684EEDD8}"/>
              </a:ext>
            </a:extLst>
          </p:cNvPr>
          <p:cNvSpPr>
            <a:spLocks noGrp="1"/>
          </p:cNvSpPr>
          <p:nvPr/>
        </p:nvSpPr>
        <p:spPr>
          <a:xfrm>
            <a:off x="5905500" y="3286125"/>
            <a:ext cx="19050" cy="2000250"/>
          </a:xfrm>
          <a:prstGeom prst="rect">
            <a:avLst/>
          </a:prstGeom>
          <a:solidFill>
            <a:srgbClr val="C9D2D3"/>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C4E4565E-8B8F-4F10-8C86-E3D0BE34C876}"/>
              </a:ext>
            </a:extLst>
          </p:cNvPr>
          <p:cNvSpPr>
            <a:spLocks noGrp="1"/>
          </p:cNvSpPr>
          <p:nvPr/>
        </p:nvSpPr>
        <p:spPr>
          <a:xfrm>
            <a:off x="6286500" y="3333750"/>
            <a:ext cx="4953000" cy="323850"/>
          </a:xfrm>
          <a:prstGeom prst="rect">
            <a:avLst/>
          </a:prstGeom>
          <a:noFill/>
          <a:ln w="0">
            <a:noFill/>
          </a:ln>
        </p:spPr>
        <p:txBody>
          <a:bodyPr wrap="square" lIns="0" tIns="0" rIns="0" bIns="0" anchor="t">
            <a:normAutofit/>
          </a:bodyPr>
          <a:lstStyle/>
          <a:p>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正方形/長方形 20">
            <a:extLst>
              <a:ext uri="{FF2B5EF4-FFF2-40B4-BE49-F238E27FC236}">
                <a16:creationId xmlns:a16="http://schemas.microsoft.com/office/drawing/2014/main" id="{F10B8B25-B15B-48D3-98FE-979845B041C9}"/>
              </a:ext>
            </a:extLst>
          </p:cNvPr>
          <p:cNvSpPr>
            <a:spLocks noGrp="1"/>
          </p:cNvSpPr>
          <p:nvPr/>
        </p:nvSpPr>
        <p:spPr>
          <a:xfrm>
            <a:off x="6572250" y="3895725"/>
            <a:ext cx="1809750" cy="266700"/>
          </a:xfrm>
          <a:prstGeom prst="rect">
            <a:avLst/>
          </a:prstGeom>
          <a:noFill/>
          <a:ln w="0">
            <a:noFill/>
          </a:ln>
        </p:spPr>
        <p:txBody>
          <a:bodyPr wrap="square" lIns="0" tIns="0" rIns="0" bIns="0" anchor="t">
            <a:normAutofit/>
          </a:bodyPr>
          <a:lstStyle/>
          <a:p>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正方形/長方形 21">
            <a:extLst>
              <a:ext uri="{FF2B5EF4-FFF2-40B4-BE49-F238E27FC236}">
                <a16:creationId xmlns:a16="http://schemas.microsoft.com/office/drawing/2014/main" id="{83A6CBAE-1A36-4658-899A-B8E8DFBA2EEB}"/>
              </a:ext>
            </a:extLst>
          </p:cNvPr>
          <p:cNvSpPr>
            <a:spLocks noGrp="1"/>
          </p:cNvSpPr>
          <p:nvPr/>
        </p:nvSpPr>
        <p:spPr>
          <a:xfrm>
            <a:off x="6572250" y="4229100"/>
            <a:ext cx="1809750" cy="533400"/>
          </a:xfrm>
          <a:prstGeom prst="rect">
            <a:avLst/>
          </a:prstGeom>
          <a:noFill/>
          <a:ln w="0">
            <a:noFill/>
          </a:ln>
        </p:spPr>
        <p:txBody>
          <a:bodyPr wrap="square" lIns="0" tIns="0" rIns="0" bIns="0" anchor="t">
            <a:normAutofit/>
          </a:bodyPr>
          <a:lstStyle/>
          <a:p>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正方形/長方形 22">
            <a:extLst>
              <a:ext uri="{FF2B5EF4-FFF2-40B4-BE49-F238E27FC236}">
                <a16:creationId xmlns:a16="http://schemas.microsoft.com/office/drawing/2014/main" id="{F4D56A61-099A-42F7-94B7-89E2D095FF9B}"/>
              </a:ext>
            </a:extLst>
          </p:cNvPr>
          <p:cNvSpPr>
            <a:spLocks noGrp="1"/>
          </p:cNvSpPr>
          <p:nvPr/>
        </p:nvSpPr>
        <p:spPr>
          <a:xfrm>
            <a:off x="9048750" y="3895725"/>
            <a:ext cx="1809750" cy="266700"/>
          </a:xfrm>
          <a:prstGeom prst="rect">
            <a:avLst/>
          </a:prstGeom>
          <a:noFill/>
          <a:ln w="0">
            <a:noFill/>
          </a:ln>
        </p:spPr>
        <p:txBody>
          <a:bodyPr wrap="square" lIns="0" tIns="0" rIns="0" bIns="0" anchor="t">
            <a:normAutofit/>
          </a:bodyPr>
          <a:lstStyle/>
          <a:p>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正方形/長方形 23">
            <a:extLst>
              <a:ext uri="{FF2B5EF4-FFF2-40B4-BE49-F238E27FC236}">
                <a16:creationId xmlns:a16="http://schemas.microsoft.com/office/drawing/2014/main" id="{E092C299-DEE2-464B-9303-6DDC639375D4}"/>
              </a:ext>
            </a:extLst>
          </p:cNvPr>
          <p:cNvSpPr>
            <a:spLocks noGrp="1"/>
          </p:cNvSpPr>
          <p:nvPr/>
        </p:nvSpPr>
        <p:spPr>
          <a:xfrm>
            <a:off x="9048750" y="4229100"/>
            <a:ext cx="1809750" cy="533400"/>
          </a:xfrm>
          <a:prstGeom prst="rect">
            <a:avLst/>
          </a:prstGeom>
          <a:noFill/>
          <a:ln w="0">
            <a:noFill/>
          </a:ln>
        </p:spPr>
        <p:txBody>
          <a:bodyPr wrap="square" lIns="0" tIns="0" rIns="0" bIns="0" anchor="t">
            <a:normAutofit/>
          </a:bodyPr>
          <a:lstStyle/>
          <a:p>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正方形/長方形 24">
            <a:extLst>
              <a:ext uri="{FF2B5EF4-FFF2-40B4-BE49-F238E27FC236}">
                <a16:creationId xmlns:a16="http://schemas.microsoft.com/office/drawing/2014/main" id="{0C910158-BE74-4AFC-B841-0CF0F49CBC34}"/>
              </a:ext>
            </a:extLst>
          </p:cNvPr>
          <p:cNvSpPr>
            <a:spLocks noGrp="1"/>
          </p:cNvSpPr>
          <p:nvPr/>
        </p:nvSpPr>
        <p:spPr>
          <a:xfrm>
            <a:off x="9029700" y="4810125"/>
            <a:ext cx="1857375" cy="238125"/>
          </a:xfrm>
          <a:prstGeom prst="rect">
            <a:avLst/>
          </a:prstGeom>
          <a:noFill/>
          <a:ln w="0">
            <a:noFill/>
          </a:ln>
        </p:spPr>
        <p:txBody>
          <a:bodyPr wrap="square" lIns="0" tIns="0" rIns="0" bIns="0" anchor="t">
            <a:normAutofit/>
          </a:bodyPr>
          <a:lstStyle/>
          <a:p>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正方形/長方形 25">
            <a:extLst>
              <a:ext uri="{FF2B5EF4-FFF2-40B4-BE49-F238E27FC236}">
                <a16:creationId xmlns:a16="http://schemas.microsoft.com/office/drawing/2014/main" id="{09C3AB85-CF72-4661-8765-520FE55CBE20}"/>
              </a:ext>
            </a:extLst>
          </p:cNvPr>
          <p:cNvSpPr>
            <a:spLocks noGrp="1"/>
          </p:cNvSpPr>
          <p:nvPr/>
        </p:nvSpPr>
        <p:spPr>
          <a:xfrm>
            <a:off x="7858125" y="5067300"/>
            <a:ext cx="1809750" cy="285750"/>
          </a:xfrm>
          <a:prstGeom prst="rect">
            <a:avLst/>
          </a:prstGeom>
          <a:noFill/>
          <a:ln w="0">
            <a:noFill/>
          </a:ln>
        </p:spPr>
        <p:txBody>
          <a:bodyPr wrap="square" lIns="0" tIns="0" rIns="0" bIns="0" anchor="t">
            <a:normAutofit/>
          </a:bodyPr>
          <a:lstStyle/>
          <a:p>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正方形/長方形 26">
            <a:extLst>
              <a:ext uri="{FF2B5EF4-FFF2-40B4-BE49-F238E27FC236}">
                <a16:creationId xmlns:a16="http://schemas.microsoft.com/office/drawing/2014/main" id="{547806FD-A64D-4E10-B5E3-5A3C28F812B2}"/>
              </a:ext>
            </a:extLst>
          </p:cNvPr>
          <p:cNvSpPr>
            <a:spLocks noGrp="1"/>
          </p:cNvSpPr>
          <p:nvPr/>
        </p:nvSpPr>
        <p:spPr>
          <a:xfrm>
            <a:off x="742950" y="5610225"/>
            <a:ext cx="10706100" cy="590550"/>
          </a:xfrm>
          <a:prstGeom prst="rect">
            <a:avLst/>
          </a:prstGeom>
          <a:solidFill>
            <a:srgbClr val="FAE9D8"/>
          </a:solidFill>
          <a:ln w="0">
            <a:noFill/>
          </a:ln>
        </p:spPr>
        <p:txBody>
          <a:bodyPr/>
          <a:lstStyle/>
          <a:p>
            <a:endParaRPr lang="ja-JP" altLang="en-US"/>
          </a:p>
        </p:txBody>
      </p:sp>
      <p:sp>
        <p:nvSpPr>
          <p:cNvPr id="28" name="正方形/長方形 27">
            <a:extLst>
              <a:ext uri="{FF2B5EF4-FFF2-40B4-BE49-F238E27FC236}">
                <a16:creationId xmlns:a16="http://schemas.microsoft.com/office/drawing/2014/main" id="{C370D072-7498-4A61-9EC4-3E12AF69C124}"/>
              </a:ext>
            </a:extLst>
          </p:cNvPr>
          <p:cNvSpPr>
            <a:spLocks noGrp="1"/>
          </p:cNvSpPr>
          <p:nvPr/>
        </p:nvSpPr>
        <p:spPr>
          <a:xfrm>
            <a:off x="1000125" y="5753100"/>
            <a:ext cx="10191750" cy="333375"/>
          </a:xfrm>
          <a:prstGeom prst="rect">
            <a:avLst/>
          </a:prstGeom>
          <a:noFill/>
          <a:ln w="0">
            <a:noFill/>
          </a:ln>
        </p:spPr>
        <p:txBody>
          <a:bodyPr wrap="square" lIns="0" tIns="0" rIns="0" bIns="0" anchor="ctr">
            <a:normAutofit/>
          </a:bodyPr>
          <a:lstStyle/>
          <a:p>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正方形/長方形 28">
            <a:extLst>
              <a:ext uri="{FF2B5EF4-FFF2-40B4-BE49-F238E27FC236}">
                <a16:creationId xmlns:a16="http://schemas.microsoft.com/office/drawing/2014/main" id="{06ADB187-3751-4953-90E1-689EBE6E4E3A}"/>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Tree>
    <p:extLst>
      <p:ext uri="{BB962C8B-B14F-4D97-AF65-F5344CB8AC3E}">
        <p14:creationId xmlns:p14="http://schemas.microsoft.com/office/powerpoint/2010/main" val="2132863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01BB22B-9AB0-4CA4-9B01-0247D450BB93}"/>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2610545E-BAB2-4EE0-90FD-8D4D4F5589C4}"/>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a:solidFill>
                  <a:srgbClr val="173B4B"/>
                </a:solidFill>
                <a:latin typeface="Yu Gothic"/>
                <a:ea typeface="Yu Gothic"/>
                <a:cs typeface="Yu Gothic"/>
              </a:rPr>
              <a:t>3ラウンドの状態継承を確認、性能改善は未確認</a:t>
            </a:r>
          </a:p>
        </p:txBody>
      </p:sp>
      <p:sp>
        <p:nvSpPr>
          <p:cNvPr id="4" name="正方形/長方形 3">
            <a:extLst>
              <a:ext uri="{FF2B5EF4-FFF2-40B4-BE49-F238E27FC236}">
                <a16:creationId xmlns:a16="http://schemas.microsoft.com/office/drawing/2014/main" id="{7C3FE33B-FA12-4693-8D87-65EDB1C337AB}"/>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正方形/長方形 4">
            <a:extLst>
              <a:ext uri="{FF2B5EF4-FFF2-40B4-BE49-F238E27FC236}">
                <a16:creationId xmlns:a16="http://schemas.microsoft.com/office/drawing/2014/main" id="{DE31B0B7-BE92-4260-894E-14275698F4AF}"/>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E6651984-42DD-4A62-AFA0-1F6A69A2E5A3}"/>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C0F94279-AD51-4CC0-927C-543101E510B5}"/>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表 23"/>
          <p:cNvGraphicFramePr/>
          <p:nvPr/>
        </p:nvGraphicFramePr>
        <p:xfrm>
          <a:off x="619125" y="1257300"/>
          <a:ext cx="10953750" cy="2324100"/>
        </p:xfrm>
        <a:graphic>
          <a:graphicData uri="http://schemas.openxmlformats.org/drawingml/2006/table">
            <a:tbl>
              <a:tblPr/>
              <a:tblGrid>
                <a:gridCol w="109537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3238500">
                  <a:extLst>
                    <a:ext uri="{9D8B030D-6E8A-4147-A177-3AD203B41FA5}">
                      <a16:colId xmlns:a16="http://schemas.microsoft.com/office/drawing/2014/main" val="20004"/>
                    </a:ext>
                  </a:extLst>
                </a:gridCol>
              </a:tblGrid>
              <a:tr h="581025">
                <a:tc>
                  <a:txBody>
                    <a:bodyPr/>
                    <a:lstStyle/>
                    <a:p>
                      <a:r>
                        <a:rPr sz="1150" b="1">
                          <a:solidFill>
                            <a:srgbClr val="173B4B"/>
                          </a:solidFill>
                          <a:latin typeface="Yu Gothic"/>
                          <a:ea typeface="Yu Gothic"/>
                          <a:cs typeface="Yu Gothic"/>
                        </a:rPr>
                        <a:t>ラウンド</a:t>
                      </a:r>
                    </a:p>
                  </a:txBody>
                  <a:tcPr/>
                </a:tc>
                <a:tc>
                  <a:txBody>
                    <a:bodyPr/>
                    <a:lstStyle/>
                    <a:p>
                      <a:r>
                        <a:rPr sz="1150" b="1">
                          <a:solidFill>
                            <a:srgbClr val="173B4B"/>
                          </a:solidFill>
                          <a:latin typeface="Yu Gothic"/>
                          <a:ea typeface="Yu Gothic"/>
                          <a:cs typeface="Yu Gothic"/>
                        </a:rPr>
                        <a:t>2台の局所更新</a:t>
                      </a:r>
                    </a:p>
                  </a:txBody>
                  <a:tcPr/>
                </a:tc>
                <a:tc>
                  <a:txBody>
                    <a:bodyPr/>
                    <a:lstStyle/>
                    <a:p>
                      <a:r>
                        <a:rPr sz="1150" b="1">
                          <a:solidFill>
                            <a:srgbClr val="173B4B"/>
                          </a:solidFill>
                          <a:latin typeface="Yu Gothic"/>
                          <a:ea typeface="Yu Gothic"/>
                          <a:cs typeface="Yu Gothic"/>
                        </a:rPr>
                        <a:t>連合平均の再計算差</a:t>
                      </a:r>
                    </a:p>
                  </a:txBody>
                  <a:tcPr/>
                </a:tc>
                <a:tc>
                  <a:txBody>
                    <a:bodyPr/>
                    <a:lstStyle/>
                    <a:p>
                      <a:r>
                        <a:rPr sz="1150" b="1">
                          <a:solidFill>
                            <a:srgbClr val="173B4B"/>
                          </a:solidFill>
                          <a:latin typeface="Yu Gothic"/>
                          <a:ea typeface="Yu Gothic"/>
                          <a:cs typeface="Yu Gothic"/>
                        </a:rPr>
                        <a:t>次回入力との照合</a:t>
                      </a:r>
                    </a:p>
                  </a:txBody>
                  <a:tcPr/>
                </a:tc>
                <a:tc>
                  <a:txBody>
                    <a:bodyPr/>
                    <a:lstStyle/>
                    <a:p>
                      <a:r>
                        <a:rPr sz="1150" b="1">
                          <a:solidFill>
                            <a:srgbClr val="173B4B"/>
                          </a:solidFill>
                          <a:latin typeface="Yu Gothic"/>
                          <a:ea typeface="Yu Gothic"/>
                          <a:cs typeface="Yu Gothic"/>
                        </a:rPr>
                        <a:t>中央側AI更新（同じ4組）</a:t>
                      </a:r>
                    </a:p>
                  </a:txBody>
                  <a:tcPr/>
                </a:tc>
                <a:extLst>
                  <a:ext uri="{0D108BD9-81ED-4DB2-BD59-A6C34878D82A}">
                    <a16:rowId xmlns:a16="http://schemas.microsoft.com/office/drawing/2014/main" val="10000"/>
                  </a:ext>
                </a:extLst>
              </a:tr>
              <a:tr h="581025">
                <a:tc>
                  <a:txBody>
                    <a:bodyPr/>
                    <a:lstStyle/>
                    <a:p>
                      <a:r>
                        <a:rPr sz="1400" b="0">
                          <a:solidFill>
                            <a:srgbClr val="26373D"/>
                          </a:solidFill>
                          <a:latin typeface="Yu Gothic"/>
                          <a:ea typeface="Yu Gothic"/>
                          <a:cs typeface="Yu Gothic"/>
                        </a:rPr>
                        <a:t>1</a:t>
                      </a:r>
                    </a:p>
                  </a:txBody>
                  <a:tcPr/>
                </a:tc>
                <a:tc>
                  <a:txBody>
                    <a:bodyPr/>
                    <a:lstStyle/>
                    <a:p>
                      <a:r>
                        <a:rPr sz="1400" b="0">
                          <a:solidFill>
                            <a:srgbClr val="26373D"/>
                          </a:solidFill>
                          <a:latin typeface="Yu Gothic"/>
                          <a:ea typeface="Yu Gothic"/>
                          <a:cs typeface="Yu Gothic"/>
                        </a:rPr>
                        <a:t>2台とも非ゼロ</a:t>
                      </a:r>
                    </a:p>
                  </a:txBody>
                  <a:tcPr/>
                </a:tc>
                <a:tc>
                  <a:txBody>
                    <a:bodyPr/>
                    <a:lstStyle/>
                    <a:p>
                      <a:r>
                        <a:rPr sz="1400" b="0">
                          <a:solidFill>
                            <a:srgbClr val="26373D"/>
                          </a:solidFill>
                          <a:latin typeface="Yu Gothic"/>
                          <a:ea typeface="Yu Gothic"/>
                          <a:cs typeface="Yu Gothic"/>
                        </a:rPr>
                        <a:t>5.82 × 10⁻¹¹</a:t>
                      </a:r>
                    </a:p>
                  </a:txBody>
                  <a:tcPr/>
                </a:tc>
                <a:tc>
                  <a:txBody>
                    <a:bodyPr/>
                    <a:lstStyle/>
                    <a:p>
                      <a:r>
                        <a:rPr sz="1400" b="0">
                          <a:solidFill>
                            <a:srgbClr val="26373D"/>
                          </a:solidFill>
                          <a:latin typeface="Yu Gothic"/>
                          <a:ea typeface="Yu Gothic"/>
                          <a:cs typeface="Yu Gothic"/>
                        </a:rPr>
                        <a:t>一致</a:t>
                      </a:r>
                    </a:p>
                  </a:txBody>
                  <a:tcPr/>
                </a:tc>
                <a:tc>
                  <a:txBody>
                    <a:bodyPr/>
                    <a:lstStyle/>
                    <a:p>
                      <a:r>
                        <a:rPr sz="1400" b="0">
                          <a:solidFill>
                            <a:srgbClr val="26373D"/>
                          </a:solidFill>
                          <a:latin typeface="Yu Gothic"/>
                          <a:ea typeface="Yu Gothic"/>
                          <a:cs typeface="Yu Gothic"/>
                        </a:rPr>
                        <a:t>加重KL 0.0540 から 0.0534</a:t>
                      </a:r>
                    </a:p>
                  </a:txBody>
                  <a:tcPr/>
                </a:tc>
                <a:extLst>
                  <a:ext uri="{0D108BD9-81ED-4DB2-BD59-A6C34878D82A}">
                    <a16:rowId xmlns:a16="http://schemas.microsoft.com/office/drawing/2014/main" val="10001"/>
                  </a:ext>
                </a:extLst>
              </a:tr>
              <a:tr h="581025">
                <a:tc>
                  <a:txBody>
                    <a:bodyPr/>
                    <a:lstStyle/>
                    <a:p>
                      <a:r>
                        <a:rPr sz="1400" b="0">
                          <a:solidFill>
                            <a:srgbClr val="26373D"/>
                          </a:solidFill>
                          <a:latin typeface="Yu Gothic"/>
                          <a:ea typeface="Yu Gothic"/>
                          <a:cs typeface="Yu Gothic"/>
                        </a:rPr>
                        <a:t>2</a:t>
                      </a:r>
                    </a:p>
                  </a:txBody>
                  <a:tcPr/>
                </a:tc>
                <a:tc>
                  <a:txBody>
                    <a:bodyPr/>
                    <a:lstStyle/>
                    <a:p>
                      <a:r>
                        <a:rPr sz="1400" b="0">
                          <a:solidFill>
                            <a:srgbClr val="26373D"/>
                          </a:solidFill>
                          <a:latin typeface="Yu Gothic"/>
                          <a:ea typeface="Yu Gothic"/>
                          <a:cs typeface="Yu Gothic"/>
                        </a:rPr>
                        <a:t>2台とも非ゼロ</a:t>
                      </a:r>
                    </a:p>
                  </a:txBody>
                  <a:tcPr/>
                </a:tc>
                <a:tc>
                  <a:txBody>
                    <a:bodyPr/>
                    <a:lstStyle/>
                    <a:p>
                      <a:r>
                        <a:rPr sz="1400" b="0">
                          <a:solidFill>
                            <a:srgbClr val="26373D"/>
                          </a:solidFill>
                          <a:latin typeface="Yu Gothic"/>
                          <a:ea typeface="Yu Gothic"/>
                          <a:cs typeface="Yu Gothic"/>
                        </a:rPr>
                        <a:t>5.82 × 10⁻¹¹</a:t>
                      </a:r>
                    </a:p>
                  </a:txBody>
                  <a:tcPr/>
                </a:tc>
                <a:tc>
                  <a:txBody>
                    <a:bodyPr/>
                    <a:lstStyle/>
                    <a:p>
                      <a:r>
                        <a:rPr sz="1400" b="0">
                          <a:solidFill>
                            <a:srgbClr val="26373D"/>
                          </a:solidFill>
                          <a:latin typeface="Yu Gothic"/>
                          <a:ea typeface="Yu Gothic"/>
                          <a:cs typeface="Yu Gothic"/>
                        </a:rPr>
                        <a:t>一致</a:t>
                      </a:r>
                    </a:p>
                  </a:txBody>
                  <a:tcPr/>
                </a:tc>
                <a:tc>
                  <a:txBody>
                    <a:bodyPr/>
                    <a:lstStyle/>
                    <a:p>
                      <a:r>
                        <a:rPr sz="1400" b="0">
                          <a:solidFill>
                            <a:srgbClr val="26373D"/>
                          </a:solidFill>
                          <a:latin typeface="Yu Gothic"/>
                          <a:ea typeface="Yu Gothic"/>
                          <a:cs typeface="Yu Gothic"/>
                        </a:rPr>
                        <a:t>加重KL 18.478 から 18.339</a:t>
                      </a:r>
                    </a:p>
                  </a:txBody>
                  <a:tcPr/>
                </a:tc>
                <a:extLst>
                  <a:ext uri="{0D108BD9-81ED-4DB2-BD59-A6C34878D82A}">
                    <a16:rowId xmlns:a16="http://schemas.microsoft.com/office/drawing/2014/main" val="10002"/>
                  </a:ext>
                </a:extLst>
              </a:tr>
              <a:tr h="581025">
                <a:tc>
                  <a:txBody>
                    <a:bodyPr/>
                    <a:lstStyle/>
                    <a:p>
                      <a:r>
                        <a:rPr sz="1400" b="0">
                          <a:solidFill>
                            <a:srgbClr val="26373D"/>
                          </a:solidFill>
                          <a:latin typeface="Yu Gothic"/>
                          <a:ea typeface="Yu Gothic"/>
                          <a:cs typeface="Yu Gothic"/>
                        </a:rPr>
                        <a:t>3</a:t>
                      </a:r>
                    </a:p>
                  </a:txBody>
                  <a:tcPr/>
                </a:tc>
                <a:tc>
                  <a:txBody>
                    <a:bodyPr/>
                    <a:lstStyle/>
                    <a:p>
                      <a:r>
                        <a:rPr sz="1400" b="0">
                          <a:solidFill>
                            <a:srgbClr val="26373D"/>
                          </a:solidFill>
                          <a:latin typeface="Yu Gothic"/>
                          <a:ea typeface="Yu Gothic"/>
                          <a:cs typeface="Yu Gothic"/>
                        </a:rPr>
                        <a:t>2台とも非ゼロ</a:t>
                      </a:r>
                    </a:p>
                  </a:txBody>
                  <a:tcPr/>
                </a:tc>
                <a:tc>
                  <a:txBody>
                    <a:bodyPr/>
                    <a:lstStyle/>
                    <a:p>
                      <a:r>
                        <a:rPr sz="1400" b="0">
                          <a:solidFill>
                            <a:srgbClr val="26373D"/>
                          </a:solidFill>
                          <a:latin typeface="Yu Gothic"/>
                          <a:ea typeface="Yu Gothic"/>
                          <a:cs typeface="Yu Gothic"/>
                        </a:rPr>
                        <a:t>1.16 × 10⁻¹⁰</a:t>
                      </a:r>
                    </a:p>
                  </a:txBody>
                  <a:tcPr/>
                </a:tc>
                <a:tc>
                  <a:txBody>
                    <a:bodyPr/>
                    <a:lstStyle/>
                    <a:p>
                      <a:r>
                        <a:rPr sz="1400" b="0">
                          <a:solidFill>
                            <a:srgbClr val="26373D"/>
                          </a:solidFill>
                          <a:latin typeface="Yu Gothic"/>
                          <a:ea typeface="Yu Gothic"/>
                          <a:cs typeface="Yu Gothic"/>
                        </a:rPr>
                        <a:t>一致</a:t>
                      </a:r>
                    </a:p>
                  </a:txBody>
                  <a:tcPr/>
                </a:tc>
                <a:tc>
                  <a:txBody>
                    <a:bodyPr/>
                    <a:lstStyle/>
                    <a:p>
                      <a:pPr algn="ctr"/>
                      <a:r>
                        <a:rPr sz="1350" b="1">
                          <a:solidFill>
                            <a:srgbClr val="B94A3A"/>
                          </a:solidFill>
                          <a:latin typeface="Yu Gothic"/>
                          <a:ea typeface="Yu Gothic"/>
                          <a:cs typeface="Yu Gothic"/>
                        </a:rPr>
                        <a:t>加重KL 16.131 から 16.178</a:t>
                      </a:r>
                    </a:p>
                  </a:txBody>
                  <a:tcPr anchor="ctr">
                    <a:solidFill>
                      <a:srgbClr val="F5DFDA"/>
                    </a:solidFill>
                  </a:tcPr>
                </a:tc>
                <a:extLst>
                  <a:ext uri="{0D108BD9-81ED-4DB2-BD59-A6C34878D82A}">
                    <a16:rowId xmlns:a16="http://schemas.microsoft.com/office/drawing/2014/main" val="10003"/>
                  </a:ext>
                </a:extLst>
              </a:tr>
            </a:tbl>
          </a:graphicData>
        </a:graphic>
      </p:graphicFrame>
      <p:sp>
        <p:nvSpPr>
          <p:cNvPr id="9" name="正方形/長方形 8">
            <a:extLst>
              <a:ext uri="{FF2B5EF4-FFF2-40B4-BE49-F238E27FC236}">
                <a16:creationId xmlns:a16="http://schemas.microsoft.com/office/drawing/2014/main" id="{DB669C07-9539-4ADC-93A8-5D1836057377}"/>
              </a:ext>
            </a:extLst>
          </p:cNvPr>
          <p:cNvSpPr>
            <a:spLocks noGrp="1"/>
          </p:cNvSpPr>
          <p:nvPr/>
        </p:nvSpPr>
        <p:spPr>
          <a:xfrm>
            <a:off x="857250" y="3714750"/>
            <a:ext cx="10477500" cy="266700"/>
          </a:xfrm>
          <a:prstGeom prst="rect">
            <a:avLst/>
          </a:prstGeom>
          <a:noFill/>
          <a:ln w="0">
            <a:noFill/>
          </a:ln>
        </p:spPr>
        <p:txBody>
          <a:bodyPr wrap="square" lIns="0" tIns="0" rIns="0" bIns="0" anchor="t">
            <a:normAutofit/>
          </a:bodyPr>
          <a:lstStyle/>
          <a:p>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正方形/長方形 9">
            <a:extLst>
              <a:ext uri="{FF2B5EF4-FFF2-40B4-BE49-F238E27FC236}">
                <a16:creationId xmlns:a16="http://schemas.microsoft.com/office/drawing/2014/main" id="{2147CD20-80B6-4916-873A-A5EAB02B25F4}"/>
              </a:ext>
            </a:extLst>
          </p:cNvPr>
          <p:cNvSpPr>
            <a:spLocks noGrp="1"/>
          </p:cNvSpPr>
          <p:nvPr/>
        </p:nvSpPr>
        <p:spPr>
          <a:xfrm>
            <a:off x="685800" y="4191000"/>
            <a:ext cx="4953000" cy="1257300"/>
          </a:xfrm>
          <a:prstGeom prst="rect">
            <a:avLst/>
          </a:prstGeom>
          <a:solidFill>
            <a:srgbClr val="E6F1F3"/>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D8CD602C-28BF-4BC1-A531-315A07258B0F}"/>
              </a:ext>
            </a:extLst>
          </p:cNvPr>
          <p:cNvSpPr>
            <a:spLocks noGrp="1"/>
          </p:cNvSpPr>
          <p:nvPr/>
        </p:nvSpPr>
        <p:spPr>
          <a:xfrm>
            <a:off x="933450" y="4371975"/>
            <a:ext cx="4381500" cy="266700"/>
          </a:xfrm>
          <a:prstGeom prst="rect">
            <a:avLst/>
          </a:prstGeom>
          <a:noFill/>
          <a:ln w="0">
            <a:noFill/>
          </a:ln>
        </p:spPr>
        <p:txBody>
          <a:bodyPr wrap="square" lIns="0" tIns="0" rIns="0" bIns="0" anchor="t">
            <a:normAutofit/>
          </a:bodyPr>
          <a:lstStyle/>
          <a:p>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正方形/長方形 11">
            <a:extLst>
              <a:ext uri="{FF2B5EF4-FFF2-40B4-BE49-F238E27FC236}">
                <a16:creationId xmlns:a16="http://schemas.microsoft.com/office/drawing/2014/main" id="{F95B7EE7-0BA3-4F99-A7ED-F3ECA6AB5A1B}"/>
              </a:ext>
            </a:extLst>
          </p:cNvPr>
          <p:cNvSpPr>
            <a:spLocks noGrp="1"/>
          </p:cNvSpPr>
          <p:nvPr/>
        </p:nvSpPr>
        <p:spPr>
          <a:xfrm>
            <a:off x="933450" y="4752975"/>
            <a:ext cx="4381500" cy="571500"/>
          </a:xfrm>
          <a:prstGeom prst="rect">
            <a:avLst/>
          </a:prstGeom>
          <a:noFill/>
          <a:ln w="0">
            <a:noFill/>
          </a:ln>
        </p:spPr>
        <p:txBody>
          <a:bodyPr wrap="square" lIns="0" tIns="0" rIns="0" bIns="0" anchor="t">
            <a:normAutofit fontScale="83333"/>
          </a:bodyPr>
          <a:lstStyle/>
          <a:p>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正方形/長方形 12">
            <a:extLst>
              <a:ext uri="{FF2B5EF4-FFF2-40B4-BE49-F238E27FC236}">
                <a16:creationId xmlns:a16="http://schemas.microsoft.com/office/drawing/2014/main" id="{307E3A98-6881-4807-BFA7-190172AAFBCC}"/>
              </a:ext>
            </a:extLst>
          </p:cNvPr>
          <p:cNvSpPr>
            <a:spLocks noGrp="1"/>
          </p:cNvSpPr>
          <p:nvPr/>
        </p:nvSpPr>
        <p:spPr>
          <a:xfrm>
            <a:off x="5943600" y="4191000"/>
            <a:ext cx="5562600" cy="1257300"/>
          </a:xfrm>
          <a:prstGeom prst="rect">
            <a:avLst/>
          </a:prstGeom>
          <a:solidFill>
            <a:srgbClr val="FAE9D8"/>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8F86E036-1BB3-4E8B-A4AB-D9859E213EB0}"/>
              </a:ext>
            </a:extLst>
          </p:cNvPr>
          <p:cNvSpPr>
            <a:spLocks noGrp="1"/>
          </p:cNvSpPr>
          <p:nvPr/>
        </p:nvSpPr>
        <p:spPr>
          <a:xfrm>
            <a:off x="6191250" y="4371975"/>
            <a:ext cx="4953000" cy="266700"/>
          </a:xfrm>
          <a:prstGeom prst="rect">
            <a:avLst/>
          </a:prstGeom>
          <a:noFill/>
          <a:ln w="0">
            <a:noFill/>
          </a:ln>
        </p:spPr>
        <p:txBody>
          <a:bodyPr wrap="square" lIns="0" tIns="0" rIns="0" bIns="0" anchor="t">
            <a:normAutofit/>
          </a:bodyPr>
          <a:lstStyle/>
          <a:p>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正方形/長方形 14">
            <a:extLst>
              <a:ext uri="{FF2B5EF4-FFF2-40B4-BE49-F238E27FC236}">
                <a16:creationId xmlns:a16="http://schemas.microsoft.com/office/drawing/2014/main" id="{413D5C33-53F0-499D-A48B-3E83A6821E02}"/>
              </a:ext>
            </a:extLst>
          </p:cNvPr>
          <p:cNvSpPr>
            <a:spLocks noGrp="1"/>
          </p:cNvSpPr>
          <p:nvPr/>
        </p:nvSpPr>
        <p:spPr>
          <a:xfrm>
            <a:off x="6191250" y="4752975"/>
            <a:ext cx="4953000" cy="571500"/>
          </a:xfrm>
          <a:prstGeom prst="rect">
            <a:avLst/>
          </a:prstGeom>
          <a:noFill/>
          <a:ln w="0">
            <a:noFill/>
          </a:ln>
        </p:spPr>
        <p:txBody>
          <a:bodyPr wrap="square" lIns="0" tIns="0" rIns="0" bIns="0" anchor="t">
            <a:normAutofit/>
          </a:bodyPr>
          <a:lstStyle/>
          <a:p>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正方形/長方形 15">
            <a:extLst>
              <a:ext uri="{FF2B5EF4-FFF2-40B4-BE49-F238E27FC236}">
                <a16:creationId xmlns:a16="http://schemas.microsoft.com/office/drawing/2014/main" id="{5D0C5784-C795-4E1C-AEDC-8833F9CC29A5}"/>
              </a:ext>
            </a:extLst>
          </p:cNvPr>
          <p:cNvSpPr>
            <a:spLocks noGrp="1"/>
          </p:cNvSpPr>
          <p:nvPr/>
        </p:nvSpPr>
        <p:spPr>
          <a:xfrm>
            <a:off x="914400" y="5838825"/>
            <a:ext cx="10363200" cy="342900"/>
          </a:xfrm>
          <a:prstGeom prst="rect">
            <a:avLst/>
          </a:prstGeom>
          <a:noFill/>
          <a:ln w="0">
            <a:noFill/>
          </a:ln>
        </p:spPr>
        <p:txBody>
          <a:bodyPr wrap="square" lIns="0" tIns="0" rIns="0" bIns="0" anchor="t">
            <a:normAutofit/>
          </a:bodyPr>
          <a:lstStyle/>
          <a:p>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278786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DB6FEA6-BA3A-4432-B16B-88A254E4598D}"/>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
        <p:nvSpPr>
          <p:cNvPr id="3" name="正方形/長方形 2">
            <a:extLst>
              <a:ext uri="{FF2B5EF4-FFF2-40B4-BE49-F238E27FC236}">
                <a16:creationId xmlns:a16="http://schemas.microsoft.com/office/drawing/2014/main" id="{974829A5-FB00-4BE7-8F2A-983E30780D1E}"/>
              </a:ext>
            </a:extLst>
          </p:cNvPr>
          <p:cNvSpPr>
            <a:spLocks noGrp="1"/>
          </p:cNvSpPr>
          <p:nvPr/>
        </p:nvSpPr>
        <p:spPr>
          <a:xfrm>
            <a:off x="590550" y="323850"/>
            <a:ext cx="10572750" cy="590550"/>
          </a:xfrm>
          <a:prstGeom prst="rect">
            <a:avLst/>
          </a:prstGeom>
          <a:noFill/>
          <a:ln w="0">
            <a:noFill/>
          </a:ln>
        </p:spPr>
        <p:txBody>
          <a:bodyPr wrap="square" lIns="0" tIns="0" rIns="0" bIns="0" anchor="ctr">
            <a:normAutofit/>
          </a:bodyPr>
          <a:lstStyle/>
          <a:p>
            <a:pPr algn="l">
              <a:defRPr sz="2850" b="1">
                <a:solidFill>
                  <a:srgbClr val="173B4B"/>
                </a:solidFill>
                <a:latin typeface="Yu Gothic"/>
                <a:ea typeface="Yu Gothic"/>
                <a:cs typeface="Yu Gothic"/>
              </a:defRPr>
            </a:pPr>
            <a:r>
              <a:rPr sz="2850" b="1" dirty="0" err="1">
                <a:solidFill>
                  <a:srgbClr val="173B4B"/>
                </a:solidFill>
                <a:latin typeface="Yu Gothic"/>
                <a:ea typeface="Yu Gothic"/>
                <a:cs typeface="Yu Gothic"/>
              </a:rPr>
              <a:t>結論と今後</a:t>
            </a:r>
            <a:endParaRPr sz="2850" b="1" dirty="0">
              <a:solidFill>
                <a:srgbClr val="173B4B"/>
              </a:solidFill>
              <a:latin typeface="Yu Gothic"/>
              <a:ea typeface="Yu Gothic"/>
              <a:cs typeface="Yu Gothic"/>
            </a:endParaRPr>
          </a:p>
        </p:txBody>
      </p:sp>
      <p:sp>
        <p:nvSpPr>
          <p:cNvPr id="4" name="正方形/長方形 3">
            <a:extLst>
              <a:ext uri="{FF2B5EF4-FFF2-40B4-BE49-F238E27FC236}">
                <a16:creationId xmlns:a16="http://schemas.microsoft.com/office/drawing/2014/main" id="{4628C138-C4B0-4657-8FE2-54763C0B2CDE}"/>
              </a:ext>
            </a:extLst>
          </p:cNvPr>
          <p:cNvSpPr>
            <a:spLocks noGrp="1"/>
          </p:cNvSpPr>
          <p:nvPr/>
        </p:nvSpPr>
        <p:spPr>
          <a:xfrm>
            <a:off x="11306175" y="428625"/>
            <a:ext cx="428625" cy="266700"/>
          </a:xfrm>
          <a:prstGeom prst="rect">
            <a:avLst/>
          </a:prstGeom>
          <a:noFill/>
          <a:ln w="0">
            <a:noFill/>
          </a:ln>
        </p:spPr>
        <p:txBody>
          <a:bodyPr wrap="square" lIns="0" tIns="0" rIns="0" bIns="0" anchor="t">
            <a:normAutofit/>
          </a:bodyPr>
          <a:lstStyle/>
          <a:p>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正方形/長方形 4">
            <a:extLst>
              <a:ext uri="{FF2B5EF4-FFF2-40B4-BE49-F238E27FC236}">
                <a16:creationId xmlns:a16="http://schemas.microsoft.com/office/drawing/2014/main" id="{261F5E87-0BB7-47B8-B7D3-A86830F1BF96}"/>
              </a:ext>
            </a:extLst>
          </p:cNvPr>
          <p:cNvSpPr>
            <a:spLocks noGrp="1"/>
          </p:cNvSpPr>
          <p:nvPr/>
        </p:nvSpPr>
        <p:spPr>
          <a:xfrm>
            <a:off x="457200" y="6477000"/>
            <a:ext cx="11277600" cy="14288"/>
          </a:xfrm>
          <a:prstGeom prst="rect">
            <a:avLst/>
          </a:prstGeom>
          <a:solidFill>
            <a:srgbClr val="C9D2D3"/>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E23E9B3C-0F9B-4B14-9F90-A062B05B4121}"/>
              </a:ext>
            </a:extLst>
          </p:cNvPr>
          <p:cNvSpPr>
            <a:spLocks noGrp="1"/>
          </p:cNvSpPr>
          <p:nvPr/>
        </p:nvSpPr>
        <p:spPr>
          <a:xfrm>
            <a:off x="495300" y="6543675"/>
            <a:ext cx="7239000" cy="171450"/>
          </a:xfrm>
          <a:prstGeom prst="rect">
            <a:avLst/>
          </a:prstGeom>
          <a:noFill/>
          <a:ln w="0">
            <a:noFill/>
          </a:ln>
        </p:spPr>
        <p:txBody>
          <a:bodyPr wrap="square" lIns="0" tIns="0" rIns="0" bIns="0" anchor="t">
            <a:normAutofit/>
          </a:bodyPr>
          <a:lstStyle/>
          <a:p>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正方形/長方形 6">
            <a:extLst>
              <a:ext uri="{FF2B5EF4-FFF2-40B4-BE49-F238E27FC236}">
                <a16:creationId xmlns:a16="http://schemas.microsoft.com/office/drawing/2014/main" id="{01D9464A-2D4D-47AA-9820-A30122752523}"/>
              </a:ext>
            </a:extLst>
          </p:cNvPr>
          <p:cNvSpPr>
            <a:spLocks noGrp="1"/>
          </p:cNvSpPr>
          <p:nvPr/>
        </p:nvSpPr>
        <p:spPr>
          <a:xfrm>
            <a:off x="10477500" y="6543675"/>
            <a:ext cx="1200150" cy="171450"/>
          </a:xfrm>
          <a:prstGeom prst="rect">
            <a:avLst/>
          </a:prstGeom>
          <a:noFill/>
          <a:ln w="0">
            <a:noFill/>
          </a:ln>
        </p:spPr>
        <p:txBody>
          <a:bodyPr wrap="square" lIns="0" tIns="0" rIns="0" bIns="0" anchor="t">
            <a:normAutofit/>
          </a:bodyPr>
          <a:lstStyle/>
          <a:p>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正方形/長方形 7">
            <a:extLst>
              <a:ext uri="{FF2B5EF4-FFF2-40B4-BE49-F238E27FC236}">
                <a16:creationId xmlns:a16="http://schemas.microsoft.com/office/drawing/2014/main" id="{0605C839-CC44-4494-B584-D1343C45725C}"/>
              </a:ext>
            </a:extLst>
          </p:cNvPr>
          <p:cNvSpPr>
            <a:spLocks noGrp="1"/>
          </p:cNvSpPr>
          <p:nvPr/>
        </p:nvSpPr>
        <p:spPr>
          <a:xfrm>
            <a:off x="723900" y="1123950"/>
            <a:ext cx="4762500" cy="323850"/>
          </a:xfrm>
          <a:prstGeom prst="rect">
            <a:avLst/>
          </a:prstGeom>
          <a:noFill/>
          <a:ln w="0">
            <a:noFill/>
          </a:ln>
        </p:spPr>
        <p:txBody>
          <a:bodyPr wrap="square" lIns="0" tIns="0" rIns="0" bIns="0" anchor="t">
            <a:normAutofit/>
          </a:bodyPr>
          <a:lstStyle/>
          <a:p>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正方形/長方形 8">
            <a:extLst>
              <a:ext uri="{FF2B5EF4-FFF2-40B4-BE49-F238E27FC236}">
                <a16:creationId xmlns:a16="http://schemas.microsoft.com/office/drawing/2014/main" id="{376FBC94-C88E-4F47-B561-24F629DB2A46}"/>
              </a:ext>
            </a:extLst>
          </p:cNvPr>
          <p:cNvSpPr>
            <a:spLocks noGrp="1"/>
          </p:cNvSpPr>
          <p:nvPr/>
        </p:nvSpPr>
        <p:spPr>
          <a:xfrm>
            <a:off x="781050" y="1638300"/>
            <a:ext cx="4762500" cy="1428750"/>
          </a:xfrm>
          <a:prstGeom prst="rect">
            <a:avLst/>
          </a:prstGeom>
          <a:noFill/>
          <a:ln w="0">
            <a:noFill/>
          </a:ln>
        </p:spPr>
        <p:txBody>
          <a:bodyPr wrap="square" lIns="0" tIns="0" rIns="0" bIns="0" anchor="t">
            <a:normAutofit/>
          </a:bodyPr>
          <a:lstStyle/>
          <a:p>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正方形/長方形 9">
            <a:extLst>
              <a:ext uri="{FF2B5EF4-FFF2-40B4-BE49-F238E27FC236}">
                <a16:creationId xmlns:a16="http://schemas.microsoft.com/office/drawing/2014/main" id="{EA4BE7F1-3CB6-4E9F-BA22-A88DD3DA7774}"/>
              </a:ext>
            </a:extLst>
          </p:cNvPr>
          <p:cNvSpPr>
            <a:spLocks noGrp="1"/>
          </p:cNvSpPr>
          <p:nvPr/>
        </p:nvSpPr>
        <p:spPr>
          <a:xfrm>
            <a:off x="5924550" y="1123950"/>
            <a:ext cx="19050" cy="2095500"/>
          </a:xfrm>
          <a:prstGeom prst="rect">
            <a:avLst/>
          </a:prstGeom>
          <a:solidFill>
            <a:srgbClr val="C9D2D3"/>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BEDDD266-3443-426F-8699-A376CEB0AD49}"/>
              </a:ext>
            </a:extLst>
          </p:cNvPr>
          <p:cNvSpPr>
            <a:spLocks noGrp="1"/>
          </p:cNvSpPr>
          <p:nvPr/>
        </p:nvSpPr>
        <p:spPr>
          <a:xfrm>
            <a:off x="6324600" y="1123950"/>
            <a:ext cx="4762500" cy="323850"/>
          </a:xfrm>
          <a:prstGeom prst="rect">
            <a:avLst/>
          </a:prstGeom>
          <a:noFill/>
          <a:ln w="0">
            <a:noFill/>
          </a:ln>
        </p:spPr>
        <p:txBody>
          <a:bodyPr wrap="square" lIns="0" tIns="0" rIns="0" bIns="0" anchor="t">
            <a:normAutofit/>
          </a:bodyPr>
          <a:lstStyle/>
          <a:p>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正方形/長方形 11">
            <a:extLst>
              <a:ext uri="{FF2B5EF4-FFF2-40B4-BE49-F238E27FC236}">
                <a16:creationId xmlns:a16="http://schemas.microsoft.com/office/drawing/2014/main" id="{54AD3692-ECE3-4DED-88EB-866F66E3BB10}"/>
              </a:ext>
            </a:extLst>
          </p:cNvPr>
          <p:cNvSpPr>
            <a:spLocks noGrp="1"/>
          </p:cNvSpPr>
          <p:nvPr/>
        </p:nvSpPr>
        <p:spPr>
          <a:xfrm>
            <a:off x="6381750" y="1638300"/>
            <a:ext cx="4762500" cy="1571625"/>
          </a:xfrm>
          <a:prstGeom prst="rect">
            <a:avLst/>
          </a:prstGeom>
          <a:noFill/>
          <a:ln w="0">
            <a:noFill/>
          </a:ln>
        </p:spPr>
        <p:txBody>
          <a:bodyPr wrap="square" lIns="0" tIns="0" rIns="0" bIns="0" anchor="t">
            <a:normAutofit/>
          </a:bodyPr>
          <a:lstStyle/>
          <a:p>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正方形/長方形 12">
            <a:extLst>
              <a:ext uri="{FF2B5EF4-FFF2-40B4-BE49-F238E27FC236}">
                <a16:creationId xmlns:a16="http://schemas.microsoft.com/office/drawing/2014/main" id="{7EDA5AEB-32B8-49B8-9ED7-84644828AF46}"/>
              </a:ext>
            </a:extLst>
          </p:cNvPr>
          <p:cNvSpPr>
            <a:spLocks noGrp="1"/>
          </p:cNvSpPr>
          <p:nvPr/>
        </p:nvSpPr>
        <p:spPr>
          <a:xfrm>
            <a:off x="685800" y="3486150"/>
            <a:ext cx="10820400" cy="14288"/>
          </a:xfrm>
          <a:prstGeom prst="rect">
            <a:avLst/>
          </a:prstGeom>
          <a:solidFill>
            <a:srgbClr val="87979C"/>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7F56C97A-CF09-4A8D-BDE8-6726BF8B984B}"/>
              </a:ext>
            </a:extLst>
          </p:cNvPr>
          <p:cNvSpPr>
            <a:spLocks noGrp="1"/>
          </p:cNvSpPr>
          <p:nvPr/>
        </p:nvSpPr>
        <p:spPr>
          <a:xfrm>
            <a:off x="742950" y="3724275"/>
            <a:ext cx="1905000" cy="285750"/>
          </a:xfrm>
          <a:prstGeom prst="rect">
            <a:avLst/>
          </a:prstGeom>
          <a:noFill/>
          <a:ln w="0">
            <a:noFill/>
          </a:ln>
        </p:spPr>
        <p:txBody>
          <a:bodyPr wrap="square" lIns="0" tIns="0" rIns="0" bIns="0" anchor="t">
            <a:normAutofit/>
          </a:bodyPr>
          <a:lstStyle/>
          <a:p>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楕円 14">
            <a:extLst>
              <a:ext uri="{FF2B5EF4-FFF2-40B4-BE49-F238E27FC236}">
                <a16:creationId xmlns:a16="http://schemas.microsoft.com/office/drawing/2014/main" id="{1A8642CA-B20B-449B-B983-CAB3F893B3B8}"/>
              </a:ext>
            </a:extLst>
          </p:cNvPr>
          <p:cNvSpPr>
            <a:spLocks noGrp="1"/>
          </p:cNvSpPr>
          <p:nvPr/>
        </p:nvSpPr>
        <p:spPr>
          <a:xfrm>
            <a:off x="800100" y="4171950"/>
            <a:ext cx="400050" cy="400050"/>
          </a:xfrm>
          <a:prstGeom prst="ellipse">
            <a:avLst/>
          </a:prstGeom>
          <a:solidFill>
            <a:srgbClr val="B94A3A"/>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74CCB0D9-56C7-48F4-9ADB-EA08B1ADFB66}"/>
              </a:ext>
            </a:extLst>
          </p:cNvPr>
          <p:cNvSpPr>
            <a:spLocks noGrp="1"/>
          </p:cNvSpPr>
          <p:nvPr/>
        </p:nvSpPr>
        <p:spPr>
          <a:xfrm>
            <a:off x="800100" y="4219575"/>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正方形/長方形 16">
            <a:extLst>
              <a:ext uri="{FF2B5EF4-FFF2-40B4-BE49-F238E27FC236}">
                <a16:creationId xmlns:a16="http://schemas.microsoft.com/office/drawing/2014/main" id="{E19ADCA3-AC75-4936-9577-F83559211D7A}"/>
              </a:ext>
            </a:extLst>
          </p:cNvPr>
          <p:cNvSpPr>
            <a:spLocks noGrp="1"/>
          </p:cNvSpPr>
          <p:nvPr/>
        </p:nvSpPr>
        <p:spPr>
          <a:xfrm>
            <a:off x="1428750" y="4152900"/>
            <a:ext cx="3143250" cy="323850"/>
          </a:xfrm>
          <a:prstGeom prst="rect">
            <a:avLst/>
          </a:prstGeom>
          <a:noFill/>
          <a:ln w="0">
            <a:noFill/>
          </a:ln>
        </p:spPr>
        <p:txBody>
          <a:bodyPr wrap="square" lIns="0" tIns="0" rIns="0" bIns="0" anchor="t">
            <a:normAutofit/>
          </a:bodyPr>
          <a:lstStyle/>
          <a:p>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正方形/長方形 17">
            <a:extLst>
              <a:ext uri="{FF2B5EF4-FFF2-40B4-BE49-F238E27FC236}">
                <a16:creationId xmlns:a16="http://schemas.microsoft.com/office/drawing/2014/main" id="{50FE67E7-5570-46A5-B3C8-894FE0A46358}"/>
              </a:ext>
            </a:extLst>
          </p:cNvPr>
          <p:cNvSpPr>
            <a:spLocks noGrp="1"/>
          </p:cNvSpPr>
          <p:nvPr/>
        </p:nvSpPr>
        <p:spPr>
          <a:xfrm>
            <a:off x="4686300" y="4152900"/>
            <a:ext cx="6477000" cy="400050"/>
          </a:xfrm>
          <a:prstGeom prst="rect">
            <a:avLst/>
          </a:prstGeom>
          <a:noFill/>
          <a:ln w="0">
            <a:noFill/>
          </a:ln>
        </p:spPr>
        <p:txBody>
          <a:bodyPr wrap="square" lIns="0" tIns="0" rIns="0" bIns="0" anchor="ctr">
            <a:normAutofit/>
          </a:bodyPr>
          <a:lstStyle/>
          <a:p>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楕円 18">
            <a:extLst>
              <a:ext uri="{FF2B5EF4-FFF2-40B4-BE49-F238E27FC236}">
                <a16:creationId xmlns:a16="http://schemas.microsoft.com/office/drawing/2014/main" id="{C602973A-DB43-4273-A640-85ED44CC8336}"/>
              </a:ext>
            </a:extLst>
          </p:cNvPr>
          <p:cNvSpPr>
            <a:spLocks noGrp="1"/>
          </p:cNvSpPr>
          <p:nvPr/>
        </p:nvSpPr>
        <p:spPr>
          <a:xfrm>
            <a:off x="800100" y="4800600"/>
            <a:ext cx="400050" cy="400050"/>
          </a:xfrm>
          <a:prstGeom prst="ellipse">
            <a:avLst/>
          </a:prstGeom>
          <a:solidFill>
            <a:srgbClr val="E7833D"/>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A424B0F2-107B-468A-935F-D76D3A267A83}"/>
              </a:ext>
            </a:extLst>
          </p:cNvPr>
          <p:cNvSpPr>
            <a:spLocks noGrp="1"/>
          </p:cNvSpPr>
          <p:nvPr/>
        </p:nvSpPr>
        <p:spPr>
          <a:xfrm>
            <a:off x="800100" y="4848225"/>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正方形/長方形 20">
            <a:extLst>
              <a:ext uri="{FF2B5EF4-FFF2-40B4-BE49-F238E27FC236}">
                <a16:creationId xmlns:a16="http://schemas.microsoft.com/office/drawing/2014/main" id="{DF2138F0-8432-45D2-9F23-B7A2FAC19F80}"/>
              </a:ext>
            </a:extLst>
          </p:cNvPr>
          <p:cNvSpPr>
            <a:spLocks noGrp="1"/>
          </p:cNvSpPr>
          <p:nvPr/>
        </p:nvSpPr>
        <p:spPr>
          <a:xfrm>
            <a:off x="1428750" y="4781550"/>
            <a:ext cx="3143250" cy="323850"/>
          </a:xfrm>
          <a:prstGeom prst="rect">
            <a:avLst/>
          </a:prstGeom>
          <a:noFill/>
          <a:ln w="0">
            <a:noFill/>
          </a:ln>
        </p:spPr>
        <p:txBody>
          <a:bodyPr wrap="square" lIns="0" tIns="0" rIns="0" bIns="0" anchor="t">
            <a:normAutofit/>
          </a:bodyPr>
          <a:lstStyle/>
          <a:p>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正方形/長方形 21">
            <a:extLst>
              <a:ext uri="{FF2B5EF4-FFF2-40B4-BE49-F238E27FC236}">
                <a16:creationId xmlns:a16="http://schemas.microsoft.com/office/drawing/2014/main" id="{53F07048-FC02-4763-9148-050627D90AF7}"/>
              </a:ext>
            </a:extLst>
          </p:cNvPr>
          <p:cNvSpPr>
            <a:spLocks noGrp="1"/>
          </p:cNvSpPr>
          <p:nvPr/>
        </p:nvSpPr>
        <p:spPr>
          <a:xfrm>
            <a:off x="4686300" y="4781550"/>
            <a:ext cx="6477000" cy="400050"/>
          </a:xfrm>
          <a:prstGeom prst="rect">
            <a:avLst/>
          </a:prstGeom>
          <a:noFill/>
          <a:ln w="0">
            <a:noFill/>
          </a:ln>
        </p:spPr>
        <p:txBody>
          <a:bodyPr wrap="square" lIns="0" tIns="0" rIns="0" bIns="0" anchor="ctr">
            <a:normAutofit/>
          </a:bodyPr>
          <a:lstStyle/>
          <a:p>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楕円 22">
            <a:extLst>
              <a:ext uri="{FF2B5EF4-FFF2-40B4-BE49-F238E27FC236}">
                <a16:creationId xmlns:a16="http://schemas.microsoft.com/office/drawing/2014/main" id="{C416B77E-58E6-49B4-ABA8-B2BF66109FE5}"/>
              </a:ext>
            </a:extLst>
          </p:cNvPr>
          <p:cNvSpPr>
            <a:spLocks noGrp="1"/>
          </p:cNvSpPr>
          <p:nvPr/>
        </p:nvSpPr>
        <p:spPr>
          <a:xfrm>
            <a:off x="800100" y="5429250"/>
            <a:ext cx="400050" cy="400050"/>
          </a:xfrm>
          <a:prstGeom prst="ellipse">
            <a:avLst/>
          </a:prstGeom>
          <a:solidFill>
            <a:srgbClr val="147B78"/>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E4B6A1ED-73A7-40F9-8EF4-F36CCB405575}"/>
              </a:ext>
            </a:extLst>
          </p:cNvPr>
          <p:cNvSpPr>
            <a:spLocks noGrp="1"/>
          </p:cNvSpPr>
          <p:nvPr/>
        </p:nvSpPr>
        <p:spPr>
          <a:xfrm>
            <a:off x="800100" y="5476875"/>
            <a:ext cx="400050" cy="285750"/>
          </a:xfrm>
          <a:prstGeom prst="rect">
            <a:avLst/>
          </a:prstGeom>
          <a:noFill/>
          <a:ln w="0">
            <a:noFill/>
          </a:ln>
        </p:spPr>
        <p:txBody>
          <a:bodyPr wrap="square" lIns="0" tIns="0" rIns="0" bIns="0" anchor="ctr">
            <a:normAutofit/>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正方形/長方形 24">
            <a:extLst>
              <a:ext uri="{FF2B5EF4-FFF2-40B4-BE49-F238E27FC236}">
                <a16:creationId xmlns:a16="http://schemas.microsoft.com/office/drawing/2014/main" id="{80CB74B2-6776-4684-8BE8-DE4C7B83BB40}"/>
              </a:ext>
            </a:extLst>
          </p:cNvPr>
          <p:cNvSpPr>
            <a:spLocks noGrp="1"/>
          </p:cNvSpPr>
          <p:nvPr/>
        </p:nvSpPr>
        <p:spPr>
          <a:xfrm>
            <a:off x="1428750" y="5410200"/>
            <a:ext cx="3143250" cy="323850"/>
          </a:xfrm>
          <a:prstGeom prst="rect">
            <a:avLst/>
          </a:prstGeom>
          <a:noFill/>
          <a:ln w="0">
            <a:noFill/>
          </a:ln>
        </p:spPr>
        <p:txBody>
          <a:bodyPr wrap="square" lIns="0" tIns="0" rIns="0" bIns="0" anchor="t">
            <a:normAutofit/>
          </a:bodyPr>
          <a:lstStyle/>
          <a:p>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正方形/長方形 25">
            <a:extLst>
              <a:ext uri="{FF2B5EF4-FFF2-40B4-BE49-F238E27FC236}">
                <a16:creationId xmlns:a16="http://schemas.microsoft.com/office/drawing/2014/main" id="{2D5DDA62-2986-4BF9-84D5-F7A31861ECB6}"/>
              </a:ext>
            </a:extLst>
          </p:cNvPr>
          <p:cNvSpPr>
            <a:spLocks noGrp="1"/>
          </p:cNvSpPr>
          <p:nvPr/>
        </p:nvSpPr>
        <p:spPr>
          <a:xfrm>
            <a:off x="4686300" y="5410200"/>
            <a:ext cx="6477000" cy="400050"/>
          </a:xfrm>
          <a:prstGeom prst="rect">
            <a:avLst/>
          </a:prstGeom>
          <a:noFill/>
          <a:ln w="0">
            <a:noFill/>
          </a:ln>
        </p:spPr>
        <p:txBody>
          <a:bodyPr wrap="square" lIns="0" tIns="0" rIns="0" bIns="0" anchor="ctr">
            <a:normAutofit/>
          </a:bodyPr>
          <a:lstStyle/>
          <a:p>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正方形/長方形 26">
            <a:extLst>
              <a:ext uri="{FF2B5EF4-FFF2-40B4-BE49-F238E27FC236}">
                <a16:creationId xmlns:a16="http://schemas.microsoft.com/office/drawing/2014/main" id="{54AD0C37-5211-43CB-8236-701B78EE8E11}"/>
              </a:ext>
            </a:extLst>
          </p:cNvPr>
          <p:cNvSpPr>
            <a:spLocks noGrp="1"/>
          </p:cNvSpPr>
          <p:nvPr/>
        </p:nvSpPr>
        <p:spPr>
          <a:xfrm>
            <a:off x="685800" y="6029325"/>
            <a:ext cx="10820400" cy="361950"/>
          </a:xfrm>
          <a:prstGeom prst="rect">
            <a:avLst/>
          </a:prstGeom>
          <a:solidFill>
            <a:srgbClr val="173B4B"/>
          </a:solidFill>
          <a:ln w="0">
            <a:noFill/>
          </a:ln>
        </p:spPr>
        <p:txBody>
          <a:bodyPr/>
          <a:lstStyle/>
          <a:p>
            <a:endParaRPr lang="ja-JP" altLang="en-US"/>
          </a:p>
        </p:txBody>
      </p:sp>
      <p:sp>
        <p:nvSpPr>
          <p:cNvPr id="28" name="正方形/長方形 27">
            <a:extLst>
              <a:ext uri="{FF2B5EF4-FFF2-40B4-BE49-F238E27FC236}">
                <a16:creationId xmlns:a16="http://schemas.microsoft.com/office/drawing/2014/main" id="{3B41EF5C-F53B-4AF6-9565-CFA7CD3046EB}"/>
              </a:ext>
            </a:extLst>
          </p:cNvPr>
          <p:cNvSpPr>
            <a:spLocks noGrp="1"/>
          </p:cNvSpPr>
          <p:nvPr/>
        </p:nvSpPr>
        <p:spPr>
          <a:xfrm>
            <a:off x="876300" y="6096000"/>
            <a:ext cx="10439400" cy="228600"/>
          </a:xfrm>
          <a:prstGeom prst="rect">
            <a:avLst/>
          </a:prstGeom>
          <a:noFill/>
          <a:ln w="0">
            <a:noFill/>
          </a:ln>
        </p:spPr>
        <p:txBody>
          <a:bodyPr wrap="square" lIns="0" tIns="0" rIns="0" bIns="0" anchor="ctr">
            <a:normAutofit/>
          </a:bodyPr>
          <a:lstStyle/>
          <a:p>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正方形/長方形 28">
            <a:extLst>
              <a:ext uri="{FF2B5EF4-FFF2-40B4-BE49-F238E27FC236}">
                <a16:creationId xmlns:a16="http://schemas.microsoft.com/office/drawing/2014/main" id="{91F75A83-E567-45CA-A76A-AE03BB26AFBD}"/>
              </a:ext>
            </a:extLst>
          </p:cNvPr>
          <p:cNvSpPr>
            <a:spLocks noGrp="1"/>
          </p:cNvSpPr>
          <p:nvPr/>
        </p:nvSpPr>
        <p:spPr>
          <a:xfrm>
            <a:off x="381000" y="342900"/>
            <a:ext cx="66675" cy="514350"/>
          </a:xfrm>
          <a:prstGeom prst="rect">
            <a:avLst/>
          </a:prstGeom>
          <a:solidFill>
            <a:srgbClr val="147B78"/>
          </a:solidFill>
          <a:ln w="0">
            <a:noFill/>
          </a:ln>
        </p:spPr>
        <p:txBody>
          <a:bodyPr/>
          <a:lstStyle/>
          <a:p>
            <a:endParaRPr lang="ja-JP" altLang="en-US"/>
          </a:p>
        </p:txBody>
      </p:sp>
    </p:spTree>
    <p:extLst>
      <p:ext uri="{BB962C8B-B14F-4D97-AF65-F5344CB8AC3E}">
        <p14:creationId xmlns:p14="http://schemas.microsoft.com/office/powerpoint/2010/main" val="591902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1732</Words>
  <Application>Microsoft Office PowerPoint</Application>
  <DocSecurity>0</DocSecurity>
  <PresentationFormat>ワイド画面</PresentationFormat>
  <Paragraphs>245</Paragraphs>
  <Slides>8</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Yu Gothic</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YOSHIMURA Aoi</cp:lastModifiedBy>
  <cp:revision>1</cp:revision>
  <dcterms:created xsi:type="dcterms:W3CDTF">2026-09-17T18:52:35Z</dcterms:created>
  <dcterms:modified xsi:type="dcterms:W3CDTF">2026-09-17T19:52:55Z</dcterms:modified>
</cp:coreProperties>
</file>