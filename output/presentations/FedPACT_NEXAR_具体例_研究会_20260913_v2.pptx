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7e8d490f74f96" /><Relationship Type="http://schemas.openxmlformats.org/officeDocument/2006/relationships/extended-properties" Target="/docProps/app.xml" Id="R6adaa177007c4655" /><Relationship Type="http://schemas.openxmlformats.org/officeDocument/2006/relationships/officeDocument" Target="/ppt/presentation.xml" Id="R14694f398b88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1a79563dc04c64"/>
  </p:sldMasterIdLst>
  <p:notesMasterIdLst>
    <p:notesMasterId xmlns:r="http://schemas.openxmlformats.org/officeDocument/2006/relationships" r:id="R33a1796acb774bc1"/>
  </p:notesMasterIdLst>
  <p:sldIdLst>
    <p:sldId xmlns:r="http://schemas.openxmlformats.org/officeDocument/2006/relationships" id="256" r:id="R74734d068d364ea4"/>
    <p:sldId xmlns:r="http://schemas.openxmlformats.org/officeDocument/2006/relationships" id="257" r:id="R8c62b660c6f741b1"/>
    <p:sldId xmlns:r="http://schemas.openxmlformats.org/officeDocument/2006/relationships" id="258" r:id="R6fc31f7ef0f644dc"/>
    <p:sldId xmlns:r="http://schemas.openxmlformats.org/officeDocument/2006/relationships" id="259" r:id="R96fcd0c4f9b7481f"/>
    <p:sldId xmlns:r="http://schemas.openxmlformats.org/officeDocument/2006/relationships" id="260" r:id="Rb3073cf05b794cd9"/>
    <p:sldId xmlns:r="http://schemas.openxmlformats.org/officeDocument/2006/relationships" id="261" r:id="R7173a66cca4e40b9"/>
    <p:sldId xmlns:r="http://schemas.openxmlformats.org/officeDocument/2006/relationships" id="262" r:id="R1e2c5b302d9347bc"/>
    <p:sldId xmlns:r="http://schemas.openxmlformats.org/officeDocument/2006/relationships" id="263" r:id="R355d772cf0cc49a4"/>
    <p:sldId xmlns:r="http://schemas.openxmlformats.org/officeDocument/2006/relationships" id="264" r:id="Rf92e7df66bb24e9b"/>
    <p:sldId xmlns:r="http://schemas.openxmlformats.org/officeDocument/2006/relationships" id="265" r:id="R1eecbc5f39414c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2202a0fcd4026" /><Relationship Type="http://schemas.openxmlformats.org/officeDocument/2006/relationships/slideMaster" Target="/ppt/slideMasters/slideMaster1.xml" Id="Rd91a79563dc04c64" /><Relationship Type="http://schemas.openxmlformats.org/officeDocument/2006/relationships/notesMaster" Target="/ppt/notesMasters/notesMaster1.xml" Id="R33a1796acb774bc1" /><Relationship Type="http://schemas.openxmlformats.org/officeDocument/2006/relationships/presProps" Target="/ppt/presProps.xml" Id="R13fa67362d8e4881" /><Relationship Type="http://schemas.openxmlformats.org/officeDocument/2006/relationships/tableStyles" Target="/ppt/tableStyles.xml" Id="R47bc6b052cdf4ff7" /><Relationship Type="http://schemas.openxmlformats.org/officeDocument/2006/relationships/slide" Target="/ppt/slides/slide1.xml" Id="R74734d068d364ea4" /><Relationship Type="http://schemas.openxmlformats.org/officeDocument/2006/relationships/slide" Target="/ppt/slides/slide2.xml" Id="R8c62b660c6f741b1" /><Relationship Type="http://schemas.openxmlformats.org/officeDocument/2006/relationships/slide" Target="/ppt/slides/slide3.xml" Id="R6fc31f7ef0f644dc" /><Relationship Type="http://schemas.openxmlformats.org/officeDocument/2006/relationships/slide" Target="/ppt/slides/slide4.xml" Id="R96fcd0c4f9b7481f" /><Relationship Type="http://schemas.openxmlformats.org/officeDocument/2006/relationships/slide" Target="/ppt/slides/slide5.xml" Id="Rb3073cf05b794cd9" /><Relationship Type="http://schemas.openxmlformats.org/officeDocument/2006/relationships/slide" Target="/ppt/slides/slide6.xml" Id="R7173a66cca4e40b9" /><Relationship Type="http://schemas.openxmlformats.org/officeDocument/2006/relationships/slide" Target="/ppt/slides/slide7.xml" Id="R1e2c5b302d9347bc" /><Relationship Type="http://schemas.openxmlformats.org/officeDocument/2006/relationships/slide" Target="/ppt/slides/slide8.xml" Id="R355d772cf0cc49a4" /><Relationship Type="http://schemas.openxmlformats.org/officeDocument/2006/relationships/slide" Target="/ppt/slides/slide9.xml" Id="Rf92e7df66bb24e9b" /><Relationship Type="http://schemas.openxmlformats.org/officeDocument/2006/relationships/slide" Target="/ppt/slides/slide10.xml" Id="R1eecbc5f39414c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16ad3d53fb43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afff7904c4cdd" /><Relationship Type="http://schemas.openxmlformats.org/officeDocument/2006/relationships/notesMaster" Target="/ppt/notesMasters/notesMaster1.xml" Id="Ree633883caba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f36b2f51c44c18" /><Relationship Type="http://schemas.openxmlformats.org/officeDocument/2006/relationships/notesMaster" Target="/ppt/notesMasters/notesMaster1.xml" Id="Ra2966bdd07684e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d9a203a9c43c2" /><Relationship Type="http://schemas.openxmlformats.org/officeDocument/2006/relationships/notesMaster" Target="/ppt/notesMasters/notesMaster1.xml" Id="Rbb9b1840b7284f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20517284744018" /><Relationship Type="http://schemas.openxmlformats.org/officeDocument/2006/relationships/notesMaster" Target="/ppt/notesMasters/notesMaster1.xml" Id="R1b80d42679a44e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6be04c2eef44a3" /><Relationship Type="http://schemas.openxmlformats.org/officeDocument/2006/relationships/notesMaster" Target="/ppt/notesMasters/notesMaster1.xml" Id="Rc1d6efd0368048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3873669e6441a6" /><Relationship Type="http://schemas.openxmlformats.org/officeDocument/2006/relationships/notesMaster" Target="/ppt/notesMasters/notesMaster1.xml" Id="R1e9195dbde40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8857992be4589" /><Relationship Type="http://schemas.openxmlformats.org/officeDocument/2006/relationships/notesMaster" Target="/ppt/notesMasters/notesMaster1.xml" Id="R75ad642d1bf0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0810c5b0534c59" /><Relationship Type="http://schemas.openxmlformats.org/officeDocument/2006/relationships/notesMaster" Target="/ppt/notesMasters/notesMaster1.xml" Id="Rd956a7e6122f4d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7c7b1da4fb4f2a" /><Relationship Type="http://schemas.openxmlformats.org/officeDocument/2006/relationships/notesMaster" Target="/ppt/notesMasters/notesMaster1.xml" Id="R9558abafc60441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9f22f0ce484792" /><Relationship Type="http://schemas.openxmlformats.org/officeDocument/2006/relationships/notesMaster" Target="/ppt/notesMasters/notesMaster1.xml" Id="Raac49466ca66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左はpositiveラベルのheld-out動画a8adfca63e、右はnegativeラベルのheld-out動画1db89ecde7。どちらも局所学習には未使用。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 train、client held-out、server seedは同一split seed 42で固定し、ID重複なし。</a:t>
            </a:r>
          </a:p>
          <a:p xmlns:a="http://schemas.openxmlformats.org/drawingml/2006/main">
            <a:r>
              <a:t>server payloadにはLoRA更新情報とclass-wise μ_post、Δμ、frequencyを含める。private raw frameとsample IDは含めない。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101ではtrain 6本・held-out 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1ではq_postとΔqの符号が学習順で反転。held-outのclass間差も改善・悪化が一貫しない。</a:t>
            </a:r>
          </a:p>
          <a:p xmlns:a="http://schemas.openxmlformats.org/drawingml/2006/main">
            <a:r>
              <a:t>full-batch相当は6動画を同時に1 optimizer stepで更新し、総sample exposureを6に揃えた。共通方向shiftは小さくなったが、これだけで安定化完了とは言わない。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distanceはμ_postと更新後global surrogate上のseed出力とのKL。画像空間の近さではなく、post behaviorの近さで順位付けする。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最優先はStep I-Aへ戻り、同じ総sample exposureでbatchingとgradient accumulationを比較する。multiple epochを先に増やさない。</a:t>
            </a:r>
          </a:p>
          <a:p xmlns:a="http://schemas.openxmlformats.org/drawingml/2006/main">
            <a:r>
              <a:t>その後、classification head更新の影響を切り分け、複数学習順で安定性を確認する。安定してから2-clientとLayer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350a4e0d5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882f0f9bed4bca" /><Relationship Type="http://schemas.openxmlformats.org/officeDocument/2006/relationships/slideLayout" Target="/ppt/slideLayouts/slideLayout1.xml" Id="Rfc602d83fc6e41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02d83fc6e41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f9495e2334d96" /><Relationship Type="http://schemas.openxmlformats.org/officeDocument/2006/relationships/image" Target="/ppt/media/image.jpeg" Id="R3dda996731ad42d1" /><Relationship Type="http://schemas.openxmlformats.org/officeDocument/2006/relationships/notesSlide" Target="/ppt/notesSlides/notesSlide1.xml" Id="R235f0b4e9d75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48128a7cd4b6e" /><Relationship Type="http://schemas.openxmlformats.org/officeDocument/2006/relationships/image" Target="/ppt/media/image2.jpeg" Id="Rbd3fd3e11db947ae" /><Relationship Type="http://schemas.openxmlformats.org/officeDocument/2006/relationships/image" Target="/ppt/media/image3.jpeg" Id="R3ce37d9dcafd486d" /><Relationship Type="http://schemas.openxmlformats.org/officeDocument/2006/relationships/image" Target="/ppt/media/image4.jpeg" Id="R70e645689b5c46b7" /><Relationship Type="http://schemas.openxmlformats.org/officeDocument/2006/relationships/image" Target="/ppt/media/image5.jpeg" Id="R7dca35d6833e4916" /><Relationship Type="http://schemas.openxmlformats.org/officeDocument/2006/relationships/image" Target="/ppt/media/image6.jpeg" Id="R9dcba88cce6b4ce6" /><Relationship Type="http://schemas.openxmlformats.org/officeDocument/2006/relationships/image" Target="/ppt/media/image7.jpeg" Id="R69c7a2348aea4d7e" /><Relationship Type="http://schemas.openxmlformats.org/officeDocument/2006/relationships/image" Target="/ppt/media/image8.jpeg" Id="R9aff8c137aef44a6" /><Relationship Type="http://schemas.openxmlformats.org/officeDocument/2006/relationships/image" Target="/ppt/media/image9.jpeg" Id="Rd601249f4afc41d6" /><Relationship Type="http://schemas.openxmlformats.org/officeDocument/2006/relationships/notesSlide" Target="/ppt/notesSlides/notesSlide2.xml" Id="Rb358383cc6ab49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76cea27c4f44" /><Relationship Type="http://schemas.openxmlformats.org/officeDocument/2006/relationships/image" Target="/ppt/media/image10.jpeg" Id="R9a6a4c7d895f4cd9" /><Relationship Type="http://schemas.openxmlformats.org/officeDocument/2006/relationships/image" Target="/ppt/media/image11.jpeg" Id="R1f819fcc493741e0" /><Relationship Type="http://schemas.openxmlformats.org/officeDocument/2006/relationships/image" Target="/ppt/media/image12.jpeg" Id="Rfb67e9a17ce14197" /><Relationship Type="http://schemas.openxmlformats.org/officeDocument/2006/relationships/image" Target="/ppt/media/image13.jpeg" Id="Rf204fcb1a37b48e9" /><Relationship Type="http://schemas.openxmlformats.org/officeDocument/2006/relationships/image" Target="/ppt/media/image14.jpeg" Id="Rbe2f416b19784fc7" /><Relationship Type="http://schemas.openxmlformats.org/officeDocument/2006/relationships/image" Target="/ppt/media/image15.jpeg" Id="Rcb5236efb57e4ddb" /><Relationship Type="http://schemas.openxmlformats.org/officeDocument/2006/relationships/image" Target="/ppt/media/image16.jpeg" Id="R7818a6a8dd3343b6" /><Relationship Type="http://schemas.openxmlformats.org/officeDocument/2006/relationships/image" Target="/ppt/media/image17.jpeg" Id="R54962c0d95ea4e04" /><Relationship Type="http://schemas.openxmlformats.org/officeDocument/2006/relationships/image" Target="/ppt/media/image18.jpeg" Id="Re57f4bc2883a479b" /><Relationship Type="http://schemas.openxmlformats.org/officeDocument/2006/relationships/image" Target="/ppt/media/image19.jpeg" Id="Rdebd1cec64e34d4c" /><Relationship Type="http://schemas.openxmlformats.org/officeDocument/2006/relationships/image" Target="/ppt/media/image20.jpeg" Id="R176d18d5a0964e50" /><Relationship Type="http://schemas.openxmlformats.org/officeDocument/2006/relationships/image" Target="/ppt/media/image21.jpeg" Id="Rc0a7bc067c824106" /><Relationship Type="http://schemas.openxmlformats.org/officeDocument/2006/relationships/notesSlide" Target="/ppt/notesSlides/notesSlide3.xml" Id="R95b1c9002d4a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f9e13f384f3e" /><Relationship Type="http://schemas.openxmlformats.org/officeDocument/2006/relationships/notesSlide" Target="/ppt/notesSlides/notesSlide4.xml" Id="Re4561ae6fb474c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31351b55b4abb" /><Relationship Type="http://schemas.openxmlformats.org/officeDocument/2006/relationships/notesSlide" Target="/ppt/notesSlides/notesSlide5.xml" Id="R1be4ad2753d844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08a7386114d0e" /><Relationship Type="http://schemas.openxmlformats.org/officeDocument/2006/relationships/image" Target="/ppt/media/image22.jpeg" Id="R045159a06eb34ecd" /><Relationship Type="http://schemas.openxmlformats.org/officeDocument/2006/relationships/image" Target="/ppt/media/image23.jpeg" Id="Rfa722adf7c204e02" /><Relationship Type="http://schemas.openxmlformats.org/officeDocument/2006/relationships/image" Target="/ppt/media/image24.jpeg" Id="R6e1fe531e0a14534" /><Relationship Type="http://schemas.openxmlformats.org/officeDocument/2006/relationships/notesSlide" Target="/ppt/notesSlides/notesSlide6.xml" Id="Rb75b4fd338cd4b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2734f4b24417b" /><Relationship Type="http://schemas.openxmlformats.org/officeDocument/2006/relationships/image" Target="/ppt/media/image25.jpeg" Id="R695f085452294a38" /><Relationship Type="http://schemas.openxmlformats.org/officeDocument/2006/relationships/image" Target="/ppt/media/image26.jpeg" Id="Rae3b82c849ba4367" /><Relationship Type="http://schemas.openxmlformats.org/officeDocument/2006/relationships/image" Target="/ppt/media/image27.jpeg" Id="R13e6a49f2d5f4a17" /><Relationship Type="http://schemas.openxmlformats.org/officeDocument/2006/relationships/image" Target="/ppt/media/image28.jpeg" Id="R4f0533882e264bc3" /><Relationship Type="http://schemas.openxmlformats.org/officeDocument/2006/relationships/notesSlide" Target="/ppt/notesSlides/notesSlide7.xml" Id="Rd06db9bf3d1c49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6c4ce2ae14160" /><Relationship Type="http://schemas.openxmlformats.org/officeDocument/2006/relationships/image" Target="/ppt/media/image.png" Id="R2f3a46f81085495a" /><Relationship Type="http://schemas.openxmlformats.org/officeDocument/2006/relationships/image" Target="/ppt/media/image2.png" Id="R822fc7881b1c4764" /><Relationship Type="http://schemas.openxmlformats.org/officeDocument/2006/relationships/image" Target="/ppt/media/image3.png" Id="R810629d62da347dc" /><Relationship Type="http://schemas.openxmlformats.org/officeDocument/2006/relationships/image" Target="/ppt/media/image4.png" Id="Ra79b448a68dc497f" /><Relationship Type="http://schemas.openxmlformats.org/officeDocument/2006/relationships/image" Target="/ppt/media/image5.png" Id="R869c4d2f3b004fa0" /><Relationship Type="http://schemas.openxmlformats.org/officeDocument/2006/relationships/notesSlide" Target="/ppt/notesSlides/notesSlide8.xml" Id="Rfd87fde1d12b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25038efc4415d" /><Relationship Type="http://schemas.openxmlformats.org/officeDocument/2006/relationships/image" Target="/ppt/media/image6.png" Id="Re417681f934f4fe4" /><Relationship Type="http://schemas.openxmlformats.org/officeDocument/2006/relationships/image" Target="/ppt/media/image7.png" Id="R9903eaaa5c99426b" /><Relationship Type="http://schemas.openxmlformats.org/officeDocument/2006/relationships/image" Target="/ppt/media/image8.png" Id="Rc6bb4663dc004a4b" /><Relationship Type="http://schemas.openxmlformats.org/officeDocument/2006/relationships/image" Target="/ppt/media/image9.png" Id="R325bb8499e0f4e00" /><Relationship Type="http://schemas.openxmlformats.org/officeDocument/2006/relationships/image" Target="/ppt/media/image10.png" Id="R27e2d61587b14f99" /><Relationship Type="http://schemas.openxmlformats.org/officeDocument/2006/relationships/image" Target="/ppt/media/image11.png" Id="Rc5bda811bc8f496b" /><Relationship Type="http://schemas.openxmlformats.org/officeDocument/2006/relationships/notesSlide" Target="/ppt/notesSlides/notesSlide9.xml" Id="R0280f7df3bb94f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1569e198f4c18" /><Relationship Type="http://schemas.openxmlformats.org/officeDocument/2006/relationships/notesSlide" Target="/ppt/notesSlides/notesSlide10.xml" Id="Rcf605c504bd345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a996731ad42d1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96F45-8824-4187-B135-BD8F8EE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5752D-8041-405B-A0AF-1A7CBB6F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20B6E-A339-45C0-A792-88B9231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A00BC-BE04-4AF4-BAA5-D634C0E9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 動作確認と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27A38-7BA3-43E0-B4B9-292E5CB1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ACD79-F766-4A46-8A69-23375C59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86927-D9F5-42E1-91A1-86634F0B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2038029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B0C6F3-36A0-44C5-8437-80D584B4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7CDED-1404-4A50-8093-0A000419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A287C-4C2F-4772-83C0-605BB028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3399D-6B12-4234-BC1E-2E93628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学習に使っていない2本を先に見る。映像内容の違いより、共通方向の出力移動が目立つ。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1645E-843C-4091-A08E-373C85C0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held-out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fd3e11db947ae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37d9dcafd486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645689b5c46b7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a35d6833e491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DC137-5DBC-44DB-9562-6F1B33D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3BE78-92FC-4953-9A78-5F4BA09F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72582-6D54-4F22-86A2-BA58D2D4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D2C6-61F2-42FC-A13C-100FDFA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DA8D6-A584-4F1A-B715-3D660F1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B6DF9-4F82-4E11-939C-170EC20B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F91C-5D5A-4D81-9115-FC3DBF22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68E42-3E0E-4523-BBCE-1DD2315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8E3CE-BBEF-46A9-83B5-84888D2B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2273A-1DB9-4A60-B198-CCF4F2E8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16E47-D38F-408B-923A-23E99CC5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5827D-29A5-4236-B1C0-28ADCC9D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C82B7-E411-4161-A93A-53D63FAD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4381E-3AE1-4241-8EA7-533D8C5F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held-out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ba88cce6b4ce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7a2348aea4d7e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f8c137aef44a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1249f4afc41d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68B93F-26BB-4FF3-BD46-D2F823E3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B33647-2EBC-4D94-8216-8EC5CE3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2628F-3C62-4874-95FF-CC92115B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7273C1-9C27-43B5-B5FD-8FEA741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92982-4124-43D6-B240-A615EDF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2CB0D9-B3A8-431C-9343-938C6986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EBA69D-EF74-49D8-A32E-D01F5BB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439294-E19B-4C3B-8A90-B4B8B16C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054CC-C4BB-4357-BEAC-B2ED7B73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FD2B23-B866-4772-9F1D-FD8CAF3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2D68D6-5ABB-418A-9B92-28FE3C8C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E5D358-B0AC-430B-AC19-942DB1D4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235AC1-FF7F-409B-A944-AD496A13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9CF0EC-E292-4E9B-AD3D-2E5FA1D2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467B6F-3AAC-44EE-98BE-53293D1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06BDFF-0639-4727-B965-76F8B5D6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held-out examples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9D3ED0-249C-4328-A226-7DA595ED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678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66E27B-B624-41FE-9E06-30061835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293BB-3FDA-4210-AB30-4AA7D34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843A-C757-4ABB-BE6C-71406DA8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DBF11-A85C-4132-960A-B36C0D19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B8C43-B879-4123-AF27-8149A746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9F7A6-2B07-4B75-9186-48568B4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7E0A4-A81A-4351-B95B-B08251C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082E8-822A-48FF-A62A-66B11034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CFF48-0209-495E-A304-95D1CFE9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3E000-7E92-4E17-B02F-6C42D226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2C203-8A35-4B74-BEDF-54E4E66C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0B976-2ED6-40D4-AE42-34CED857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a4c7d895f4cd9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19fcc493741e0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7e9a17ce14197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4fcb1a37b48e9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f416b19784fc7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236efb57e4ddb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6E4F3-2048-4916-91E0-5CDB6864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BAD72-4710-40B0-B6D8-4E972E3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8a6a8dd3343b6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62c0d95ea4e04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36F71-E0FC-4F53-8694-1BC1AB5E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f4bc2883a479b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d1cec64e34d4c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18d5a0964e50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7bc067c824106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EBE67-5F08-412C-B76C-AF20169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26CD5-DB64-4027-BBF8-011F8FE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823C7-325C-46E6-B9E2-7D34BEE5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B9627-BCAA-49A9-85A8-A5FD322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I-A：qᵖʳᵉ / qᵖᵒˢᵗ / Δq診断　→　Step I-B：prototype / seed検索 / 代理候補生成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EA4329-FAF8-43CC-8837-617E0864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B1969-C087-43CF-801B-8033DEC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7448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FCC8D6-6BAE-4926-9E33-0F92C167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D138F-419F-4693-A54B-A6F6319D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FC8F3-920E-4ECF-8A5E-6732B8E1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9F2D0-F344-4C18-B97A-E529AD5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F42E5-2E36-4521-85F0-8A80307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3E323-EB78-450F-BDB1-B6C14E79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A64CA-8B3D-49ED-A92B-0916331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40037-1A3B-4180-B216-C04F6E97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E07A6-4E7C-43E5-A37F-A1BB9CE6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A18D1-5891-403C-9A4C-0973E538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789F6-F15E-46B2-92A2-03B0652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F8AF4-3B0C-4A52-B6DC-0E750A1F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3C0DA-A49C-4C88-AB83-11BAED32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6888B-BE58-49BA-8988-F20D30E6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4EF67-D8D5-43AF-9E13-10D8B82C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6BB82-5C50-4E04-A6B2-A869CE12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35187-AC7F-4170-84EF-9EB53537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EABE4-3D58-4850-A1F6-27B7E753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E2015-FD2F-4822-8713-D909C26E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AB49F-93A6-4C9C-818D-4EE4DEA6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7AE9-27BB-4595-83F6-8554F6C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ADC41-6B93-4A6C-97C3-D2FBADD4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9D7D6-03A9-413E-8072-B43D45D0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E7934-B194-476A-8243-A3E4DFC4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91FCB-027E-4971-B079-1744ACA9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E4D04-D401-4A3E-BB35-A5A0F19E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3561B-ECCF-487D-9096-20FBB4A0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71DB5-1944-45BD-A157-AB9A6641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FD343-AF6D-4044-9240-ABE28D0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D09635-7B76-4669-AC7E-9FCD04E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C3A58-BE61-4AF8-9DAC-BC81FC7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4AE1F-85D0-4DE0-BC74-3FE2561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47818-1987-4DCA-87E9-BDEA62B6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78DB9-51F8-409C-8954-3E15635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2F0690-9C09-4F04-953F-CF717FD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6929E6-A549-4C2A-808D-EF997C52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4A8F0-71EF-42FA-BC02-29ABD363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C6B9E1-5B0F-4547-8EA9-6669DF0B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E96422-9E43-46BC-8116-9C0E68D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3C28C7-C16F-42CD-969D-2CE17784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C52253-45B9-4F24-8E92-036FF8BC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5269AF-F180-4710-9727-3BFBE4CF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9BEF55-E5A2-479B-A24A-0A7755B4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B3FDD9-8F94-4E66-85F3-DC30DC8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B7B196-6365-4759-80E9-651E8966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DC2B5D-64F6-4235-9EF8-7CF2C57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296469-F563-49A6-B439-B1BB353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384277-5CDE-4712-A6D2-870302F4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B33EB1-5996-4F52-BD11-C66B7ED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209572-F3F2-4C75-B125-702DFD7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FD5B31-E2AD-4CA5-9EFB-94960D8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A369F0-63F7-4946-AA49-779206F4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C1C954-1126-47F8-8C68-58BD5EDD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52CE2A-546A-415F-BBD7-63DA58D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84B536-7E95-4461-8A14-AECDC77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F10901-EA4E-4CEB-9DD9-B4F83AC2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F66FB6-A755-49A8-9BD3-2A1BB83B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F3FDA1-259C-43CC-9242-A335F1CE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BAC2D7-6830-4D23-873E-EA6512FA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CAE714-40E3-4411-B5BA-48863B7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E0CEF0-3E83-4690-986B-ECF098A4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D42AAE-1C43-4E9F-A889-0D1D370F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781B28-8B06-4452-A9A4-9265277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normal −0.101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9250E8-101C-4E62-986C-8E4900C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E5406D-69DD-4911-9F94-59B0984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A39EC0-D2D7-4D74-8C66-7C629CBC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C31381-9E91-4E39-8916-CEA6DB3A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0115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097D5B-09CC-47EC-8B1D-71294698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CD3D0-1312-4EDD-9890-A902F88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47983-F238-44EA-B6D7-707D3713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77299-3DE3-47A5-A338-F71C181F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13FBF-CF62-4592-B3CB-97FC249F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58225-1B3D-4151-AB27-7977678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F1EF-99B4-44F0-AEBB-541D59A2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A1623-EC2D-40F6-A40A-D67E71A6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7BD9D-07E1-4B5F-8F24-A08FAE9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3C660-77DA-413C-9519-E4F637B5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63B5C-CCD3-46BA-81AE-8D2C8A11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FD67F-9CED-4B56-A14F-0484290B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4AB2F-2689-471E-83DC-165A0BF1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8FCD5-8E35-4F92-BD28-E46483A3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2B201-167B-40B8-B762-C6059BAE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DA493-6A56-42B5-BA0B-F558DC1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B5C47-F721-4E9A-8151-A54647CE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E77BA-8CFE-403B-BD6F-830D3EFD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ABEC9-9178-4989-A3DB-D45C2561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C4F1A-2236-4A78-814B-9357518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ABF33-3932-47B0-8CC2-F596522A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ED8FE-8DE7-4BFE-8209-1E5484E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23A7D-7B45-4F49-A488-044D7D34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B5FE7-756E-4CB7-8076-1222108D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3D82F-2ABC-4F19-8593-D30FD5E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3EDD7D-4A03-498D-A5F7-6BD38AE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6D8CC-2999-43FA-8B34-22EB517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DB57D-94A1-4E77-B9EC-E44CC58A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71EEF-CEF6-4FD4-8426-35D9BAFB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B39C9-D6B0-44C4-BF0C-7D5D9A2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057C75-CDFD-4E4F-9C81-E0FC5296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22C5E9-8545-4941-A970-6BC2315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C69FF-D969-4619-B66E-83ED446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FA4E76-379F-44EB-8208-318CF5AE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32E876-07DA-4588-8045-FE8136F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A635B-3B01-45CE-914E-4DCBAEC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327BDD-4EDA-4214-A4DA-15474A5B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EE83C-65AB-4F4B-9245-0DCA79A1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AEC9C6-ACDF-43C4-A574-E6B7E5AA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C4ACCA-7662-402A-8B14-3FB8DE5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1D383F-2330-491E-9871-FF970B9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43195C-A1D4-44C7-9519-62C6A3E4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D305ED-BCE8-4B39-8E0A-1643679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BD4DC7-90DB-4584-840E-5A90328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BA99FA-97EE-468F-94F3-5B1613AF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607B8B-6499-4BD8-A105-F1A9E1B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35C9BA-D5C0-4599-9F3E-9198DDD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D0F669-3D6D-4A0F-8996-0EB97E62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FB9766-D436-4627-B09E-F3F6F9CD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2B7384-46CC-47B5-9E6C-BDDD13BF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E16DC9-879C-4FC9-935A-5D36B21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0BCDAB-47F5-43AA-941C-0ADA7D1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74E526-5A9F-40DD-88AC-4DF77C8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FC9275-4366-4D2C-A5A2-45CC229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5AD605-CBB4-4AB2-9AEC-261200A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B29E92-FC40-4E93-B807-2D1C3BC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F722BA-BB17-41AC-A25A-B5FB96E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7C14C3-B66A-40E2-889F-64B7AC91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A09132-9608-4A2C-9B3E-DF19C7F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A9B631-505B-4529-A36A-AE9EC9D5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7D20B6-7D50-49F7-A245-3A9E3E8A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92E5A7-2CD9-42A6-8901-CE715CA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C9FC09-56D2-4CA7-89C6-A53355C4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F291CB-6CE9-48A7-A805-86F1C88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7C5A84-BDDA-4823-ADC3-6855910F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C073D5-F806-4E0A-8A0F-DEBAEEA1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5D5DDF-1FF2-4A66-8E2C-1D7CA97E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6BE7BE-2054-4732-9B70-BB002A5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E19148-1662-40E8-AB26-91143008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D95614-9409-451E-9C4C-BEB5E91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4F0078-312D-42BB-BFAA-B4C1299C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8EDEE8-17D1-4282-81FB-87D81E0E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DD4201-FCDB-44A6-908E-00656620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F80CFE-7C2C-45F2-BC87-D50B8E40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03F2F6-F2F2-440F-A0A1-BA3016C8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7A08CA-F2E5-4DFC-8BDC-5300F49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2C1148-3E6A-4637-8974-B9AE86D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15F1FE8-713F-466F-97CB-65E5B6A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9342CC3-20AF-4593-BED4-F6435BB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F981CE-F45F-4447-A062-411A52DA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B3C9B6-0B95-4655-A8FA-907DE512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8444B1-6BF7-4767-A51F-12DB0A8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64335EC-A921-4827-A369-E7ECDB12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267D69-62AF-4415-8AFA-3088534A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DFAFEA-FD87-448C-B86C-636FE6A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DC4A1AB-898B-4BC4-8835-17B17407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32F4FD-4B54-4482-943B-B74BDBEE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021778-67ED-40C3-96BE-0CFF5FA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9FC57A-FBC6-4A02-9ED7-1F52A8EB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3ED423-913F-4B07-9E6F-11D603F5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6DB2BDC-54BB-45F4-9578-1483CEE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6B9E04-34E8-4AFF-A949-B589A495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025B426-2B5C-43A2-AB83-92306EF8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CD770F8-CDB9-4C0E-B1D0-44B5260E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0C6A5D-EFEA-4062-B63E-3940E001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3C021E-17F0-4113-9634-54063E6B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12CC94-B5CF-4B9B-A93D-DEA8AC0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083B6E-9FC3-413C-AA2D-178486D8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DE75A4-E7F0-46D5-AA9D-9C494338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8C6B95-AD88-48E6-97E5-2A66E3B8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1F170F-EFEF-4018-B89E-55051AAC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BAC4EF-FDB2-4ABE-93EE-5086168E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7580F4-94C9-4DB2-A6EA-A2CBC12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2457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size 1では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共通方向shiftが支配的。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6本同時更新ではshiftが縮小。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9E321E-09B9-452A-BD5C-79388307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同じsplit・checkpoint・総sample exposure=6。括弧内はΔq(risk)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4E6CE6-95AA-4FE1-B827-A80D517C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14713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79DD2-F220-4F19-9667-2A9860A9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29C15-C1F3-4B24-B7D3-DCC8FCFE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AE37F-D105-4C39-9388-CF64E9C0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159a06eb34ecd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2A802-6E01-4A77-8916-18DC113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BF342-8DDA-4B36-9B75-4C8F5E9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9FE28-CED6-46B0-952F-62818F33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22adf7c204e02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D719F-DECC-4994-84BD-07C0CE3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777F3-A008-4E58-A6E8-7816ED1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8FC40-4493-4EE1-AC25-FD320761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fe531e0a14534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41099-6F49-40F0-AD6F-B55CCC30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BD030-B987-4A45-8B25-1071EDF3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B857A-1742-4D37-B1AA-F96BE62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CA33F-D3E3-40A1-83EF-2DEFF1F6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E0279-D749-40B7-9157-F2AEDB6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6AEC3-E4BC-47AC-8F14-EBB879D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A64EC-5DB6-426B-B1E5-9660D3FE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BB367-C4EE-44B5-9861-A15A6CD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CB470-0CA8-4445-8A90-DBCB7224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581A3-1A4B-47BC-A471-0772FDCD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456EC-CE98-4EDB-BB40-BA0F3FF7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7A24A-4ADA-446B-9A6C-015DFDCF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54DB2-2627-4C02-A1FC-B4E277C7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送信：LoRA更新情報 + μᵖᵒˢᵗ + Δμ + π　／　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E3185-7746-4BC1-BD2B-64E6252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q vectorの成分順：[normal, risk]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DB84B-DF5B-4844-9002-CE11BD68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8991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10678-6DB4-4388-8434-258CA3D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7EAC8-18DE-4122-9C4C-C2801378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F6376-F889-4586-BA0D-FF24096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EC1BF-E85E-413F-B326-C8B7BFE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q(seed; Mᴳᵗ⁺¹) )　— seed画像そのものではなく、更新後モデルの反応を比較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78766-2209-4A10-A75A-8B03707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f085452294a38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9ED8C-3DFC-4B58-BD25-F449087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F71DD-4E37-4098-AD7D-D3E09F5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0DE14-24C6-4C4A-845A-9F46B075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A77AE-9BE7-43C0-A469-A79FF7D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8591A-BCDE-443A-B350-1A003114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b82c849ba4367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95BB2-999C-4999-9978-873906C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22389-8188-43CF-A47B-ECFE5ADE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64268-DB84-469F-BE4A-45099EC8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EBB83-BF64-4FE0-9A67-D7343F22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7BDAF-7F02-4ED3-8952-2FDC20FD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6a49f2d5f4a17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3C99C-E437-4AD1-916D-9CA4F86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9877F-642D-4B94-94C5-4FDD2A27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12611-E5D3-43E2-9E8A-18F7F38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4DE03-DF5E-4EE0-869D-AB817466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25C70-CB37-4014-B86D-23241FA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533882e264bc3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59050-4E8D-4943-980A-58905C9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2A652-BF5C-403C-887C-92C70A5B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66515-B98E-413B-821A-EE24335D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92AB7-4F8E-4346-A114-C12AF071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E37EA-CBD8-4B13-9E0B-220927D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489F7-333E-42D2-B11C-6F1DA46B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F5215-DB0F-4D7C-B339-1525316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7897A-AB59-40FD-8530-16995ED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AB91D2-6558-40A3-8197-70FBBC5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14299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C1E821-6E80-45B5-B24A-52B7B94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C5904-6957-4347-9BC3-D285EE54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103-0479-40A5-B21F-00CCDBA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7852C-17EB-4FDB-975F-11E4A7B7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a46f81085495a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480BC-6B4C-4A31-9E9B-C325AC4C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7172E-251C-470C-A98D-5BD368F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0860C-D1D0-4FB0-92EC-7893D60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fc7881b1c4764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A6562-4D47-4CD8-8106-44682B0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A5CE3-AA6E-40A3-9729-B03072B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F8BD3-494F-4BE0-BEA0-01937E0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629d62da347dc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CFDEC-222F-4E8B-8B7E-2DED8A9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D4C3E-4F4B-4126-A1EF-3A8B276F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B33FB-9EB0-4E95-B81E-624F408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b448a68dc497f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C8A00-652B-4439-98E0-6BA3B31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CCD84-4580-4121-AE42-ADB60D4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C49E1-F929-4E28-8AFD-8BFE2BB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9AA52-5C33-4263-AE5A-96E037E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c4d2f3b004fa0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A2CFD-4C4A-4B4D-AABF-9D08F229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D4935-0044-4D06-A204-6DBE699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8F271-6CD8-422A-81A1-F5625A7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Lmatch = KL( μᵖᵒˢᵗ || qᵖᵒˢᵗ(proxy) ) + MSE( Δμ, qᵖᵒˢᵗ(proxy) − qᵖʳᵉ(proxy)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1290C-0515-410B-BE72-AE93C6C7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979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4DF84-73A4-42E2-B244-6DE50E6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95975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Lreg・Qinv未導入。cropが危険箇所を強調した、意味的に妥当、とはまだ言えない。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6B730-7479-4F17-BA1E-928873C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E13DC-5DE7-4386-93B6-6E3DED92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7953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3A1F3-5334-425B-AC45-F2F9B0E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2BB4-8B80-4AE8-B311-F64EBA3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6E0B1-38D0-4EA0-ADAB-A916829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A9DF-C637-4070-B75D-80F7F52D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7681f934f4fe4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3eaaa5c99426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b4663dc004a4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FA1BD-1D80-4045-82CD-CCAAFEB5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6B15E-7FD9-4564-A7CE-C5D18A19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8F99E-A8DC-44D7-B54D-1414BA3C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bb8499e0f4e00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2d61587b14f99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da811bc8f496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2BE58-67DB-407E-9DC2-DED5333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B107E-1885-4CD9-B646-7D7730C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F6BFA-1BD9-4799-AC9C-F5471C5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472B3-34C1-4600-B366-8ADA23B3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2BA2B-631C-44A3-894A-134E915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23CF9-B20D-4FDD-B6DC-D71E3F3F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0D05D-8202-42D7-948A-961C584C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33787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B7B4F-BD35-4C48-BD6B-B9647DF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04831-76DC-408C-90DE-C4C39843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1A345-1CC5-41E0-A945-E3CAEF83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7473A-8B0A-4327-A596-6EF60D6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865CE-513F-4D99-84A0-C3EA44A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0C240-5EFC-46AB-8394-DEBC0727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ACE56-9F54-4CDD-8180-6AE7025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2827F-D1DE-45EE-8954-24BC43D7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E053C-5440-4448-9BFE-402A396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00168-A18C-47F7-AB43-F3BC0379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491EB-5297-41DF-9B88-B23D620D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BE34E-A45D-4F3A-AC94-070CEEEE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8D986-E304-4555-8BF3-B286E92F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同じ総sample exposureで、batch 1 / 層化mini-batch / gradient accumulationを比較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95D2B-7C17-4152-9C6D-5D125555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2E608-5B9B-4620-9FB2-6ADA476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B3942-31CD-4417-A7DE-FEC68B5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303で再現し、更新parameter監査とhead固定 / 更新を切り分け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BFFD7-6C55-488A-91A5-721817B4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0F97C-7500-4BC7-AE24-CDB51D5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A0198-D41B-46A4-9E6A-2F739B8C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局所信号が安定してから2-client化 → Layer 3 → 3〜5 round接続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94A5D-2556-433C-8A58-C6D215E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06834-D514-4521-A976-7DCE0ED2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1410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2026-09-13T14:23:02.4080000Z</dcterms:created>
  <dcterms:modified xsi:type="dcterms:W3CDTF">2026-09-13T14:23:02.4080000Z</dcterms:modified>
</coreProperties>
</file>