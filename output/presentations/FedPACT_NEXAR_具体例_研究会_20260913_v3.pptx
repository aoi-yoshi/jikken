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e1e1ec66494b91" /><Relationship Type="http://schemas.openxmlformats.org/officeDocument/2006/relationships/extended-properties" Target="/docProps/app.xml" Id="R09d66c016e274bf5" /><Relationship Type="http://schemas.openxmlformats.org/officeDocument/2006/relationships/officeDocument" Target="/ppt/presentation.xml" Id="Rb5b3e3faf190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31f2774474529"/>
  </p:sldMasterIdLst>
  <p:notesMasterIdLst>
    <p:notesMasterId xmlns:r="http://schemas.openxmlformats.org/officeDocument/2006/relationships" r:id="R197574048fd74caf"/>
  </p:notesMasterIdLst>
  <p:sldIdLst>
    <p:sldId xmlns:r="http://schemas.openxmlformats.org/officeDocument/2006/relationships" id="256" r:id="Ra637811d43224e5e"/>
    <p:sldId xmlns:r="http://schemas.openxmlformats.org/officeDocument/2006/relationships" id="257" r:id="Rb1304f163ac54a1c"/>
    <p:sldId xmlns:r="http://schemas.openxmlformats.org/officeDocument/2006/relationships" id="258" r:id="R73246b3126fe4255"/>
    <p:sldId xmlns:r="http://schemas.openxmlformats.org/officeDocument/2006/relationships" id="259" r:id="Rfcaa70b863694e7b"/>
    <p:sldId xmlns:r="http://schemas.openxmlformats.org/officeDocument/2006/relationships" id="260" r:id="R453e182800f147cc"/>
    <p:sldId xmlns:r="http://schemas.openxmlformats.org/officeDocument/2006/relationships" id="261" r:id="R0d26586eca7f4cb9"/>
    <p:sldId xmlns:r="http://schemas.openxmlformats.org/officeDocument/2006/relationships" id="262" r:id="R9b297ee5f1184508"/>
    <p:sldId xmlns:r="http://schemas.openxmlformats.org/officeDocument/2006/relationships" id="263" r:id="Rf04878a56eb14fb7"/>
    <p:sldId xmlns:r="http://schemas.openxmlformats.org/officeDocument/2006/relationships" id="264" r:id="Re14a71a1bfcc4367"/>
    <p:sldId xmlns:r="http://schemas.openxmlformats.org/officeDocument/2006/relationships" id="265" r:id="R63b83353174e4b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bb4719fc384a0d" /><Relationship Type="http://schemas.openxmlformats.org/officeDocument/2006/relationships/slideMaster" Target="/ppt/slideMasters/slideMaster1.xml" Id="R59d31f2774474529" /><Relationship Type="http://schemas.openxmlformats.org/officeDocument/2006/relationships/notesMaster" Target="/ppt/notesMasters/notesMaster1.xml" Id="R197574048fd74caf" /><Relationship Type="http://schemas.openxmlformats.org/officeDocument/2006/relationships/presProps" Target="/ppt/presProps.xml" Id="Re65c6b6817874fe5" /><Relationship Type="http://schemas.openxmlformats.org/officeDocument/2006/relationships/tableStyles" Target="/ppt/tableStyles.xml" Id="Rdfe1ded291a04f79" /><Relationship Type="http://schemas.openxmlformats.org/officeDocument/2006/relationships/slide" Target="/ppt/slides/slide1.xml" Id="Ra637811d43224e5e" /><Relationship Type="http://schemas.openxmlformats.org/officeDocument/2006/relationships/slide" Target="/ppt/slides/slide2.xml" Id="Rb1304f163ac54a1c" /><Relationship Type="http://schemas.openxmlformats.org/officeDocument/2006/relationships/slide" Target="/ppt/slides/slide3.xml" Id="R73246b3126fe4255" /><Relationship Type="http://schemas.openxmlformats.org/officeDocument/2006/relationships/slide" Target="/ppt/slides/slide4.xml" Id="Rfcaa70b863694e7b" /><Relationship Type="http://schemas.openxmlformats.org/officeDocument/2006/relationships/slide" Target="/ppt/slides/slide5.xml" Id="R453e182800f147cc" /><Relationship Type="http://schemas.openxmlformats.org/officeDocument/2006/relationships/slide" Target="/ppt/slides/slide6.xml" Id="R0d26586eca7f4cb9" /><Relationship Type="http://schemas.openxmlformats.org/officeDocument/2006/relationships/slide" Target="/ppt/slides/slide7.xml" Id="R9b297ee5f1184508" /><Relationship Type="http://schemas.openxmlformats.org/officeDocument/2006/relationships/slide" Target="/ppt/slides/slide8.xml" Id="Rf04878a56eb14fb7" /><Relationship Type="http://schemas.openxmlformats.org/officeDocument/2006/relationships/slide" Target="/ppt/slides/slide9.xml" Id="Re14a71a1bfcc4367" /><Relationship Type="http://schemas.openxmlformats.org/officeDocument/2006/relationships/slide" Target="/ppt/slides/slide10.xml" Id="R63b83353174e4b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c936a4f76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f61607f954465" /><Relationship Type="http://schemas.openxmlformats.org/officeDocument/2006/relationships/notesMaster" Target="/ppt/notesMasters/notesMaster1.xml" Id="R9101a4b1425347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c4f8ec46f454f" /><Relationship Type="http://schemas.openxmlformats.org/officeDocument/2006/relationships/notesMaster" Target="/ppt/notesMasters/notesMaster1.xml" Id="Re15685bdd8f7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6e55aef6cf4b8b" /><Relationship Type="http://schemas.openxmlformats.org/officeDocument/2006/relationships/notesMaster" Target="/ppt/notesMasters/notesMaster1.xml" Id="R67cbaa64b16b45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47e964698e482d" /><Relationship Type="http://schemas.openxmlformats.org/officeDocument/2006/relationships/notesMaster" Target="/ppt/notesMasters/notesMaster1.xml" Id="R7d497ad0236a41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5aebccb4b84279" /><Relationship Type="http://schemas.openxmlformats.org/officeDocument/2006/relationships/notesMaster" Target="/ppt/notesMasters/notesMaster1.xml" Id="R926b3b92b4ad45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c12ac3885f43b8" /><Relationship Type="http://schemas.openxmlformats.org/officeDocument/2006/relationships/notesMaster" Target="/ppt/notesMasters/notesMaster1.xml" Id="R3cf9b47e1f6b4e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bd4f2d2035477e" /><Relationship Type="http://schemas.openxmlformats.org/officeDocument/2006/relationships/notesMaster" Target="/ppt/notesMasters/notesMaster1.xml" Id="R1d1a443b34a245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642b602a904b3b" /><Relationship Type="http://schemas.openxmlformats.org/officeDocument/2006/relationships/notesMaster" Target="/ppt/notesMasters/notesMaster1.xml" Id="Re8b0a35b3a8440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1f5021e94543a0" /><Relationship Type="http://schemas.openxmlformats.org/officeDocument/2006/relationships/notesMaster" Target="/ppt/notesMasters/notesMaster1.xml" Id="R43cddbb9eb7943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d9f9e9d1a54f8c" /><Relationship Type="http://schemas.openxmlformats.org/officeDocument/2006/relationships/notesMaster" Target="/ppt/notesMasters/notesMaster1.xml" Id="R4447d80ca26045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つかみ：現場の生映像をcloudへ集めず、局所適応で得た挙動だけを代理データへ変換したい。</a:t>
            </a:r>
          </a:p>
          <a:p xmlns:a="http://schemas.openxmlformats.org/drawingml/2006/main">
            <a:r>
              <a:t>ただし、代理化の入力となる局所更新自体が不安定なら、Layer 2が忠実でも有用な知識転移にはならない。</a:t>
            </a:r>
          </a:p>
          <a:p xmlns:a="http://schemas.openxmlformats.org/drawingml/2006/main">
            <a:r>
              <a:t>今回はNEXARの具体的な動画と実測値を使い、Layer 2の経路と、その前段で見つかった問題を説明する。</a:t>
            </a:r>
          </a:p>
          <a:p xmlns:a="http://schemas.openxmlformats.org/drawingml/2006/main">
            <a:r>
              <a:t>Source: notes/advisor/CURRENT.md; docs/fedpact_nexar_concrete_case_20260913.md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左はpositiveラベルのheld-out動画a8adfca63e、右はnegativeラベルのheld-out動画1db89ecde7。どちらも局所学習には未使用。</a:t>
            </a:r>
          </a:p>
          <a:p xmlns:a="http://schemas.openxmlformats.org/drawingml/2006/main">
            <a:r>
              <a:t>左はq(risk) 0.725→0.613、右は0.270→0.156。</a:t>
            </a:r>
          </a:p>
          <a:p xmlns:a="http://schemas.openxmlformats.org/drawingml/2006/main">
            <a:r>
              <a:t>単一フレームの見た目から因果特徴を断定しない。ここで言えるのは出力確率の変化だけ。</a:t>
            </a:r>
          </a:p>
          <a:p xmlns:a="http://schemas.openxmlformats.org/drawingml/2006/main">
            <a:r>
              <a:t>Source: artifacts/runs/fedpact_nexar_example/run_20260913_balanced_order101_risk_fullgrid/client_local/eval_trace.json; artifacts/datasets/frames/train/&lt;sample_id&gt;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今回の該当範囲はFedPACT実験計画の第I段階、Step I-AとStep I-Bの縦切り確認。三層3〜5 round接続やLayer 3更新は未実施。</a:t>
            </a:r>
          </a:p>
          <a:p xmlns:a="http://schemas.openxmlformats.org/drawingml/2006/main">
            <a:r>
              <a:t>client train、client held-out、server seedは同一split seed 42で固定し、ID重複なし。</a:t>
            </a:r>
          </a:p>
          <a:p xmlns:a="http://schemas.openxmlformats.org/drawingml/2006/main">
            <a:r>
              <a:t>server payloadにはLoRA更新情報とclass-wise μ_post、Δμ、frequencyを含める。private raw frameとsample IDは含めない。</a:t>
            </a:r>
          </a:p>
          <a:p xmlns:a="http://schemas.openxmlformats.org/drawingml/2006/main">
            <a:r>
              <a:t>Source: notes/advisor/sources/raw/2026-09-01/FedPACT実験計画260901.pdf pp.3-4; artifacts/runs/fedpact_nexar_example/run_20260913_balanced_order101_risk_fullgrid/client_local/data_splits.json; client_upload/server_payload.json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個別sampleをすべて表示し、平均だけの印象操作を避ける。order 101ではtrain 6本・held-out 6本がすべてnormal方向へ移動した。</a:t>
            </a:r>
          </a:p>
          <a:p xmlns:a="http://schemas.openxmlformats.org/drawingml/2006/main">
            <a:r>
              <a:t>ただし、この1順序だけでクラス非選択性を断定しない。次slideで学習順を変えた結果を示す。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client_local/eval_trace.json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 101は最初に詳細追跡用として固定し、202と303はその後に学習順感度を確認するため追加した。</a:t>
            </a:r>
          </a:p>
          <a:p xmlns:a="http://schemas.openxmlformats.org/drawingml/2006/main">
            <a:r>
              <a:t>batch size 1ではq_postとΔqの符号が学習順で反転。held-outのclass間差も改善・悪化が一貫しない。</a:t>
            </a:r>
          </a:p>
          <a:p xmlns:a="http://schemas.openxmlformats.org/drawingml/2006/main">
            <a:r>
              <a:t>full-batch相当は6動画を同時に1 optimizer stepで更新し、総sample exposureを6に揃えた。共通方向shiftは小さくなったが、これだけで安定化完了とは言わない。</a:t>
            </a:r>
          </a:p>
          <a:p xmlns:a="http://schemas.openxmlformats.org/drawingml/2006/main">
            <a:r>
              <a:t>Source: run_20260913_balanced_order101_risk_fullgrid; run_20260913_balanced_order202_diagnostic; run_20260913_balanced_order303_diagnostic; run_20260913_balanced_fullbatch_diagnostic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3本それぞれのq_pre、q_post、Δqを先に示し、その平均がprototypeになることを明示する。</a:t>
            </a:r>
          </a:p>
          <a:p xmlns:a="http://schemas.openxmlformats.org/drawingml/2006/main">
            <a:r>
              <a:t>左からd626..., 95c3..., 06e2...。数値はriskクラス確率。μ_postとΔμは2クラス確率ベクトル。</a:t>
            </a:r>
          </a:p>
          <a:p xmlns:a="http://schemas.openxmlformats.org/drawingml/2006/main">
            <a:r>
              <a:t>π=3はrisk prototypeの平均に寄与したprivate sample数。−0.090だけを送るのではなく、確率和0を保つ2成分vector[+0.090,−0.090]として扱う。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client_upload/server_payload.json;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distanceはμ_postと更新後global surrogate上のseed出力とのKL。画像空間の近さではなく、post behaviorの近さで順位付けする。</a:t>
            </a:r>
          </a:p>
          <a:p xmlns:a="http://schemas.openxmlformats.org/drawingml/2006/main">
            <a:r>
              <a:t>全80候補を評価した結果、retrieval rank 6の4b8432de81 + center_crop(0.85)がL_match最小。</a:t>
            </a:r>
          </a:p>
          <a:p xmlns:a="http://schemas.openxmlformats.org/drawingml/2006/main">
            <a:r>
              <a:t>この結果はtop-1 retrievalを採用すべきでない可能性を示すが、seed数8の診断に限定される。大規模候補集合での効率評価は未実施。</a:t>
            </a:r>
          </a:p>
          <a:p xmlns:a="http://schemas.openxmlformats.org/drawingml/2006/main">
            <a:r>
              <a:t>Source: artifacts/runs/fedpact_nexar_example/run_20260913_balanced_order101_risk_fullgrid/server/layer2_trace.json;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各候補は同じseed動画の全8フレームへ同一変換を適用している。ここでは説明用に最終フレームを表示。</a:t>
            </a:r>
          </a:p>
          <a:p xmlns:a="http://schemas.openxmlformats.org/drawingml/2006/main">
            <a:r>
              <a:t>選択基準はλ_post=λ_delta=1のL_matchのみ。seed逸脱、自然性、時間一貫性、多様性のL_regとQinvは未導入。</a:t>
            </a:r>
          </a:p>
          <a:p xmlns:a="http://schemas.openxmlformats.org/drawingml/2006/main">
            <a:r>
              <a:t>したがってcenter crop 0.85は、定義した数値目的に最も近い候補であって、意味的妥当性が保証された代理画像ではない。</a:t>
            </a:r>
          </a:p>
          <a:p xmlns:a="http://schemas.openxmlformats.org/drawingml/2006/main">
            <a:r>
              <a:t>Source: artifacts/runs/fedpact_nexar_example/run_20260913_balanced_order101_risk_fullgrid/server/transformation_candidates; server/layer2_trace.json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riskとnormalの双方でclass-wise prototypeと数値上の最小proxy候補を生成し、P=(x_tilde, μ_post)として保存した。</a:t>
            </a:r>
          </a:p>
          <a:p xmlns:a="http://schemas.openxmlformats.org/drawingml/2006/main">
            <a:r>
              <a:t>risk側ではnormalラベルseed 4b8432de81が全80候補中のL_match最小。これはL_matchが意味的ラベル整合性を含まないことを示す。</a:t>
            </a:r>
          </a:p>
          <a:p xmlns:a="http://schemas.openxmlformats.org/drawingml/2006/main">
            <a:r>
              <a:t>ここから、same-class retrieval制約やL_reg / quality screeningを今後検討する根拠が得られた。ただし具体方式は未確定。</a:t>
            </a:r>
          </a:p>
          <a:p xmlns:a="http://schemas.openxmlformats.org/drawingml/2006/main">
            <a:r>
              <a:t>Source: run_20260913_balanced_order101_risk_fullgrid/server/proxy_pair.json; run_20260913_balanced_order101_normal_fullgrid/server/proxy_pair.json;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結論を実装上と研究上に分ける。Layer 2の処理経路は通ったが、有用な知識転移を示してはいない。</a:t>
            </a:r>
          </a:p>
          <a:p xmlns:a="http://schemas.openxmlformats.org/drawingml/2006/main">
            <a:r>
              <a:t>最優先はStep I-Aへ戻り、同じ総sample exposureでbatchingとgradient accumulationを比較する。multiple epochを先に増やさない。</a:t>
            </a:r>
          </a:p>
          <a:p xmlns:a="http://schemas.openxmlformats.org/drawingml/2006/main">
            <a:r>
              <a:t>その後、classification head更新の影響を切り分け、複数学習順で安定性を確認する。安定してから2-clientとLayer 3へ進む。</a:t>
            </a:r>
          </a:p>
          <a:p xmlns:a="http://schemas.openxmlformats.org/drawingml/2006/main">
            <a:r>
              <a:t>Source: docs/fedpact_nexar_concrete_case_20260913.md; notes/advisor/sources/raw/2026-09-01/FedPACT実験計画260901.pdf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d1fbdae124a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dbe00a61a4430" /><Relationship Type="http://schemas.openxmlformats.org/officeDocument/2006/relationships/slideLayout" Target="/ppt/slideLayouts/slideLayout1.xml" Id="Rc456e2b0ef704e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56e2b0ef704e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7091d6ca54513" /><Relationship Type="http://schemas.openxmlformats.org/officeDocument/2006/relationships/image" Target="/ppt/media/image.jpeg" Id="R9decb6522ea04204" /><Relationship Type="http://schemas.openxmlformats.org/officeDocument/2006/relationships/notesSlide" Target="/ppt/notesSlides/notesSlide1.xml" Id="Re2e71d2b76d846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fbb09a8964922" /><Relationship Type="http://schemas.openxmlformats.org/officeDocument/2006/relationships/image" Target="/ppt/media/image2.jpeg" Id="R3cf88b6881b240bc" /><Relationship Type="http://schemas.openxmlformats.org/officeDocument/2006/relationships/image" Target="/ppt/media/image3.jpeg" Id="Rcf77fc3ab34a488b" /><Relationship Type="http://schemas.openxmlformats.org/officeDocument/2006/relationships/image" Target="/ppt/media/image4.jpeg" Id="Rd71b4ab694824993" /><Relationship Type="http://schemas.openxmlformats.org/officeDocument/2006/relationships/image" Target="/ppt/media/image5.jpeg" Id="R81fd30d8af224ee3" /><Relationship Type="http://schemas.openxmlformats.org/officeDocument/2006/relationships/image" Target="/ppt/media/image6.jpeg" Id="R7af2fb2d7f30435e" /><Relationship Type="http://schemas.openxmlformats.org/officeDocument/2006/relationships/image" Target="/ppt/media/image7.jpeg" Id="R51d19f1d1c674593" /><Relationship Type="http://schemas.openxmlformats.org/officeDocument/2006/relationships/image" Target="/ppt/media/image8.jpeg" Id="R283b570b371746c8" /><Relationship Type="http://schemas.openxmlformats.org/officeDocument/2006/relationships/image" Target="/ppt/media/image9.jpeg" Id="Rc15e88f8e3254ede" /><Relationship Type="http://schemas.openxmlformats.org/officeDocument/2006/relationships/notesSlide" Target="/ppt/notesSlides/notesSlide2.xml" Id="Rd7010f71d91743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83387398d4257" /><Relationship Type="http://schemas.openxmlformats.org/officeDocument/2006/relationships/image" Target="/ppt/media/image10.jpeg" Id="R361fa316d07545b0" /><Relationship Type="http://schemas.openxmlformats.org/officeDocument/2006/relationships/image" Target="/ppt/media/image11.jpeg" Id="Ref7e5fbb771e46b7" /><Relationship Type="http://schemas.openxmlformats.org/officeDocument/2006/relationships/image" Target="/ppt/media/image12.jpeg" Id="Rd750ca16b5094867" /><Relationship Type="http://schemas.openxmlformats.org/officeDocument/2006/relationships/image" Target="/ppt/media/image13.jpeg" Id="Rb5d852804c794dfd" /><Relationship Type="http://schemas.openxmlformats.org/officeDocument/2006/relationships/image" Target="/ppt/media/image14.jpeg" Id="Re508f0b264c24a06" /><Relationship Type="http://schemas.openxmlformats.org/officeDocument/2006/relationships/image" Target="/ppt/media/image15.jpeg" Id="R699f7ceaf5ec4968" /><Relationship Type="http://schemas.openxmlformats.org/officeDocument/2006/relationships/image" Target="/ppt/media/image16.jpeg" Id="R7255dbf26d1b472c" /><Relationship Type="http://schemas.openxmlformats.org/officeDocument/2006/relationships/image" Target="/ppt/media/image17.jpeg" Id="Re30a6064e15146b8" /><Relationship Type="http://schemas.openxmlformats.org/officeDocument/2006/relationships/image" Target="/ppt/media/image18.jpeg" Id="R0f54007057f34606" /><Relationship Type="http://schemas.openxmlformats.org/officeDocument/2006/relationships/image" Target="/ppt/media/image19.jpeg" Id="R1ce480a3913448f7" /><Relationship Type="http://schemas.openxmlformats.org/officeDocument/2006/relationships/image" Target="/ppt/media/image20.jpeg" Id="R4b751102c2484e13" /><Relationship Type="http://schemas.openxmlformats.org/officeDocument/2006/relationships/image" Target="/ppt/media/image21.jpeg" Id="R1dee9ca3e3514add" /><Relationship Type="http://schemas.openxmlformats.org/officeDocument/2006/relationships/notesSlide" Target="/ppt/notesSlides/notesSlide3.xml" Id="Rbfa1a2a3fc7f41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dec23a7db4bc6" /><Relationship Type="http://schemas.openxmlformats.org/officeDocument/2006/relationships/notesSlide" Target="/ppt/notesSlides/notesSlide4.xml" Id="Ra21faefb3e394e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1e63e93fd41e6" /><Relationship Type="http://schemas.openxmlformats.org/officeDocument/2006/relationships/notesSlide" Target="/ppt/notesSlides/notesSlide5.xml" Id="Rdd9879d211c147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4bb603d154b97" /><Relationship Type="http://schemas.openxmlformats.org/officeDocument/2006/relationships/image" Target="/ppt/media/image22.jpeg" Id="R385cbbe9fb9e4d94" /><Relationship Type="http://schemas.openxmlformats.org/officeDocument/2006/relationships/image" Target="/ppt/media/image23.jpeg" Id="R64fdf67ae1f3499d" /><Relationship Type="http://schemas.openxmlformats.org/officeDocument/2006/relationships/image" Target="/ppt/media/image24.jpeg" Id="R8bd1a89aa4c34256" /><Relationship Type="http://schemas.openxmlformats.org/officeDocument/2006/relationships/notesSlide" Target="/ppt/notesSlides/notesSlide6.xml" Id="Rdd5c893d4b9a47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f1f1654524a89" /><Relationship Type="http://schemas.openxmlformats.org/officeDocument/2006/relationships/image" Target="/ppt/media/image25.jpeg" Id="R54b8a4cc495547a3" /><Relationship Type="http://schemas.openxmlformats.org/officeDocument/2006/relationships/image" Target="/ppt/media/image26.jpeg" Id="R94aa40c0d50a4b87" /><Relationship Type="http://schemas.openxmlformats.org/officeDocument/2006/relationships/image" Target="/ppt/media/image27.jpeg" Id="R6ddcc711b89f4bfa" /><Relationship Type="http://schemas.openxmlformats.org/officeDocument/2006/relationships/image" Target="/ppt/media/image28.jpeg" Id="R2f7462782a20474b" /><Relationship Type="http://schemas.openxmlformats.org/officeDocument/2006/relationships/notesSlide" Target="/ppt/notesSlides/notesSlide7.xml" Id="Rde2a48fbad71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421597e75459e" /><Relationship Type="http://schemas.openxmlformats.org/officeDocument/2006/relationships/image" Target="/ppt/media/image.png" Id="R15e9f72ef87d4707" /><Relationship Type="http://schemas.openxmlformats.org/officeDocument/2006/relationships/image" Target="/ppt/media/image2.png" Id="Ra222ef9e83d14c44" /><Relationship Type="http://schemas.openxmlformats.org/officeDocument/2006/relationships/image" Target="/ppt/media/image3.png" Id="R8fff91d9b145432b" /><Relationship Type="http://schemas.openxmlformats.org/officeDocument/2006/relationships/image" Target="/ppt/media/image4.png" Id="R65e695f334234033" /><Relationship Type="http://schemas.openxmlformats.org/officeDocument/2006/relationships/image" Target="/ppt/media/image5.png" Id="R10ec4986bbc840fe" /><Relationship Type="http://schemas.openxmlformats.org/officeDocument/2006/relationships/notesSlide" Target="/ppt/notesSlides/notesSlide8.xml" Id="Rc454aae3789145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ed5492b3b487e" /><Relationship Type="http://schemas.openxmlformats.org/officeDocument/2006/relationships/image" Target="/ppt/media/image6.png" Id="R385b4c8a4c9b4797" /><Relationship Type="http://schemas.openxmlformats.org/officeDocument/2006/relationships/image" Target="/ppt/media/image7.png" Id="R3ecf3a10d16049c1" /><Relationship Type="http://schemas.openxmlformats.org/officeDocument/2006/relationships/image" Target="/ppt/media/image8.png" Id="R37187b6b3fe744e2" /><Relationship Type="http://schemas.openxmlformats.org/officeDocument/2006/relationships/image" Target="/ppt/media/image9.png" Id="Rdedd9f674f2549f9" /><Relationship Type="http://schemas.openxmlformats.org/officeDocument/2006/relationships/image" Target="/ppt/media/image10.png" Id="Rdd4d6d26b54a4df0" /><Relationship Type="http://schemas.openxmlformats.org/officeDocument/2006/relationships/image" Target="/ppt/media/image11.png" Id="R9ebae5b873304b01" /><Relationship Type="http://schemas.openxmlformats.org/officeDocument/2006/relationships/notesSlide" Target="/ppt/notesSlides/notesSlide9.xml" Id="R306bb648c5ed4b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b10b9790b4daa" /><Relationship Type="http://schemas.openxmlformats.org/officeDocument/2006/relationships/notesSlide" Target="/ppt/notesSlides/notesSlide10.xml" Id="Re0aae312f478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cb6522ea04204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76663-76AB-4EE3-B328-3B4BAB76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C6F5-D419-4C19-988F-EEAFBCE2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168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B01F2-10DE-40A6-AA24-3352A09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rPr>
              <a:t>FedPACT / NEXAR concrete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B30CB-F799-4B2B-B427-91FC21F7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Layer 2 動作確認と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局所更新の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順序依存性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8F726-45B1-4C42-8B64-D18B9A4D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実動画の反応変化から、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代理データ候補へ至る過程を追う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8ED25-6D02-4E34-9723-C8D5822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rPr>
              <a:t>研究会説明用・診断実験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D7131-B975-45D1-96BA-5DBCBCDE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YOSHIMURA Aoi   2026.09.13</a:t>
            </a:r>
          </a:p>
        </p:txBody>
      </p:sp>
    </p:spTree>
    <p:extLst>
      <p:ext uri="{BB962C8B-B14F-4D97-AF65-F5344CB8AC3E}">
        <p14:creationId xmlns:p14="http://schemas.microsoft.com/office/powerpoint/2010/main" val="1900335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4ED3B3-D3A3-4195-854E-4ECC8ACB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同じ局所学習で、risk動画もnormal動画もrisk確率が下がった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FE8DE-1E4C-43AF-82B9-A25A514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89F74-7C4E-494B-81FE-E21224EA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B0FAF-5CEB-4862-B7ED-0A5C4D12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学習に使っていない2本を先に見る。映像内容の違いより、共通方向の出力移動が目立つ。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9E48A-2C2F-4FFA-8155-A82039FC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risk動画 / held-out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8b6881b240bc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7fc3ab34a488b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b4ab694824993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d30d8af224ee3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78D9D-A20F-4F0F-9A5E-0B60F23D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6E6D5-825D-45FD-BD2C-2FE1511F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1600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02BB-7E6E-40C3-88DA-33C1187E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07" y="3600450"/>
            <a:ext cx="372749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4A9E9-03F9-4DC7-8844-0BAC9B6F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0.275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EBE91-C367-4D7D-A9E2-CAFE230B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0.725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D9E9D-6EB1-42F1-910A-29C4222E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84B78-7ACA-438E-A53D-F6CEE85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52927-B230-4333-B53C-58F105B0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914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1E529-A09D-4B22-B13B-C99F0480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55" y="4352925"/>
            <a:ext cx="31520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397A0-34A3-4017-8F4A-6D30C9D2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0.387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45CB2-E9A2-486F-89AA-76DA1E15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0.613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85755-B445-4521-A7B0-0690425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8097E-7785-4EFA-8ACA-CFB8AB4F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E58A2-CC00-407E-8E26-2DC41C3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normal動画 / held-out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2fb2d7f30435e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19f1d1c674593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b570b371746c8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e88f8e3254ede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C1D44-DB16-44B0-9F3C-B700EC1E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D8AF45-DFE2-41CB-9F07-56BE19DA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75495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5D36AB-868E-47A3-A7FC-FF79ED3D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204" y="3600450"/>
            <a:ext cx="138854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69CBF9-89BA-443B-B173-7801CFB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15A42E-B551-4D9F-B732-B9F6998D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CABE5-503B-4A46-85E4-415C151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1FF2AF-75D5-42E7-B246-F0B4AFB0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4B7F42-B550-4D7C-BBF0-EC1ECFF4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434098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0A584E-EA93-443E-B3BF-2CF4DEF8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233" y="4352925"/>
            <a:ext cx="80251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F45B8D-5BB8-478A-A14E-23660C67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0.844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D432BA-E893-4844-A73C-55CD1A92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F61D76-1CCE-4928-90A0-C4E43A02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87647F-A9DE-4F4A-B6B0-AF451A3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B36D71-7828-4601-9BC6-6705E2B1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25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64C93E-E394-402D-A59F-B036B251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この時点で「risk知識を学べた」とは言えない。まず局所更新の健全性を診断する必要がある。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95DF47-F86A-4360-B2EB-5D4DD98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held-out examples / order seed 101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F19513-A77C-4423-B73B-BD37EFA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2822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6F22DB-72FF-4608-B2F5-77A0B1EC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固定したデータ分割と、今回動かした範囲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63839-9AD3-44DF-9420-0BADD0F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87F77-62B4-4E57-8A95-D486CD2D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476AA-BDC6-493F-AE7E-5EA8714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572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65665-C40D-4B27-B705-D3E016C2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CLIENT PRIVATE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6DEAE-C9A3-46B8-86F7-BD02774C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94E8A-8175-4D73-899D-53E7DCD6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11430">
            <a:solidFill>
              <a:srgbClr val="2F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2B130-BC3C-42DC-9A1E-0595B199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66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CLIENT HELD-OUT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E01A4-9E7B-4183-81AD-F2EF2454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28919-56CA-410C-8F6C-1CCC9412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5EB07-C7BD-40C2-A6CE-83EEF5FA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SERVER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47A9B-FF1D-43B0-AD53-0ABA3363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8本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fa316d07545b0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e5fbb771e46b7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0ca16b5094867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852804c794dfd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8f0b264c24a06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f7ceaf5ec4968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390900"/>
            <a:ext cx="1314450" cy="952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65D6D-C6DB-45B7-BFD7-44C34A8A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×3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9D3A2-85D6-4BE1-8452-9015BFED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×3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5dbf26d1b472c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095500"/>
            <a:ext cx="1047750" cy="8572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a6064e15146b8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2095500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599F4-312D-4DCB-88F8-B66EF686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×3 / normal ×3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学習・prototype・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server検索に未使用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4007057f34606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480a3913448f7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51102c2484e13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32575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e9ca3e3514add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3257550"/>
            <a:ext cx="135255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8E622-2767-4C6B-807B-2999795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×4 / normal ×4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clientへ配布しないcloud-only pool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7D227C-112E-4C97-9AF7-AE6B377C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F7BF5-65F3-4BAB-871B-8D7C538A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Qwen2.5-VL-3B / fixed checkpoint  |  split seed 42  |  LoRA + classification head更新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01C9FE-44DC-445D-9A4B-0B5C4FC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Step I-A：qᵖʳᵉ / qᵖᵒˢᵗ / Δq診断　→　Step I-B：prototype / seed検索 / 代理候補生成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423C2-2BF1-48A9-83FC-0109DBBD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固定split・ID重複なし・private raw data非送信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92FB59-F6F9-45B8-A5C4-4D4EB1AF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726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C1C3E9-FE28-475B-9648-570A8BEF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101では、12本すべてがnormal側へ移動した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C76D0-8968-4F81-A473-5DDF1C33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38862-0B3F-4DE5-9A17-3522E2BF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2438E-DB82-4578-BA7B-04071FE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private train 6本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BBB3B-7A1A-43BC-AA30-BB3964AB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80789-09D6-492B-BAC7-A663E8D5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58F8-5398-459E-BE13-D0A78D29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40A3C-FDA0-4D80-87CE-71FF9CC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19A5B-1C3D-4786-9F0B-FFDA48F8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B747E-CE57-486C-B682-AA7348A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E7DFB-A799-40CE-B653-0598855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7B259-8619-4DEA-9576-E9279D25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FD0E7-C44C-4302-B707-ACC3E104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3DDD8-470C-46CD-A60D-FD536FBB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4678"/>
            <a:ext cx="3409950" cy="58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CF17B-B993-47FE-9D16-2BC649FD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270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DBF54-1582-4CA3-A6AB-8A12FAE7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55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642AC-374F-4181-87D8-DF5308A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0447"/>
            <a:ext cx="3409950" cy="386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E5D80-7684-4082-B6EC-B70FDE5C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2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73E52-C38F-4111-908F-1275DD3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089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7F2EA-B3DF-4AD0-B1F5-76158AF6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9211"/>
            <a:ext cx="3409950" cy="37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4D945-2B5C-4596-B8D2-63311E5E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415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651D7-3B1A-455A-B64A-97EF009E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127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27E2B-4329-4DBA-95C5-B1910DC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7825"/>
            <a:ext cx="3409950" cy="30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317ED-E6B6-434F-9991-C7165B69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8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318528-D282-43B8-91E9-6718079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34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7A637-24E9-44B8-9AE0-D06700B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0635"/>
            <a:ext cx="3409950" cy="43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71129-F4F1-4210-94EE-E2F60B60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30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00230-2591-427D-A7AB-4E9E1AF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6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25EBE-98CB-48C0-AE36-C4799F2E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5232"/>
            <a:ext cx="3409950" cy="6949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EBF2D-0F1B-482B-904B-209DADE7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876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17553E-225D-4AA6-8382-BD4B2F4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25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9D2219-F7FF-4126-8B77-81550E92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6本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9E7DA5-F882-4990-B5B2-410F20AF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80322C-172C-4D33-9135-F5EE2772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83154F-0E5A-4029-BA95-C92821F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5C2CE4-B447-41DB-B76E-037C5E55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7BC90-847C-46C7-B71B-C5D2B3B6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935EA8-FA99-424C-B577-909AA00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0AE28F-4029-4EDD-A4D1-A11F96B7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7F7AD6-D018-4E4B-BB4E-0C912D2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915E23-F270-43FD-91AC-9A494C77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84A7B8-D1C4-4C4A-8D74-93EF517C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6074"/>
            <a:ext cx="3409950" cy="366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ADDFB8-ADFD-4AC5-A22B-1828425E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84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666B32-EA92-4AA2-B05D-386E228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9450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9451FB-32EE-4304-88EC-BD39964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6070"/>
            <a:ext cx="3409950" cy="373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151C93-CDCA-41F9-8F0F-F7528A1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84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9754A1-7168-469B-BD42-F33C5F1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417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9C60F2-F18A-43C6-A05C-E7F3B199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616"/>
            <a:ext cx="3409950" cy="38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441139-85A3-4586-B0CF-2F379259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99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9C5533-F674-4790-9792-4B1ED4A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01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16FAFC-EA87-4128-B761-23D64AC6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4049"/>
            <a:ext cx="3409950" cy="24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AD953E-A751-4D1E-86B5-EAFC9307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64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82A79C-9A2D-430C-B196-18C4662A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280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20CD1B-E942-46FA-8875-09D9AA2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0608"/>
            <a:ext cx="3409950" cy="511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7EA01A-1F59-4687-88CD-B792A2F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29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247E62-48CC-4963-9748-17C42A05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46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9AEA0A-D632-498B-A1C8-0AD9C9FA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7488"/>
            <a:ext cx="3409950" cy="39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AE2E5E-A9B3-41A3-A59F-B8E0C70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9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20B250-7B05-4409-B86D-3FEBBF86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66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2C4430-36E7-42A9-AE54-3CBC8063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6589D6-9A69-4BC2-A45A-33AB010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平均Δq(risk)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A3944C-FD83-44BC-9769-DE0B7924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normal −0.139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risk −0.090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28A9FB-D59F-4E00-B21B-806C2D35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normal −0.101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risk −0.130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907F76-9EBF-496D-A382-0567E5A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label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48DCDA-7B89-4FEF-9B47-C89A856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label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2D1812-70D5-4B72-A451-6C98285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赤=risk label　青=normal label　縦軸=q(risk)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13B2AE-0558-49C0-856A-D50D1EC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47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75A824-B7B0-4ED1-8ABB-A1B4233E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学習順だけでΔqの符号が反転した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6D6B4-6760-4393-912B-F03ACC5E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2E1D3-6602-4D44-9245-C61180C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6BDB2-2770-42BB-B6A9-FEF47067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82573-0930-413D-B316-C9CB88D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平均q(risk)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AC0DC-380D-49F8-B720-45AC9FA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81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35731-7F71-4655-87F5-57F0CB2C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30220-EFE9-434A-B414-7A78834B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5E0C4-F04D-4216-BE91-932F4E57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50DCA-AD53-4664-947B-818F334E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F5F81-3E91-4B54-B109-A97A1EB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F852C-D716-4C8A-B92B-31921E7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5A4D8-DADC-4CCD-BD5E-677BF25C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66DA4-E4C2-4BD2-95E5-C86D1DF9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9A1CB-90C9-4D9D-A66A-0BEFC8CD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9B599-1D47-4D56-B93D-17DC898D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EB480-0F72-4F59-8927-FB961AFB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05655-23B8-43BB-AB40-56DE4500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3A588-3CA8-46B1-8396-AE02B5C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69459-43ED-46B9-AA81-3FA7A5F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BE82C-734A-4F44-957F-FB722B40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(-0.139)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F55FB-BA71-4DEF-B55B-E75DEBBA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34DD3-0E8A-459F-B360-C229A72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0.403 (+0.062)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7F1BA-2149-4FC1-BD1D-6239520E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FE491-3A93-4AA6-9B9F-1D91967A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0.150 (-0.191)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B5D8F6-9598-4163-A7F0-547CE0DC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50413-0940-4716-BBAA-C61BD0EA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0.300 (-0.041)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5C6AC-E334-4CEF-A6BD-DAF9BD3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0E2CFD-D762-4D9B-A2B0-8114B71B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831F2-7B65-4ECD-B1F5-710FDEA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67C8B-FCF7-4CF4-9131-1A7A7A0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AA836-1F47-4FDC-A1DD-DD5358D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4E7407-F535-4808-A10B-96C005E8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 (-0.090)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656C8-E430-45C1-AD16-DE0DEE2B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65A98-9000-46B1-B2F3-C261FE20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0.845 (+0.160)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BC0F33-3F47-4E14-9EFC-89F01B8C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B2E406-D7AB-4222-A5EF-F8774C94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0.491 (-0.194)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56502F-8F20-4324-9576-2333E3E7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2F11D2-4445-48CA-8994-5CD7C075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0.698 (+0.013)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84C72-5386-4357-8FAA-2D2E2ED1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4180B8-1A4D-4300-BCD9-44361981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normal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5ED6B0-FF2D-4DC4-BD16-81B170CF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4436C3-B4CC-4F07-93BD-B6B9AF8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D7A941-680B-40D6-B42F-2D2FE01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790564-456E-43E0-9AD4-9B442F8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0.121 (-0.101)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F768F0-802E-4A7E-BA27-BCD06293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C05CC3-25B9-48ED-9B2B-09CD4D98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0.297 (+0.075)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DCEB2E-2A6C-4F4B-90DB-248FFDE1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F9525D-0612-47DD-B626-D6DFFA2C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0.080 (-0.143)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1CC1D8-3FAA-4A08-A0A4-E6F4C906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5A03E-0034-4CB5-B388-8E3735D3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(-0.021)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40457D-0BDC-4A31-A415-04C060E3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B30FF8-D660-425F-9962-EDA028C2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8ACC3-A85B-4B82-85B8-CC2D79E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6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83E69A-FB81-456D-94D4-18CB2D47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F7EA9C-F050-496D-8400-4846CD97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6A925D-9E61-4175-BF9F-0E3D2FC1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0.466 (-0.130)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8EEE39-FC03-48CD-8A61-2314EB41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1FD9BB-AC24-4D9E-8379-2F8B125C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0.707 (+0.111)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DC5FCF-77AA-4C7E-A29E-88CB5300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996C88-5715-4F94-BCB1-87A9309A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0.350 (-0.246)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466BAD-C6A9-4A02-8A45-9DF4EE69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2B2199-B92E-477D-A86A-1DCFABC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0.576 (-0.020)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E8B62E-59CD-4069-8DCE-BF1D0789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class間差 = mean q(risk | risk) − mean q(risk | normal)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98EA8B-D8FF-4720-8315-50C44D27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04DB0C-0219-460C-A294-3B3D8C6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class間差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3C62A6-94A3-4888-BAA3-05C4339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E8AA39-0925-4EB2-934A-0BA389D5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32222B-57E3-47F8-AB23-7C450436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0D1762-63C2-461E-8818-47E78D6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3C8B82-72C5-4FFA-AEB5-774FB78B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332051-8253-42D3-A8A4-23BB13BC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425CE1-681E-41B7-8270-76C1966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348B3E-B1FF-48AD-A953-BA59A018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1FAEA1-DEDD-405E-8D39-A4D58961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8A241A-83F9-493C-9734-1016F32E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4030631-A5BB-4DCB-8962-F809435B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60787C-B84D-4D17-9155-CA547A30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2495F3-BCCE-4F8F-B6CD-88963C3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28C91A-9DA7-411E-8C98-59CB7D48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8EEECA-C368-468E-B4F8-4A935F38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3A39E9-364E-4397-8380-7BC9F2F0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262B8E-EE05-438F-82CA-1B73B712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129143-AB2A-462E-90AE-C8358010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0.442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09851B-39F6-4EC8-B639-F1E4AB0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0AC10B7-77D4-48A4-9D6F-1DFB951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07BB74-C053-41B3-B202-201233CE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B10843-FE21-4F28-A13F-A4613862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6D164F-CAE1-42F9-80CF-58603F9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65B28D7-2FF1-45EA-BB0E-B0A401D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C315B8-247F-4A50-85CD-357A24B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B1DE707-EA0D-4AB1-9A24-36D2B35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6A8069-026F-426F-96B3-32B3673A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517DB8-BA8F-44F3-A5BD-17736D2C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D42716-5BDE-4387-9DA6-F5E4FE3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03CA76B-0DAD-47A6-8742-2FD300F9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A1AE97A-979B-4FC9-BA1B-B8379CB3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A5563B6-2986-421D-94AD-660FDE44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0.271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DDF0E9D-B5C4-4213-8E60-4D3B5641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746C420-B2E4-4367-B6F5-0B2A8E2F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3E3FFB1-1613-4A56-A2A5-1823148A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127298D-2046-407E-95D7-5E55BB0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診断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50B563-75FD-4587-943D-4F166EC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2457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batch 1：共通方向shiftが支配的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6本同時：shiftが縮小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B72D837-229A-4E22-B603-C5EB9716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同じsplit・checkpoint・総sample exposure=6。括弧内はΔq(risk)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AAEECB-3519-4A9B-BE88-ABEC3971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6707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4545E-C12C-4254-90CD-1C1C2D0F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3本の反応を平均し、送信prototypeを作る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D8B1B-1DAA-408F-9FF4-1D377745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210F5-6F00-4FA0-9108-FD5A7A6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cbbe9fb9e4d94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B605C-458F-47BA-B7C5-AE50134F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d626422e71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F523-ACDE-4DF8-84C4-2791E7A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0.771 → 0.753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B5ACA-6160-4AFB-9A94-06828A55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-0.018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df67ae1f3499d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B2A49-46A5-4FF1-8EF9-0A6270E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95c3bf1ba2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F792F-D6CF-4F2C-9D4B-C741F9DB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0.559 → 0.441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8C7B-E0D2-4EBD-B4DF-351A254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-0.118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1a89aa4c34256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BED3A-C01F-4A37-90CC-223804A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06e20a0fd0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6A6B5-56B9-408B-B686-EF7615E6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0.726 → 0.593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C9E14-2B86-4CB2-ACBA-4C775DC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0037D-7B39-4B6D-B713-2CE13C6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30861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CB053-CD32-47E7-8C01-0AA2AB40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risk prototype / order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E6024-3C91-4285-B184-E5B2277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μᵖᵒˢᵗₖ,ᵣ = [0.404, 0.596]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AC2F2-C8EE-4210-BFCF-FE234A85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Δμₖ,ᵣ = [+0.090, −0.090]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528B2-865F-4C24-8CD5-F7EC98D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πₖ,ᵣ =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CE5CE-DAEF-44DD-BA33-5C82286A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πは平均に寄与したrisk動画数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EDFAC-031B-466A-9171-C0C8BB5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4A636-4DC2-4055-AA8C-DC038740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注意：risk prototypeでもrisk確率は平均0.090低下。Layer 2は、この局所挙動の有用性までは保証しない。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E4099-9F4B-40C2-88D7-A98CB90A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normal側も送信： μᵖᵒˢᵗ=[0.799, 0.201]　Δμ=[+0.139, -0.139]　π=3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18EF9-EA0F-4AB7-A954-5DDC96F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送信：LoRA更新情報 + μᵖᵒˢᵗ + Δμ + π　／　非送信：raw video・frame・sample ID・独立したμᵖʳᵉ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CA6CA-16A6-4A52-9590-59FCC9C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q vectorの成分順：[normal, risk]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7D0EE-7169-45E4-8768-343203F0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6886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2F21D2-315E-43D6-ABFF-BE01CAC2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μᵖᵒˢᵗの検索1位は、Lmatchの全体最小ではなかった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D5C04-FD7D-48F5-BDDB-28DE3111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B2C71-7853-4B21-97C6-45256AF2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C4A0-00D3-4283-88BF-59329DF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検索距離：Dₖₗ( μᵖᵒˢᵗₖ,ᵣ  ||  q(seed; Mᴳᵗ⁺¹) )　— seed画像そのものではなく、更新後モデルの反応を比較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9D361-AC92-4C85-9615-2A986F4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8a4cc495547a3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DDD5D-CE53-4861-8121-09B983F6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76EB9-BCD0-4528-8D72-44F09727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0.000789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066AE-7772-49D4-9CD2-B0E90F69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45FE8-1250-4CEA-813B-B0B3972E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0.000697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ED7D8-133B-4E20-A1AB-5542A7CA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a40c0d50a4b87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B0E46-DF98-4092-9612-4D37A7B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4EBDC-A11C-4BF6-B498-84DDF856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0.006646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A5A29-965A-4B51-94FC-ACEF0C2A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DFE88-1E91-4693-AFAE-90898C8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0.000774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B3EDA-F833-404A-AD84-9B8F15A5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cc711b89f4bfa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A724A-DED4-40F6-99E3-0994CDD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00773-5998-46D3-A458-56737DE2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0.009779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D0334-16F5-4B03-A588-3D5AE7C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E8507-8EE6-4195-A84D-0CD27E48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0.005256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D7ABD-23BB-4DD8-BCEF-A8D1DB32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462782a20474b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54012-582D-4609-B194-43F11BA0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retrieval rank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033DF-A70E-406F-A892-AD7CB617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0.061598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9BC7F-CF33-40B0-AA7D-A62BEB0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24A9B-5046-488F-A639-D27893FA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0.000279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548A4-1948-4D82-9DC5-432007F8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4D744-767A-4225-A35A-1760801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top-1内の最小 0.000697　→　8×10全探索の最小 0.000279（rank 6 seed）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D1AFE-DB70-4BD1-AAFE-33D4E44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小規模な8 seedだからこそ、top-N比較より先に全探索で見落としを確認できる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45BD6-E241-4478-8158-1F1DEAC5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risk prototype / 8 seed × 10 transformations = 80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BA58B9-D0F6-4C5A-A5CF-251A32D2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50513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8C7E2-B7FF-4E23-A3D5-199C6873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rank 6 seedを変換し、postとdeltaの再現誤差を比較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7F79B-DF14-4B65-94CC-93819D9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A9951-9676-4A43-9B48-E8DF18A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776FB-805C-402F-8458-4F4FB02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9f72ef87d4707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9FF68-2FC7-4B92-BF32-42AFE586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ABE63-1967-4C7E-AC33-2F59EAA1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0.061598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0.000658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0.062256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0E579-B205-4D17-8598-28D3F56E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2ef9e83d14c44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D829B-A8AB-4953-9626-825B5252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AB9C-7FA0-4206-A3FF-02E30F7E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0.088164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0.001812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0.089976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19F75-BE6C-4586-A5F5-C917369A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f91d9b145432b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6A93A-830B-4EDC-B244-451201C7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contrast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6F028-A068-459D-9C37-C9F24D5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0.049697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0.003053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0.052749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739F6-8762-468C-906C-3C28EC57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695f334234033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CAA2C-CE1E-49ED-B738-A33B6205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center_crop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C893F-F60A-41F1-8A02-5FE579C7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0.000109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0.000169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0.000279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AE9BB-380C-40AB-AD1C-D272575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数値上の最小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251BC-600D-486E-85C1-3F5E5754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c4986bbc840fe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58CFA-9A3D-4CDD-9B6A-6063138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gaussian_blur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D02F9-98D2-4550-936B-68AD43B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0.039934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0.000833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0.040767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62F2C-581E-4FCE-90E8-11C4E02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Lmatch = KL( μᵖᵒˢᵗ || qᵖᵒˢᵗ(proxy) ) + MSE( Δμ, qᵖᵒˢᵗ(proxy) − qᵖʳᵉ(proxy) 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5DBAE-8C70-4442-B99E-3C7BE825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979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131F9-D44F-4BD0-B45C-A8BA5C1C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95975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Lreg・Qinv未導入。cropが危険箇所を強調した、意味的に妥当、とはまだ言えない。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6F8373-FA94-4DFD-9AEC-7F93E8C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source seed 4b8432de81 / retrieval rank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5FC8C1-7B77-415A-8227-B9BC1D5E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4375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2104B-65EB-427D-AF8E-9A6506C2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/ normal両prototypeでproxy pairまで生成した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7F788-4F9C-41F6-AD69-080C61B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FABFD-FF4A-4CC1-8D47-5B8F3B1B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6293C-0966-4DB9-86D7-56A2131E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prototype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b4c8a4c9b4797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f3a10d16049c1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87b6b3fe744e2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32106-C3EE-4216-A5A8-A57DB1B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[0.404, 0.596]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[+0.090, -0.090]　π=3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A7BBB-BB64-4258-8D11-79F5F306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4b8432de81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center_crop(0.85)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0.000109　delta MSE 0.000169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0.000279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83508-8C26-46B6-9ABF-51A4DFC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prototype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d9f674f2549f9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d6d26b54a4df0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ae5b873304b01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2888D-6889-4A95-BAFF-F99DCC1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[0.799, 0.201]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[+0.139, -0.139]　π=3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CA194-A983-4814-905E-0AFAC4E3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17c2e0d437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brightness(0.75)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0.000080　delta MSE 0.000389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0.000468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31674-CBD7-4E41-9230-12EFA513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96B6E-DB59-4B31-B028-A3070088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Pₖ,ᵣ = ( x̃ₖ,ᵣ , μᵖᵒˢᵗₖ,ᵣ ) をLayer 3へ渡せる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EE878-F5E2-4ACC-A8E2-378885F1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ただしrisk側の数値最小候補はnormalラベルseed。Lmatchだけでは意味的妥当性を保証できない。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84348-84CD-49B1-A4D5-139C9204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数値上のproxy candidate。foundation transferは未実施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F8EE8-E6F8-4E91-8C3B-11A9C31F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690620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5E6DC-2E7F-4EE9-A72A-247B33F1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実装上は経路が通った。研究上はStep I-Aの安定化が先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E196C-FA35-4CF8-BDD3-27E14CD9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35CF3-441E-4AC9-A83B-5F208A8A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B2C60-DDEA-401B-9EEE-79E2825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05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C04D1-7C28-4096-B0D3-EA8AB23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6D7D8-53CD-4051-A8E9-36DE0DF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　balanced private 6本でqᵖʳᵉ / qᵖᵒˢᵗ / Δqを保存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2　risk / normalの両prototypeをprivate raw dataなしで送信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3　8 seed × 10変換を全探索しproxy pairを生成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4　top-1固定の見落としを実測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8A444-856B-48FD-B623-893E0E6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581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11430">
            <a:solidFill>
              <a:srgbClr val="D9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B4518-EDCA-442B-ACD4-BAD3071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まだ解けていないこと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74637-9A30-4BBA-9EF4-2A5D1211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batch size 1の局所更新は順序依存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未見動画のclass分離改善は一貫しない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数値最小proxyの意味的妥当性は未保証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Lreg / Qinv / 2-client / Layer 3 / 3〜5 roundは未実施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9A846-2607-4A81-BF5B-61C45FA4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次にやる実験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9226A-E21C-4A78-B9AB-B74FF373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288F2-879A-442D-97A9-DC032018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70530-5D24-4BB5-BCFB-AAEDF48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同じ総sample exposureで、batch 1 / 層化mini-batch / gradient accumulationを比較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93505-8FAE-4C23-8A63-75420F26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862D1-0761-4507-A463-00D1F2B5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EFC5B-85D1-46AA-A0CE-9E71E2E5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 / 202 / 303で再現し、更新parameter監査とhead固定 / 更新を切り分け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5C546-A19C-4D30-A342-92958AF0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C90E5-F116-4A47-BC1E-26D24D92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B204D-6AE6-4033-A4BC-82F46E33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局所信号が安定してから2-client化 → Layer 3 → 3〜5 round接続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3626A-7781-4766-AC5B-29C3CDD6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Layer 2は入力された局所挙動を追う。入力信号の質は別途保証が必要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A6900-3C42-4573-A0DD-68900C3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3897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2026-09-13T14:24:00.6850000Z</dcterms:created>
  <dcterms:modified xsi:type="dcterms:W3CDTF">2026-09-13T14:24:00.6850000Z</dcterms:modified>
</coreProperties>
</file>